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f63ecf6c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f63ecf6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f63ecf6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f63ecf6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63ecf6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63ecf6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4301 Final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70600" y="2834125"/>
            <a:ext cx="3401400" cy="19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Carson Quesada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Ishmael Taleo</a:t>
            </a:r>
            <a:endParaRPr sz="24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572000" y="2834125"/>
            <a:ext cx="3401400" cy="19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Bhargava Malladi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Jaden Yeremenko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and Deliverables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</a:t>
            </a:r>
            <a:r>
              <a:rPr lang="en"/>
              <a:t>Benchmarking the SPARKLE Lightweight Cryptographic Algorithm on Several RISC-V Softcore Architectures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Deliverables: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Documentation: </a:t>
            </a:r>
            <a:r>
              <a:rPr lang="en"/>
              <a:t>Methodology</a:t>
            </a:r>
            <a:r>
              <a:rPr lang="en"/>
              <a:t>, Results/Data,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Data: Cycle count, Throughput, latency,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Code: C code for SPARKLE implementation + benchmarking 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Demo: short video demo showing FPGA using Sparkle algorithm and displaying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Milestones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Research 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methods, Assist with all parts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Hardware Designer - 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Pick out cores, develops top.v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Software Designer - 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Develops C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Analyst - 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Runs implementations, Collects data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726875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cores, setup toolchain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 Sparkle in 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Benchmark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Prepare demo, Document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Toolchain and Hardware Plan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72000" y="11877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Software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C testbench programs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Riscv profiling tools (counters, timers, etc)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Riscv GCC toolchain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Vivado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67950" y="11877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highlight>
                  <a:srgbClr val="FFFFFF"/>
                </a:highlight>
              </a:rPr>
              <a:t>Hardware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chemeClr val="lt1"/>
                </a:highlight>
              </a:rPr>
              <a:t>Riscv softcore (e.g. VexRiscv, PicoRV32)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Artix 7 FPGA board</a:t>
            </a:r>
            <a:endParaRPr sz="2000"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highlight>
                  <a:srgbClr val="FFFFFF"/>
                </a:highlight>
              </a:rPr>
              <a:t>USB power meter</a:t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