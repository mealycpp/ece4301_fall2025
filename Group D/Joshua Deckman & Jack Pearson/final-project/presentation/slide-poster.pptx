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6B32C-9419-499B-8DC4-99B1519149F6}" v="57" dt="2025-12-08T11:12:12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Z. Deckman" userId="3c66a062-38cd-4e2f-b7de-74744a846df8" providerId="ADAL" clId="{D68B645B-0417-4586-83AA-227A4A209476}"/>
    <pc:docChg chg="undo custSel modSld">
      <pc:chgData name="Joshua Z. Deckman" userId="3c66a062-38cd-4e2f-b7de-74744a846df8" providerId="ADAL" clId="{D68B645B-0417-4586-83AA-227A4A209476}" dt="2025-12-08T11:13:09.162" v="443" actId="14100"/>
      <pc:docMkLst>
        <pc:docMk/>
      </pc:docMkLst>
      <pc:sldChg chg="addSp delSp modSp mod">
        <pc:chgData name="Joshua Z. Deckman" userId="3c66a062-38cd-4e2f-b7de-74744a846df8" providerId="ADAL" clId="{D68B645B-0417-4586-83AA-227A4A209476}" dt="2025-12-08T11:13:09.162" v="443" actId="14100"/>
        <pc:sldMkLst>
          <pc:docMk/>
          <pc:sldMk cId="109857222" sldId="256"/>
        </pc:sldMkLst>
        <pc:spChg chg="mod">
          <ac:chgData name="Joshua Z. Deckman" userId="3c66a062-38cd-4e2f-b7de-74744a846df8" providerId="ADAL" clId="{D68B645B-0417-4586-83AA-227A4A209476}" dt="2025-12-08T10:56:39.994" v="115" actId="1035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oshua Z. Deckman" userId="3c66a062-38cd-4e2f-b7de-74744a846df8" providerId="ADAL" clId="{D68B645B-0417-4586-83AA-227A4A209476}" dt="2025-12-08T10:57:17.457" v="198" actId="2763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Joshua Z. Deckman" userId="3c66a062-38cd-4e2f-b7de-74744a846df8" providerId="ADAL" clId="{D68B645B-0417-4586-83AA-227A4A209476}" dt="2025-12-08T10:58:31.217" v="223" actId="20577"/>
          <ac:spMkLst>
            <pc:docMk/>
            <pc:sldMk cId="109857222" sldId="256"/>
            <ac:spMk id="4" creationId="{EC6CA361-40B6-2457-1CAB-AAD402650067}"/>
          </ac:spMkLst>
        </pc:spChg>
        <pc:spChg chg="add mod">
          <ac:chgData name="Joshua Z. Deckman" userId="3c66a062-38cd-4e2f-b7de-74744a846df8" providerId="ADAL" clId="{D68B645B-0417-4586-83AA-227A4A209476}" dt="2025-12-08T10:59:32.708" v="261" actId="404"/>
          <ac:spMkLst>
            <pc:docMk/>
            <pc:sldMk cId="109857222" sldId="256"/>
            <ac:spMk id="6" creationId="{058DE36A-50B6-0283-3875-7908ABA5EADA}"/>
          </ac:spMkLst>
        </pc:spChg>
        <pc:spChg chg="add mod">
          <ac:chgData name="Joshua Z. Deckman" userId="3c66a062-38cd-4e2f-b7de-74744a846df8" providerId="ADAL" clId="{D68B645B-0417-4586-83AA-227A4A209476}" dt="2025-12-08T10:59:26.068" v="256" actId="1076"/>
          <ac:spMkLst>
            <pc:docMk/>
            <pc:sldMk cId="109857222" sldId="256"/>
            <ac:spMk id="7" creationId="{E4AF554A-D5B3-DD8A-3F69-A12192AC1FF2}"/>
          </ac:spMkLst>
        </pc:spChg>
        <pc:spChg chg="add mod">
          <ac:chgData name="Joshua Z. Deckman" userId="3c66a062-38cd-4e2f-b7de-74744a846df8" providerId="ADAL" clId="{D68B645B-0417-4586-83AA-227A4A209476}" dt="2025-12-08T11:00:37.962" v="291" actId="12"/>
          <ac:spMkLst>
            <pc:docMk/>
            <pc:sldMk cId="109857222" sldId="256"/>
            <ac:spMk id="9" creationId="{8FEAFB6C-B610-3664-76DA-C25D44BECDDF}"/>
          </ac:spMkLst>
        </pc:spChg>
        <pc:spChg chg="add mod">
          <ac:chgData name="Joshua Z. Deckman" userId="3c66a062-38cd-4e2f-b7de-74744a846df8" providerId="ADAL" clId="{D68B645B-0417-4586-83AA-227A4A209476}" dt="2025-12-08T11:04:02.829" v="326" actId="1076"/>
          <ac:spMkLst>
            <pc:docMk/>
            <pc:sldMk cId="109857222" sldId="256"/>
            <ac:spMk id="10" creationId="{C600F527-164F-0BAE-0B87-D9345BB01E4B}"/>
          </ac:spMkLst>
        </pc:spChg>
        <pc:spChg chg="add mod">
          <ac:chgData name="Joshua Z. Deckman" userId="3c66a062-38cd-4e2f-b7de-74744a846df8" providerId="ADAL" clId="{D68B645B-0417-4586-83AA-227A4A209476}" dt="2025-12-08T11:07:50.099" v="330"/>
          <ac:spMkLst>
            <pc:docMk/>
            <pc:sldMk cId="109857222" sldId="256"/>
            <ac:spMk id="12" creationId="{A07FDB66-7DEF-1281-BDA1-38C170C3D97C}"/>
          </ac:spMkLst>
        </pc:spChg>
        <pc:spChg chg="add mod">
          <ac:chgData name="Joshua Z. Deckman" userId="3c66a062-38cd-4e2f-b7de-74744a846df8" providerId="ADAL" clId="{D68B645B-0417-4586-83AA-227A4A209476}" dt="2025-12-08T11:07:50.099" v="330"/>
          <ac:spMkLst>
            <pc:docMk/>
            <pc:sldMk cId="109857222" sldId="256"/>
            <ac:spMk id="13" creationId="{27695BF6-3F4B-6805-D753-8A23E3ED8312}"/>
          </ac:spMkLst>
        </pc:spChg>
        <pc:spChg chg="add mod">
          <ac:chgData name="Joshua Z. Deckman" userId="3c66a062-38cd-4e2f-b7de-74744a846df8" providerId="ADAL" clId="{D68B645B-0417-4586-83AA-227A4A209476}" dt="2025-12-08T11:07:50.099" v="330"/>
          <ac:spMkLst>
            <pc:docMk/>
            <pc:sldMk cId="109857222" sldId="256"/>
            <ac:spMk id="14" creationId="{E19ED401-967F-AC62-B00B-CC98452AFBDF}"/>
          </ac:spMkLst>
        </pc:spChg>
        <pc:spChg chg="add mod">
          <ac:chgData name="Joshua Z. Deckman" userId="3c66a062-38cd-4e2f-b7de-74744a846df8" providerId="ADAL" clId="{D68B645B-0417-4586-83AA-227A4A209476}" dt="2025-12-08T11:07:50.099" v="330"/>
          <ac:spMkLst>
            <pc:docMk/>
            <pc:sldMk cId="109857222" sldId="256"/>
            <ac:spMk id="15" creationId="{4099891E-00BB-50D9-9AE1-84D3E19C3744}"/>
          </ac:spMkLst>
        </pc:spChg>
        <pc:spChg chg="add mod">
          <ac:chgData name="Joshua Z. Deckman" userId="3c66a062-38cd-4e2f-b7de-74744a846df8" providerId="ADAL" clId="{D68B645B-0417-4586-83AA-227A4A209476}" dt="2025-12-08T11:09:20.515" v="338"/>
          <ac:spMkLst>
            <pc:docMk/>
            <pc:sldMk cId="109857222" sldId="256"/>
            <ac:spMk id="20" creationId="{95FB6843-3A44-1970-4937-AFD460C4E093}"/>
          </ac:spMkLst>
        </pc:spChg>
        <pc:spChg chg="add mod">
          <ac:chgData name="Joshua Z. Deckman" userId="3c66a062-38cd-4e2f-b7de-74744a846df8" providerId="ADAL" clId="{D68B645B-0417-4586-83AA-227A4A209476}" dt="2025-12-08T11:09:20.515" v="338"/>
          <ac:spMkLst>
            <pc:docMk/>
            <pc:sldMk cId="109857222" sldId="256"/>
            <ac:spMk id="21" creationId="{72EB7BDC-73E1-17F9-24AD-35F8507E15B6}"/>
          </ac:spMkLst>
        </pc:spChg>
        <pc:spChg chg="add mod">
          <ac:chgData name="Joshua Z. Deckman" userId="3c66a062-38cd-4e2f-b7de-74744a846df8" providerId="ADAL" clId="{D68B645B-0417-4586-83AA-227A4A209476}" dt="2025-12-08T11:09:20.515" v="338"/>
          <ac:spMkLst>
            <pc:docMk/>
            <pc:sldMk cId="109857222" sldId="256"/>
            <ac:spMk id="22" creationId="{24481BF5-D682-E155-756F-84A4B1D4A124}"/>
          </ac:spMkLst>
        </pc:spChg>
        <pc:spChg chg="add mod">
          <ac:chgData name="Joshua Z. Deckman" userId="3c66a062-38cd-4e2f-b7de-74744a846df8" providerId="ADAL" clId="{D68B645B-0417-4586-83AA-227A4A209476}" dt="2025-12-08T11:09:20.515" v="338"/>
          <ac:spMkLst>
            <pc:docMk/>
            <pc:sldMk cId="109857222" sldId="256"/>
            <ac:spMk id="23" creationId="{549DA371-0BE4-94AB-5B34-74B8D656F830}"/>
          </ac:spMkLst>
        </pc:spChg>
        <pc:spChg chg="add mod">
          <ac:chgData name="Joshua Z. Deckman" userId="3c66a062-38cd-4e2f-b7de-74744a846df8" providerId="ADAL" clId="{D68B645B-0417-4586-83AA-227A4A209476}" dt="2025-12-08T11:09:50.323" v="362"/>
          <ac:spMkLst>
            <pc:docMk/>
            <pc:sldMk cId="109857222" sldId="256"/>
            <ac:spMk id="27" creationId="{A3724F95-3408-484E-50F2-60630E1A8628}"/>
          </ac:spMkLst>
        </pc:spChg>
        <pc:spChg chg="add del mod">
          <ac:chgData name="Joshua Z. Deckman" userId="3c66a062-38cd-4e2f-b7de-74744a846df8" providerId="ADAL" clId="{D68B645B-0417-4586-83AA-227A4A209476}" dt="2025-12-08T11:11:37.930" v="389" actId="478"/>
          <ac:spMkLst>
            <pc:docMk/>
            <pc:sldMk cId="109857222" sldId="256"/>
            <ac:spMk id="34" creationId="{E9419470-9430-726A-03E4-B8BF0E0C2A97}"/>
          </ac:spMkLst>
        </pc:spChg>
        <pc:spChg chg="add mod">
          <ac:chgData name="Joshua Z. Deckman" userId="3c66a062-38cd-4e2f-b7de-74744a846df8" providerId="ADAL" clId="{D68B645B-0417-4586-83AA-227A4A209476}" dt="2025-12-08T11:12:17.464" v="428" actId="14100"/>
          <ac:spMkLst>
            <pc:docMk/>
            <pc:sldMk cId="109857222" sldId="256"/>
            <ac:spMk id="35" creationId="{0A8C3A60-D355-CC3C-C917-E43C9CAE58E3}"/>
          </ac:spMkLst>
        </pc:spChg>
        <pc:spChg chg="add mod">
          <ac:chgData name="Joshua Z. Deckman" userId="3c66a062-38cd-4e2f-b7de-74744a846df8" providerId="ADAL" clId="{D68B645B-0417-4586-83AA-227A4A209476}" dt="2025-12-08T11:13:06.674" v="442" actId="1076"/>
          <ac:spMkLst>
            <pc:docMk/>
            <pc:sldMk cId="109857222" sldId="256"/>
            <ac:spMk id="37" creationId="{D2FBF067-0ED6-D5B4-827C-917A0644D7F8}"/>
          </ac:spMkLst>
        </pc:spChg>
        <pc:graphicFrameChg chg="add mod">
          <ac:chgData name="Joshua Z. Deckman" userId="3c66a062-38cd-4e2f-b7de-74744a846df8" providerId="ADAL" clId="{D68B645B-0417-4586-83AA-227A4A209476}" dt="2025-12-08T11:10:00.605" v="363"/>
          <ac:graphicFrameMkLst>
            <pc:docMk/>
            <pc:sldMk cId="109857222" sldId="256"/>
            <ac:graphicFrameMk id="28" creationId="{D4786F89-1F7E-9ED4-0C47-D06679D32DAF}"/>
          </ac:graphicFrameMkLst>
        </pc:graphicFrameChg>
        <pc:graphicFrameChg chg="add mod">
          <ac:chgData name="Joshua Z. Deckman" userId="3c66a062-38cd-4e2f-b7de-74744a846df8" providerId="ADAL" clId="{D68B645B-0417-4586-83AA-227A4A209476}" dt="2025-12-08T11:10:14.863" v="369"/>
          <ac:graphicFrameMkLst>
            <pc:docMk/>
            <pc:sldMk cId="109857222" sldId="256"/>
            <ac:graphicFrameMk id="30" creationId="{20961033-BACF-DA2D-2C5C-0B4A87E4AE4E}"/>
          </ac:graphicFrameMkLst>
        </pc:graphicFrameChg>
        <pc:graphicFrameChg chg="add mod">
          <ac:chgData name="Joshua Z. Deckman" userId="3c66a062-38cd-4e2f-b7de-74744a846df8" providerId="ADAL" clId="{D68B645B-0417-4586-83AA-227A4A209476}" dt="2025-12-08T11:10:39.881" v="375"/>
          <ac:graphicFrameMkLst>
            <pc:docMk/>
            <pc:sldMk cId="109857222" sldId="256"/>
            <ac:graphicFrameMk id="32" creationId="{47904032-A0FA-D648-1111-1DE030A186D9}"/>
          </ac:graphicFrameMkLst>
        </pc:graphicFrameChg>
        <pc:picChg chg="add mod">
          <ac:chgData name="Joshua Z. Deckman" userId="3c66a062-38cd-4e2f-b7de-74744a846df8" providerId="ADAL" clId="{D68B645B-0417-4586-83AA-227A4A209476}" dt="2025-12-08T10:59:13.550" v="250" actId="14100"/>
          <ac:picMkLst>
            <pc:docMk/>
            <pc:sldMk cId="109857222" sldId="256"/>
            <ac:picMk id="5" creationId="{5FAD2AB5-22E9-F6AA-9799-152E52270EC8}"/>
          </ac:picMkLst>
        </pc:picChg>
        <pc:picChg chg="add mod">
          <ac:chgData name="Joshua Z. Deckman" userId="3c66a062-38cd-4e2f-b7de-74744a846df8" providerId="ADAL" clId="{D68B645B-0417-4586-83AA-227A4A209476}" dt="2025-12-08T10:59:38.230" v="262" actId="1076"/>
          <ac:picMkLst>
            <pc:docMk/>
            <pc:sldMk cId="109857222" sldId="256"/>
            <ac:picMk id="8" creationId="{F228DA88-1571-5146-25F1-D937AD8436AA}"/>
          </ac:picMkLst>
        </pc:picChg>
        <pc:picChg chg="add mod modCrop">
          <ac:chgData name="Joshua Z. Deckman" userId="3c66a062-38cd-4e2f-b7de-74744a846df8" providerId="ADAL" clId="{D68B645B-0417-4586-83AA-227A4A209476}" dt="2025-12-08T11:04:12.819" v="328" actId="732"/>
          <ac:picMkLst>
            <pc:docMk/>
            <pc:sldMk cId="109857222" sldId="256"/>
            <ac:picMk id="11" creationId="{7212648C-52FB-06F4-6CF2-45CB74EFD088}"/>
          </ac:picMkLst>
        </pc:picChg>
        <pc:picChg chg="add mod">
          <ac:chgData name="Joshua Z. Deckman" userId="3c66a062-38cd-4e2f-b7de-74744a846df8" providerId="ADAL" clId="{D68B645B-0417-4586-83AA-227A4A209476}" dt="2025-12-08T11:08:02.548" v="337" actId="1076"/>
          <ac:picMkLst>
            <pc:docMk/>
            <pc:sldMk cId="109857222" sldId="256"/>
            <ac:picMk id="19" creationId="{A900AF8F-9CCC-4F1C-203A-8943870AC0B2}"/>
          </ac:picMkLst>
        </pc:picChg>
        <pc:picChg chg="add mod">
          <ac:chgData name="Joshua Z. Deckman" userId="3c66a062-38cd-4e2f-b7de-74744a846df8" providerId="ADAL" clId="{D68B645B-0417-4586-83AA-227A4A209476}" dt="2025-12-08T11:10:11.263" v="368" actId="1076"/>
          <ac:picMkLst>
            <pc:docMk/>
            <pc:sldMk cId="109857222" sldId="256"/>
            <ac:picMk id="29" creationId="{ACB28DDB-5FC9-0B16-30B8-49FBA2B88D91}"/>
          </ac:picMkLst>
        </pc:picChg>
        <pc:picChg chg="add mod">
          <ac:chgData name="Joshua Z. Deckman" userId="3c66a062-38cd-4e2f-b7de-74744a846df8" providerId="ADAL" clId="{D68B645B-0417-4586-83AA-227A4A209476}" dt="2025-12-08T11:10:29.596" v="374" actId="14100"/>
          <ac:picMkLst>
            <pc:docMk/>
            <pc:sldMk cId="109857222" sldId="256"/>
            <ac:picMk id="31" creationId="{C4B68983-9BD1-28CF-D266-FA64DAFC2148}"/>
          </ac:picMkLst>
        </pc:picChg>
        <pc:picChg chg="add mod">
          <ac:chgData name="Joshua Z. Deckman" userId="3c66a062-38cd-4e2f-b7de-74744a846df8" providerId="ADAL" clId="{D68B645B-0417-4586-83AA-227A4A209476}" dt="2025-12-08T11:13:09.162" v="443" actId="14100"/>
          <ac:picMkLst>
            <pc:docMk/>
            <pc:sldMk cId="109857222" sldId="256"/>
            <ac:picMk id="33" creationId="{74D6ABC3-84A3-CD55-9356-6FE8008B1483}"/>
          </ac:picMkLst>
        </pc:picChg>
        <pc:picChg chg="add del mod">
          <ac:chgData name="Joshua Z. Deckman" userId="3c66a062-38cd-4e2f-b7de-74744a846df8" providerId="ADAL" clId="{D68B645B-0417-4586-83AA-227A4A209476}" dt="2025-12-08T11:07:49.603" v="329" actId="478"/>
          <ac:picMkLst>
            <pc:docMk/>
            <pc:sldMk cId="109857222" sldId="256"/>
            <ac:picMk id="1026" creationId="{5871CBBB-C9FC-4315-75CD-BB25A0AF7498}"/>
          </ac:picMkLst>
        </pc:picChg>
        <pc:cxnChg chg="add mod">
          <ac:chgData name="Joshua Z. Deckman" userId="3c66a062-38cd-4e2f-b7de-74744a846df8" providerId="ADAL" clId="{D68B645B-0417-4586-83AA-227A4A209476}" dt="2025-12-08T11:07:50.099" v="330"/>
          <ac:cxnSpMkLst>
            <pc:docMk/>
            <pc:sldMk cId="109857222" sldId="256"/>
            <ac:cxnSpMk id="16" creationId="{4805DAE6-14F0-CC5B-93BD-6BC7EDE37873}"/>
          </ac:cxnSpMkLst>
        </pc:cxnChg>
        <pc:cxnChg chg="add mod">
          <ac:chgData name="Joshua Z. Deckman" userId="3c66a062-38cd-4e2f-b7de-74744a846df8" providerId="ADAL" clId="{D68B645B-0417-4586-83AA-227A4A209476}" dt="2025-12-08T11:07:50.099" v="330"/>
          <ac:cxnSpMkLst>
            <pc:docMk/>
            <pc:sldMk cId="109857222" sldId="256"/>
            <ac:cxnSpMk id="17" creationId="{D2EDBC50-9D67-8AD0-451B-AA87529F7905}"/>
          </ac:cxnSpMkLst>
        </pc:cxnChg>
        <pc:cxnChg chg="add mod">
          <ac:chgData name="Joshua Z. Deckman" userId="3c66a062-38cd-4e2f-b7de-74744a846df8" providerId="ADAL" clId="{D68B645B-0417-4586-83AA-227A4A209476}" dt="2025-12-08T11:07:50.099" v="330"/>
          <ac:cxnSpMkLst>
            <pc:docMk/>
            <pc:sldMk cId="109857222" sldId="256"/>
            <ac:cxnSpMk id="18" creationId="{4323203A-328C-78B5-EE2D-DF607B8D42BA}"/>
          </ac:cxnSpMkLst>
        </pc:cxnChg>
        <pc:cxnChg chg="add mod">
          <ac:chgData name="Joshua Z. Deckman" userId="3c66a062-38cd-4e2f-b7de-74744a846df8" providerId="ADAL" clId="{D68B645B-0417-4586-83AA-227A4A209476}" dt="2025-12-08T11:09:20.515" v="338"/>
          <ac:cxnSpMkLst>
            <pc:docMk/>
            <pc:sldMk cId="109857222" sldId="256"/>
            <ac:cxnSpMk id="24" creationId="{1295102B-E664-598B-9244-5365556D16D9}"/>
          </ac:cxnSpMkLst>
        </pc:cxnChg>
        <pc:cxnChg chg="add mod">
          <ac:chgData name="Joshua Z. Deckman" userId="3c66a062-38cd-4e2f-b7de-74744a846df8" providerId="ADAL" clId="{D68B645B-0417-4586-83AA-227A4A209476}" dt="2025-12-08T11:09:20.515" v="338"/>
          <ac:cxnSpMkLst>
            <pc:docMk/>
            <pc:sldMk cId="109857222" sldId="256"/>
            <ac:cxnSpMk id="25" creationId="{E9E3BD21-1FB5-26B8-2EB6-AF45C1A2AA1F}"/>
          </ac:cxnSpMkLst>
        </pc:cxnChg>
        <pc:cxnChg chg="add mod">
          <ac:chgData name="Joshua Z. Deckman" userId="3c66a062-38cd-4e2f-b7de-74744a846df8" providerId="ADAL" clId="{D68B645B-0417-4586-83AA-227A4A209476}" dt="2025-12-08T11:09:20.515" v="338"/>
          <ac:cxnSpMkLst>
            <pc:docMk/>
            <pc:sldMk cId="109857222" sldId="256"/>
            <ac:cxnSpMk id="26" creationId="{3D540FEA-398D-110D-142B-B92BBA00B8F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880" y="203637"/>
            <a:ext cx="11064240" cy="649795"/>
          </a:xfrm>
        </p:spPr>
        <p:txBody>
          <a:bodyPr>
            <a:normAutofit/>
          </a:bodyPr>
          <a:lstStyle/>
          <a:p>
            <a:r>
              <a:rPr lang="en-US" sz="4000" dirty="0"/>
              <a:t>The Cost of the Quantum Transition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3542" y="853432"/>
            <a:ext cx="3204916" cy="546743"/>
          </a:xfrm>
        </p:spPr>
        <p:txBody>
          <a:bodyPr>
            <a:normAutofit/>
          </a:bodyPr>
          <a:lstStyle/>
          <a:p>
            <a:r>
              <a:rPr lang="en-US" sz="1600" dirty="0"/>
              <a:t>ECE 4301 Final Project</a:t>
            </a:r>
            <a:br>
              <a:rPr lang="en-US" sz="1600" dirty="0"/>
            </a:br>
            <a:r>
              <a:rPr lang="en-US" sz="1600" dirty="0"/>
              <a:t>Joshua Deckman, Jack Pearson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CA361-40B6-2457-1CAB-AAD402650067}"/>
              </a:ext>
            </a:extLst>
          </p:cNvPr>
          <p:cNvSpPr txBox="1"/>
          <p:nvPr/>
        </p:nvSpPr>
        <p:spPr>
          <a:xfrm>
            <a:off x="526596" y="1498146"/>
            <a:ext cx="31065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The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Kyber is a PQC approach to asymmetric 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Goal: benchmark Kyber and ECC Diffie-Hellman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Anticipation: Kyber is heavier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Simulate on Raspberry Pi 5</a:t>
            </a:r>
          </a:p>
        </p:txBody>
      </p:sp>
      <p:pic>
        <p:nvPicPr>
          <p:cNvPr id="5" name="Picture 4" descr="CRYSTALS-Kyber">
            <a:extLst>
              <a:ext uri="{FF2B5EF4-FFF2-40B4-BE49-F238E27FC236}">
                <a16:creationId xmlns:a16="http://schemas.microsoft.com/office/drawing/2014/main" id="{5FAD2AB5-22E9-F6AA-9799-152E52270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042" y="1530885"/>
            <a:ext cx="1395760" cy="51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DE36A-50B6-0283-3875-7908ABA5EADA}"/>
              </a:ext>
            </a:extLst>
          </p:cNvPr>
          <p:cNvSpPr txBox="1"/>
          <p:nvPr/>
        </p:nvSpPr>
        <p:spPr>
          <a:xfrm>
            <a:off x="3965653" y="2354672"/>
            <a:ext cx="1396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ECC Diffie-Hellman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F554A-D5B3-DD8A-3F69-A12192AC1FF2}"/>
              </a:ext>
            </a:extLst>
          </p:cNvPr>
          <p:cNvSpPr txBox="1"/>
          <p:nvPr/>
        </p:nvSpPr>
        <p:spPr>
          <a:xfrm>
            <a:off x="4333107" y="2049970"/>
            <a:ext cx="661630" cy="30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Vs.</a:t>
            </a:r>
            <a:endParaRPr lang="en-US" sz="1200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228DA88-1571-5146-25F1-D937AD843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663" y="2727423"/>
            <a:ext cx="424515" cy="54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EAFB6C-B610-3664-76DA-C25D44BECDDF}"/>
              </a:ext>
            </a:extLst>
          </p:cNvPr>
          <p:cNvSpPr txBox="1"/>
          <p:nvPr/>
        </p:nvSpPr>
        <p:spPr>
          <a:xfrm>
            <a:off x="2662917" y="3429000"/>
            <a:ext cx="3106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One Executable, Two Modes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Client/Server Topology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client times key exchanges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0F527-164F-0BAE-0B87-D9345BB01E4B}"/>
              </a:ext>
            </a:extLst>
          </p:cNvPr>
          <p:cNvSpPr txBox="1"/>
          <p:nvPr/>
        </p:nvSpPr>
        <p:spPr>
          <a:xfrm>
            <a:off x="476934" y="5200651"/>
            <a:ext cx="2531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Network Namespace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Wraps client executable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Network parameters (such as bitrate) can be regulated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 testing, parameters were swept</a:t>
            </a:r>
          </a:p>
        </p:txBody>
      </p:sp>
      <p:pic>
        <p:nvPicPr>
          <p:cNvPr id="11" name="Picture 10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7212648C-52FB-06F4-6CF2-45CB74EFD0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04"/>
          <a:stretch>
            <a:fillRect/>
          </a:stretch>
        </p:blipFill>
        <p:spPr>
          <a:xfrm>
            <a:off x="2889374" y="5196570"/>
            <a:ext cx="2531403" cy="12044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00AF8F-9CCC-4F1C-203A-8943870AC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19" y="3382833"/>
            <a:ext cx="1665177" cy="13849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3724F95-3408-484E-50F2-60630E1A8628}"/>
              </a:ext>
            </a:extLst>
          </p:cNvPr>
          <p:cNvSpPr txBox="1"/>
          <p:nvPr/>
        </p:nvSpPr>
        <p:spPr>
          <a:xfrm>
            <a:off x="5813293" y="1530885"/>
            <a:ext cx="3106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Key Exchange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Inversely proportional to network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Directly proportional to delay (latency)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CB28DDB-5FC9-0B16-30B8-49FBA2B88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8286" y="2240983"/>
            <a:ext cx="2469100" cy="188952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4B68983-9BD1-28CF-D266-FA64DAFC21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1051" y="2240983"/>
            <a:ext cx="2469100" cy="18895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4D6ABC3-84A3-CD55-9356-6FE8008B14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1279" y="4227633"/>
            <a:ext cx="2096860" cy="1619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A8C3A60-D355-CC3C-C917-E43C9CAE58E3}"/>
              </a:ext>
            </a:extLst>
          </p:cNvPr>
          <p:cNvSpPr txBox="1"/>
          <p:nvPr/>
        </p:nvSpPr>
        <p:spPr>
          <a:xfrm>
            <a:off x="5769428" y="4227633"/>
            <a:ext cx="33718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Difference and Ratio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Radio mostly independent from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Approximately 3.8x more processing for Kyber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At 550 kbps, the difference is about 22 </a:t>
            </a:r>
            <a:r>
              <a:rPr lang="en-US" sz="1200" dirty="0" err="1"/>
              <a:t>ms.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FBF067-0ED6-D5B4-827C-917A0644D7F8}"/>
              </a:ext>
            </a:extLst>
          </p:cNvPr>
          <p:cNvSpPr txBox="1"/>
          <p:nvPr/>
        </p:nvSpPr>
        <p:spPr>
          <a:xfrm>
            <a:off x="5760905" y="5477650"/>
            <a:ext cx="3211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 defense against quantum attacks, 22 </a:t>
            </a:r>
            <a:r>
              <a:rPr lang="en-US" b="1" dirty="0" err="1"/>
              <a:t>ms</a:t>
            </a:r>
            <a:r>
              <a:rPr lang="en-US" b="1" dirty="0"/>
              <a:t> is probably worth it.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136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Cascadia Mono SemiBold</vt:lpstr>
      <vt:lpstr>office theme</vt:lpstr>
      <vt:lpstr>The Cost of the Quantum Transition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Joshua Z. Deckman</cp:lastModifiedBy>
  <cp:revision>1</cp:revision>
  <dcterms:created xsi:type="dcterms:W3CDTF">2025-12-08T10:55:37Z</dcterms:created>
  <dcterms:modified xsi:type="dcterms:W3CDTF">2025-12-08T11:13:10Z</dcterms:modified>
</cp:coreProperties>
</file>