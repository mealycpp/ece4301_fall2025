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256" r:id="rId2"/>
    <p:sldId id="262" r:id="rId3"/>
    <p:sldId id="260" r:id="rId4"/>
    <p:sldId id="259" r:id="rId5"/>
    <p:sldId id="261" r:id="rId6"/>
    <p:sldId id="257" r:id="rId7"/>
    <p:sldId id="258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9022C8-DE55-F07B-027A-82E3121BA720}" v="1438" dt="2025-12-08T17:41:23.804"/>
    <p1510:client id="{287E5D8A-8AC6-A2FE-5912-1A5205254A82}" v="525" dt="2025-12-08T18:25:46.615"/>
    <p1510:client id="{B61FC42B-BB3E-4898-9518-3BEB329609D7}" v="34" dt="2025-12-08T09:54:02.43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6" autoAdjust="0"/>
    <p:restoredTop sz="94660"/>
  </p:normalViewPr>
  <p:slideViewPr>
    <p:cSldViewPr snapToGrid="0">
      <p:cViewPr varScale="1">
        <p:scale>
          <a:sx n="152" d="100"/>
          <a:sy n="152" d="100"/>
        </p:scale>
        <p:origin x="34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k Pearson" userId="S::jackpearson@cpp.edu::6ea84130-ad5c-4dce-808e-ddf7a31ad9d2" providerId="AD" clId="Web-{287E5D8A-8AC6-A2FE-5912-1A5205254A82}"/>
    <pc:docChg chg="modSld">
      <pc:chgData name="Jack Pearson" userId="S::jackpearson@cpp.edu::6ea84130-ad5c-4dce-808e-ddf7a31ad9d2" providerId="AD" clId="Web-{287E5D8A-8AC6-A2FE-5912-1A5205254A82}" dt="2025-12-08T18:18:12.760" v="508"/>
      <pc:docMkLst>
        <pc:docMk/>
      </pc:docMkLst>
      <pc:sldChg chg="modSp">
        <pc:chgData name="Jack Pearson" userId="S::jackpearson@cpp.edu::6ea84130-ad5c-4dce-808e-ddf7a31ad9d2" providerId="AD" clId="Web-{287E5D8A-8AC6-A2FE-5912-1A5205254A82}" dt="2025-12-08T18:18:12.760" v="508"/>
        <pc:sldMkLst>
          <pc:docMk/>
          <pc:sldMk cId="20591388" sldId="263"/>
        </pc:sldMkLst>
        <pc:spChg chg="mod">
          <ac:chgData name="Jack Pearson" userId="S::jackpearson@cpp.edu::6ea84130-ad5c-4dce-808e-ddf7a31ad9d2" providerId="AD" clId="Web-{287E5D8A-8AC6-A2FE-5912-1A5205254A82}" dt="2025-12-08T18:16:13.993" v="489" actId="20577"/>
          <ac:spMkLst>
            <pc:docMk/>
            <pc:sldMk cId="20591388" sldId="263"/>
            <ac:spMk id="3" creationId="{3E9561EA-CEEF-BB15-6394-399AD1CC0BB4}"/>
          </ac:spMkLst>
        </pc:spChg>
        <pc:graphicFrameChg chg="mod modGraphic">
          <ac:chgData name="Jack Pearson" userId="S::jackpearson@cpp.edu::6ea84130-ad5c-4dce-808e-ddf7a31ad9d2" providerId="AD" clId="Web-{287E5D8A-8AC6-A2FE-5912-1A5205254A82}" dt="2025-12-08T18:18:12.760" v="508"/>
          <ac:graphicFrameMkLst>
            <pc:docMk/>
            <pc:sldMk cId="20591388" sldId="263"/>
            <ac:graphicFrameMk id="5" creationId="{E01E1C88-5C3D-8D6B-AA35-654B886B045F}"/>
          </ac:graphicFrameMkLst>
        </pc:graphicFrameChg>
      </pc:sldChg>
    </pc:docChg>
  </pc:docChgLst>
  <pc:docChgLst>
    <pc:chgData name="Joshua Z. Deckman" userId="3c66a062-38cd-4e2f-b7de-74744a846df8" providerId="ADAL" clId="{D68B645B-0417-4586-83AA-227A4A209476}"/>
    <pc:docChg chg="undo custSel addSld delSld modSld">
      <pc:chgData name="Joshua Z. Deckman" userId="3c66a062-38cd-4e2f-b7de-74744a846df8" providerId="ADAL" clId="{D68B645B-0417-4586-83AA-227A4A209476}" dt="2025-12-08T09:54:02.438" v="1587" actId="1076"/>
      <pc:docMkLst>
        <pc:docMk/>
      </pc:docMkLst>
      <pc:sldChg chg="modSp mod">
        <pc:chgData name="Joshua Z. Deckman" userId="3c66a062-38cd-4e2f-b7de-74744a846df8" providerId="ADAL" clId="{D68B645B-0417-4586-83AA-227A4A209476}" dt="2025-12-08T09:36:36.574" v="949" actId="20577"/>
        <pc:sldMkLst>
          <pc:docMk/>
          <pc:sldMk cId="109857222" sldId="256"/>
        </pc:sldMkLst>
        <pc:spChg chg="mod">
          <ac:chgData name="Joshua Z. Deckman" userId="3c66a062-38cd-4e2f-b7de-74744a846df8" providerId="ADAL" clId="{D68B645B-0417-4586-83AA-227A4A209476}" dt="2025-12-08T09:36:14.903" v="86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Joshua Z. Deckman" userId="3c66a062-38cd-4e2f-b7de-74744a846df8" providerId="ADAL" clId="{D68B645B-0417-4586-83AA-227A4A209476}" dt="2025-12-08T09:36:36.574" v="949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">
        <pc:chgData name="Joshua Z. Deckman" userId="3c66a062-38cd-4e2f-b7de-74744a846df8" providerId="ADAL" clId="{D68B645B-0417-4586-83AA-227A4A209476}" dt="2025-12-08T09:28:24.499" v="603" actId="27918"/>
        <pc:sldMkLst>
          <pc:docMk/>
          <pc:sldMk cId="2643001977" sldId="257"/>
        </pc:sldMkLst>
        <pc:spChg chg="mod">
          <ac:chgData name="Joshua Z. Deckman" userId="3c66a062-38cd-4e2f-b7de-74744a846df8" providerId="ADAL" clId="{D68B645B-0417-4586-83AA-227A4A209476}" dt="2025-12-08T09:08:28.566" v="169" actId="20577"/>
          <ac:spMkLst>
            <pc:docMk/>
            <pc:sldMk cId="2643001977" sldId="257"/>
            <ac:spMk id="2" creationId="{2D9E2AF0-F1F5-20A7-46AD-414B925BAED4}"/>
          </ac:spMkLst>
        </pc:spChg>
        <pc:spChg chg="del">
          <ac:chgData name="Joshua Z. Deckman" userId="3c66a062-38cd-4e2f-b7de-74744a846df8" providerId="ADAL" clId="{D68B645B-0417-4586-83AA-227A4A209476}" dt="2025-12-08T09:06:45.430" v="50"/>
          <ac:spMkLst>
            <pc:docMk/>
            <pc:sldMk cId="2643001977" sldId="257"/>
            <ac:spMk id="3" creationId="{7F7179ED-5843-5B0F-007D-8F81DD595DE9}"/>
          </ac:spMkLst>
        </pc:spChg>
        <pc:spChg chg="add mod">
          <ac:chgData name="Joshua Z. Deckman" userId="3c66a062-38cd-4e2f-b7de-74744a846df8" providerId="ADAL" clId="{D68B645B-0417-4586-83AA-227A4A209476}" dt="2025-12-08T09:14:27.718" v="305" actId="1076"/>
          <ac:spMkLst>
            <pc:docMk/>
            <pc:sldMk cId="2643001977" sldId="257"/>
            <ac:spMk id="5" creationId="{D887010E-8BCB-2786-8072-C842C81BDD9D}"/>
          </ac:spMkLst>
        </pc:spChg>
        <pc:spChg chg="add del mod">
          <ac:chgData name="Joshua Z. Deckman" userId="3c66a062-38cd-4e2f-b7de-74744a846df8" providerId="ADAL" clId="{D68B645B-0417-4586-83AA-227A4A209476}" dt="2025-12-08T09:08:49.818" v="174" actId="478"/>
          <ac:spMkLst>
            <pc:docMk/>
            <pc:sldMk cId="2643001977" sldId="257"/>
            <ac:spMk id="7" creationId="{1E881086-1BFA-D577-3F3A-AC5B6FF5BECA}"/>
          </ac:spMkLst>
        </pc:spChg>
        <pc:graphicFrameChg chg="add del mod">
          <ac:chgData name="Joshua Z. Deckman" userId="3c66a062-38cd-4e2f-b7de-74744a846df8" providerId="ADAL" clId="{D68B645B-0417-4586-83AA-227A4A209476}" dt="2025-12-08T09:08:43.977" v="170" actId="478"/>
          <ac:graphicFrameMkLst>
            <pc:docMk/>
            <pc:sldMk cId="2643001977" sldId="257"/>
            <ac:graphicFrameMk id="4" creationId="{00A4EFDF-C6F4-A947-20EA-36A6F0B2045F}"/>
          </ac:graphicFrameMkLst>
        </pc:graphicFrameChg>
        <pc:graphicFrameChg chg="add mod">
          <ac:chgData name="Joshua Z. Deckman" userId="3c66a062-38cd-4e2f-b7de-74744a846df8" providerId="ADAL" clId="{D68B645B-0417-4586-83AA-227A4A209476}" dt="2025-12-08T09:14:33.739" v="306" actId="1076"/>
          <ac:graphicFrameMkLst>
            <pc:docMk/>
            <pc:sldMk cId="2643001977" sldId="257"/>
            <ac:graphicFrameMk id="8" creationId="{16A66350-1205-6BD9-4C76-949E27405CEF}"/>
          </ac:graphicFrameMkLst>
        </pc:graphicFrameChg>
        <pc:graphicFrameChg chg="add mod">
          <ac:chgData name="Joshua Z. Deckman" userId="3c66a062-38cd-4e2f-b7de-74744a846df8" providerId="ADAL" clId="{D68B645B-0417-4586-83AA-227A4A209476}" dt="2025-12-08T09:14:55.623" v="313" actId="14100"/>
          <ac:graphicFrameMkLst>
            <pc:docMk/>
            <pc:sldMk cId="2643001977" sldId="257"/>
            <ac:graphicFrameMk id="9" creationId="{854C0E87-A2CB-276D-6CD5-97ACAE759BD8}"/>
          </ac:graphicFrameMkLst>
        </pc:graphicFrameChg>
      </pc:sldChg>
      <pc:sldChg chg="addSp delSp modSp add mod">
        <pc:chgData name="Joshua Z. Deckman" userId="3c66a062-38cd-4e2f-b7de-74744a846df8" providerId="ADAL" clId="{D68B645B-0417-4586-83AA-227A4A209476}" dt="2025-12-08T09:46:30.437" v="1430" actId="20577"/>
        <pc:sldMkLst>
          <pc:docMk/>
          <pc:sldMk cId="1206507168" sldId="258"/>
        </pc:sldMkLst>
        <pc:spChg chg="mod">
          <ac:chgData name="Joshua Z. Deckman" userId="3c66a062-38cd-4e2f-b7de-74744a846df8" providerId="ADAL" clId="{D68B645B-0417-4586-83AA-227A4A209476}" dt="2025-12-08T09:46:30.437" v="1430" actId="20577"/>
          <ac:spMkLst>
            <pc:docMk/>
            <pc:sldMk cId="1206507168" sldId="258"/>
            <ac:spMk id="5" creationId="{B35D2C89-E318-81B8-EF3A-0473A35D0744}"/>
          </ac:spMkLst>
        </pc:spChg>
        <pc:spChg chg="add del mod">
          <ac:chgData name="Joshua Z. Deckman" userId="3c66a062-38cd-4e2f-b7de-74744a846df8" providerId="ADAL" clId="{D68B645B-0417-4586-83AA-227A4A209476}" dt="2025-12-08T09:14:39.521" v="308" actId="478"/>
          <ac:spMkLst>
            <pc:docMk/>
            <pc:sldMk cId="1206507168" sldId="258"/>
            <ac:spMk id="7" creationId="{D92418C1-FE62-A0DD-4618-A0849C3BE073}"/>
          </ac:spMkLst>
        </pc:spChg>
        <pc:graphicFrameChg chg="add mod">
          <ac:chgData name="Joshua Z. Deckman" userId="3c66a062-38cd-4e2f-b7de-74744a846df8" providerId="ADAL" clId="{D68B645B-0417-4586-83AA-227A4A209476}" dt="2025-12-08T09:15:11.940" v="314" actId="1076"/>
          <ac:graphicFrameMkLst>
            <pc:docMk/>
            <pc:sldMk cId="1206507168" sldId="258"/>
            <ac:graphicFrameMk id="3" creationId="{0FF7CE08-6E73-4F38-EFE9-16C41FDA540B}"/>
          </ac:graphicFrameMkLst>
        </pc:graphicFrameChg>
        <pc:graphicFrameChg chg="del mod">
          <ac:chgData name="Joshua Z. Deckman" userId="3c66a062-38cd-4e2f-b7de-74744a846df8" providerId="ADAL" clId="{D68B645B-0417-4586-83AA-227A4A209476}" dt="2025-12-08T09:14:36.060" v="307" actId="21"/>
          <ac:graphicFrameMkLst>
            <pc:docMk/>
            <pc:sldMk cId="1206507168" sldId="258"/>
            <ac:graphicFrameMk id="4" creationId="{854C0E87-A2CB-276D-6CD5-97ACAE759BD8}"/>
          </ac:graphicFrameMkLst>
        </pc:graphicFrameChg>
      </pc:sldChg>
      <pc:sldChg chg="addSp modSp new mod">
        <pc:chgData name="Joshua Z. Deckman" userId="3c66a062-38cd-4e2f-b7de-74744a846df8" providerId="ADAL" clId="{D68B645B-0417-4586-83AA-227A4A209476}" dt="2025-12-08T09:49:51.419" v="1500" actId="1076"/>
        <pc:sldMkLst>
          <pc:docMk/>
          <pc:sldMk cId="2906776283" sldId="259"/>
        </pc:sldMkLst>
        <pc:spChg chg="mod">
          <ac:chgData name="Joshua Z. Deckman" userId="3c66a062-38cd-4e2f-b7de-74744a846df8" providerId="ADAL" clId="{D68B645B-0417-4586-83AA-227A4A209476}" dt="2025-12-08T09:22:12.327" v="352" actId="6549"/>
          <ac:spMkLst>
            <pc:docMk/>
            <pc:sldMk cId="2906776283" sldId="259"/>
            <ac:spMk id="2" creationId="{F695259B-BED2-BE74-B701-240C75C3B8A1}"/>
          </ac:spMkLst>
        </pc:spChg>
        <pc:spChg chg="mod">
          <ac:chgData name="Joshua Z. Deckman" userId="3c66a062-38cd-4e2f-b7de-74744a846df8" providerId="ADAL" clId="{D68B645B-0417-4586-83AA-227A4A209476}" dt="2025-12-08T09:24:07.197" v="481" actId="20577"/>
          <ac:spMkLst>
            <pc:docMk/>
            <pc:sldMk cId="2906776283" sldId="259"/>
            <ac:spMk id="3" creationId="{98791924-B4E0-771E-DCCA-7EC85F67511A}"/>
          </ac:spMkLst>
        </pc:spChg>
        <pc:picChg chg="add mod">
          <ac:chgData name="Joshua Z. Deckman" userId="3c66a062-38cd-4e2f-b7de-74744a846df8" providerId="ADAL" clId="{D68B645B-0417-4586-83AA-227A4A209476}" dt="2025-12-08T09:49:51.419" v="1500" actId="1076"/>
          <ac:picMkLst>
            <pc:docMk/>
            <pc:sldMk cId="2906776283" sldId="259"/>
            <ac:picMk id="5" creationId="{36C74C2E-8F4C-5AC3-86CE-A481B3D9A3CB}"/>
          </ac:picMkLst>
        </pc:picChg>
      </pc:sldChg>
      <pc:sldChg chg="addSp modSp new mod modNotesTx">
        <pc:chgData name="Joshua Z. Deckman" userId="3c66a062-38cd-4e2f-b7de-74744a846df8" providerId="ADAL" clId="{D68B645B-0417-4586-83AA-227A4A209476}" dt="2025-12-08T09:49:00.473" v="1494" actId="20577"/>
        <pc:sldMkLst>
          <pc:docMk/>
          <pc:sldMk cId="3932029323" sldId="260"/>
        </pc:sldMkLst>
        <pc:spChg chg="mod">
          <ac:chgData name="Joshua Z. Deckman" userId="3c66a062-38cd-4e2f-b7de-74744a846df8" providerId="ADAL" clId="{D68B645B-0417-4586-83AA-227A4A209476}" dt="2025-12-08T09:48:19.256" v="1432" actId="20577"/>
          <ac:spMkLst>
            <pc:docMk/>
            <pc:sldMk cId="3932029323" sldId="260"/>
            <ac:spMk id="2" creationId="{35AFE70E-EAE1-A998-4C7E-1E53ADBE73BD}"/>
          </ac:spMkLst>
        </pc:spChg>
        <pc:spChg chg="mod">
          <ac:chgData name="Joshua Z. Deckman" userId="3c66a062-38cd-4e2f-b7de-74744a846df8" providerId="ADAL" clId="{D68B645B-0417-4586-83AA-227A4A209476}" dt="2025-12-08T09:48:32.530" v="1438" actId="20577"/>
          <ac:spMkLst>
            <pc:docMk/>
            <pc:sldMk cId="3932029323" sldId="260"/>
            <ac:spMk id="3" creationId="{A9647ABF-56EE-B071-D6C6-9D284625E105}"/>
          </ac:spMkLst>
        </pc:spChg>
        <pc:picChg chg="add mod modCrop">
          <ac:chgData name="Joshua Z. Deckman" userId="3c66a062-38cd-4e2f-b7de-74744a846df8" providerId="ADAL" clId="{D68B645B-0417-4586-83AA-227A4A209476}" dt="2025-12-08T09:26:41.713" v="528" actId="14100"/>
          <ac:picMkLst>
            <pc:docMk/>
            <pc:sldMk cId="3932029323" sldId="260"/>
            <ac:picMk id="5" creationId="{1D8671A8-19E2-77F9-BBB1-E795BA3ADA26}"/>
          </ac:picMkLst>
        </pc:picChg>
      </pc:sldChg>
      <pc:sldChg chg="addSp modSp new mod">
        <pc:chgData name="Joshua Z. Deckman" userId="3c66a062-38cd-4e2f-b7de-74744a846df8" providerId="ADAL" clId="{D68B645B-0417-4586-83AA-227A4A209476}" dt="2025-12-08T09:35:37.638" v="830" actId="14100"/>
        <pc:sldMkLst>
          <pc:docMk/>
          <pc:sldMk cId="3696817872" sldId="261"/>
        </pc:sldMkLst>
        <pc:spChg chg="mod">
          <ac:chgData name="Joshua Z. Deckman" userId="3c66a062-38cd-4e2f-b7de-74744a846df8" providerId="ADAL" clId="{D68B645B-0417-4586-83AA-227A4A209476}" dt="2025-12-08T09:28:28.768" v="620" actId="20577"/>
          <ac:spMkLst>
            <pc:docMk/>
            <pc:sldMk cId="3696817872" sldId="261"/>
            <ac:spMk id="2" creationId="{B76DD3A5-6C93-2ECE-A6DE-5F3A8C284EEE}"/>
          </ac:spMkLst>
        </pc:spChg>
        <pc:spChg chg="mod">
          <ac:chgData name="Joshua Z. Deckman" userId="3c66a062-38cd-4e2f-b7de-74744a846df8" providerId="ADAL" clId="{D68B645B-0417-4586-83AA-227A4A209476}" dt="2025-12-08T09:33:14.226" v="810" actId="404"/>
          <ac:spMkLst>
            <pc:docMk/>
            <pc:sldMk cId="3696817872" sldId="261"/>
            <ac:spMk id="3" creationId="{9153DF64-1BA5-59E8-5E81-AFDC7DEBE665}"/>
          </ac:spMkLst>
        </pc:spChg>
        <pc:spChg chg="add mod">
          <ac:chgData name="Joshua Z. Deckman" userId="3c66a062-38cd-4e2f-b7de-74744a846df8" providerId="ADAL" clId="{D68B645B-0417-4586-83AA-227A4A209476}" dt="2025-12-08T09:34:16.681" v="822" actId="14100"/>
          <ac:spMkLst>
            <pc:docMk/>
            <pc:sldMk cId="3696817872" sldId="261"/>
            <ac:spMk id="10" creationId="{3A518EA9-6187-D3B2-EF39-98AF7937ACE9}"/>
          </ac:spMkLst>
        </pc:spChg>
        <pc:graphicFrameChg chg="add mod">
          <ac:chgData name="Joshua Z. Deckman" userId="3c66a062-38cd-4e2f-b7de-74744a846df8" providerId="ADAL" clId="{D68B645B-0417-4586-83AA-227A4A209476}" dt="2025-12-08T09:32:22.624" v="800" actId="1076"/>
          <ac:graphicFrameMkLst>
            <pc:docMk/>
            <pc:sldMk cId="3696817872" sldId="261"/>
            <ac:graphicFrameMk id="6" creationId="{B2A0BD64-8D8B-B100-815B-0996DED81E55}"/>
          </ac:graphicFrameMkLst>
        </pc:graphicFrameChg>
        <pc:graphicFrameChg chg="add mod">
          <ac:chgData name="Joshua Z. Deckman" userId="3c66a062-38cd-4e2f-b7de-74744a846df8" providerId="ADAL" clId="{D68B645B-0417-4586-83AA-227A4A209476}" dt="2025-12-08T09:32:24.423" v="801"/>
          <ac:graphicFrameMkLst>
            <pc:docMk/>
            <pc:sldMk cId="3696817872" sldId="261"/>
            <ac:graphicFrameMk id="7" creationId="{0BF86471-656B-9619-97C3-9BFB1C18F062}"/>
          </ac:graphicFrameMkLst>
        </pc:graphicFrameChg>
        <pc:graphicFrameChg chg="add mod">
          <ac:chgData name="Joshua Z. Deckman" userId="3c66a062-38cd-4e2f-b7de-74744a846df8" providerId="ADAL" clId="{D68B645B-0417-4586-83AA-227A4A209476}" dt="2025-12-08T09:35:33.716" v="829" actId="1076"/>
          <ac:graphicFrameMkLst>
            <pc:docMk/>
            <pc:sldMk cId="3696817872" sldId="261"/>
            <ac:graphicFrameMk id="8" creationId="{863C97BE-031C-17F2-C4B8-081F62D1B0E6}"/>
          </ac:graphicFrameMkLst>
        </pc:graphicFrameChg>
        <pc:picChg chg="add mod modCrop">
          <ac:chgData name="Joshua Z. Deckman" userId="3c66a062-38cd-4e2f-b7de-74744a846df8" providerId="ADAL" clId="{D68B645B-0417-4586-83AA-227A4A209476}" dt="2025-12-08T09:33:35.285" v="815" actId="1076"/>
          <ac:picMkLst>
            <pc:docMk/>
            <pc:sldMk cId="3696817872" sldId="261"/>
            <ac:picMk id="5" creationId="{CEBCFC9C-C7CD-8ABD-0A39-548ECA9E3186}"/>
          </ac:picMkLst>
        </pc:picChg>
        <pc:cxnChg chg="add mod">
          <ac:chgData name="Joshua Z. Deckman" userId="3c66a062-38cd-4e2f-b7de-74744a846df8" providerId="ADAL" clId="{D68B645B-0417-4586-83AA-227A4A209476}" dt="2025-12-08T09:33:55.252" v="819" actId="14100"/>
          <ac:cxnSpMkLst>
            <pc:docMk/>
            <pc:sldMk cId="3696817872" sldId="261"/>
            <ac:cxnSpMk id="12" creationId="{BFC52A03-50B2-2DA2-A7C4-7509A7AF1F2B}"/>
          </ac:cxnSpMkLst>
        </pc:cxnChg>
        <pc:cxnChg chg="add mod">
          <ac:chgData name="Joshua Z. Deckman" userId="3c66a062-38cd-4e2f-b7de-74744a846df8" providerId="ADAL" clId="{D68B645B-0417-4586-83AA-227A4A209476}" dt="2025-12-08T09:35:37.638" v="830" actId="14100"/>
          <ac:cxnSpMkLst>
            <pc:docMk/>
            <pc:sldMk cId="3696817872" sldId="261"/>
            <ac:cxnSpMk id="15" creationId="{05832F73-A8F9-296E-796D-4AE2CB77DB8D}"/>
          </ac:cxnSpMkLst>
        </pc:cxnChg>
      </pc:sldChg>
      <pc:sldChg chg="addSp delSp modSp new mod">
        <pc:chgData name="Joshua Z. Deckman" userId="3c66a062-38cd-4e2f-b7de-74744a846df8" providerId="ADAL" clId="{D68B645B-0417-4586-83AA-227A4A209476}" dt="2025-12-08T09:54:02.438" v="1587" actId="1076"/>
        <pc:sldMkLst>
          <pc:docMk/>
          <pc:sldMk cId="776718564" sldId="262"/>
        </pc:sldMkLst>
        <pc:spChg chg="mod">
          <ac:chgData name="Joshua Z. Deckman" userId="3c66a062-38cd-4e2f-b7de-74744a846df8" providerId="ADAL" clId="{D68B645B-0417-4586-83AA-227A4A209476}" dt="2025-12-08T09:36:47.506" v="958" actId="20577"/>
          <ac:spMkLst>
            <pc:docMk/>
            <pc:sldMk cId="776718564" sldId="262"/>
            <ac:spMk id="2" creationId="{98CF46A0-D4EC-7D65-D011-87C9AFD28E7A}"/>
          </ac:spMkLst>
        </pc:spChg>
        <pc:spChg chg="del">
          <ac:chgData name="Joshua Z. Deckman" userId="3c66a062-38cd-4e2f-b7de-74744a846df8" providerId="ADAL" clId="{D68B645B-0417-4586-83AA-227A4A209476}" dt="2025-12-08T09:37:32.525" v="959" actId="478"/>
          <ac:spMkLst>
            <pc:docMk/>
            <pc:sldMk cId="776718564" sldId="262"/>
            <ac:spMk id="3" creationId="{0DABAA92-AF6D-8523-B087-082422CA8685}"/>
          </ac:spMkLst>
        </pc:spChg>
        <pc:spChg chg="add mod">
          <ac:chgData name="Joshua Z. Deckman" userId="3c66a062-38cd-4e2f-b7de-74744a846df8" providerId="ADAL" clId="{D68B645B-0417-4586-83AA-227A4A209476}" dt="2025-12-08T09:37:37.135" v="962" actId="14100"/>
          <ac:spMkLst>
            <pc:docMk/>
            <pc:sldMk cId="776718564" sldId="262"/>
            <ac:spMk id="4" creationId="{CFE5D3D0-2108-9E6E-8870-FC2B832B4EEE}"/>
          </ac:spMkLst>
        </pc:spChg>
        <pc:spChg chg="add mod">
          <ac:chgData name="Joshua Z. Deckman" userId="3c66a062-38cd-4e2f-b7de-74744a846df8" providerId="ADAL" clId="{D68B645B-0417-4586-83AA-227A4A209476}" dt="2025-12-08T09:53:44.133" v="1581"/>
          <ac:spMkLst>
            <pc:docMk/>
            <pc:sldMk cId="776718564" sldId="262"/>
            <ac:spMk id="5" creationId="{A3CC1A8C-11A3-9253-E1B6-2CAF36AA85D3}"/>
          </ac:spMkLst>
        </pc:spChg>
        <pc:spChg chg="add mod">
          <ac:chgData name="Joshua Z. Deckman" userId="3c66a062-38cd-4e2f-b7de-74744a846df8" providerId="ADAL" clId="{D68B645B-0417-4586-83AA-227A4A209476}" dt="2025-12-08T09:53:51.355" v="1586" actId="20577"/>
          <ac:spMkLst>
            <pc:docMk/>
            <pc:sldMk cId="776718564" sldId="262"/>
            <ac:spMk id="6" creationId="{010BC3D6-47D3-B25B-EDB5-98E31922CBB2}"/>
          </ac:spMkLst>
        </pc:spChg>
        <pc:spChg chg="add mod">
          <ac:chgData name="Joshua Z. Deckman" userId="3c66a062-38cd-4e2f-b7de-74744a846df8" providerId="ADAL" clId="{D68B645B-0417-4586-83AA-227A4A209476}" dt="2025-12-08T09:53:44.133" v="1581"/>
          <ac:spMkLst>
            <pc:docMk/>
            <pc:sldMk cId="776718564" sldId="262"/>
            <ac:spMk id="8" creationId="{3D18701B-1C29-D973-1C3B-F1CD42750D70}"/>
          </ac:spMkLst>
        </pc:spChg>
        <pc:picChg chg="add mod">
          <ac:chgData name="Joshua Z. Deckman" userId="3c66a062-38cd-4e2f-b7de-74744a846df8" providerId="ADAL" clId="{D68B645B-0417-4586-83AA-227A4A209476}" dt="2025-12-08T09:53:44.133" v="1581"/>
          <ac:picMkLst>
            <pc:docMk/>
            <pc:sldMk cId="776718564" sldId="262"/>
            <ac:picMk id="2052" creationId="{BDC33611-B130-B399-6477-38922645BBA2}"/>
          </ac:picMkLst>
        </pc:picChg>
        <pc:picChg chg="add mod">
          <ac:chgData name="Joshua Z. Deckman" userId="3c66a062-38cd-4e2f-b7de-74744a846df8" providerId="ADAL" clId="{D68B645B-0417-4586-83AA-227A4A209476}" dt="2025-12-08T09:54:02.438" v="1587" actId="1076"/>
          <ac:picMkLst>
            <pc:docMk/>
            <pc:sldMk cId="776718564" sldId="262"/>
            <ac:picMk id="2054" creationId="{F0AB9CD3-348A-53DD-E4EE-706F1986D156}"/>
          </ac:picMkLst>
        </pc:picChg>
      </pc:sldChg>
      <pc:sldChg chg="addSp modSp new mod modAnim modNotesTx">
        <pc:chgData name="Joshua Z. Deckman" userId="3c66a062-38cd-4e2f-b7de-74744a846df8" providerId="ADAL" clId="{D68B645B-0417-4586-83AA-227A4A209476}" dt="2025-12-08T09:51:07.060" v="1552"/>
        <pc:sldMkLst>
          <pc:docMk/>
          <pc:sldMk cId="20591388" sldId="263"/>
        </pc:sldMkLst>
        <pc:spChg chg="mod">
          <ac:chgData name="Joshua Z. Deckman" userId="3c66a062-38cd-4e2f-b7de-74744a846df8" providerId="ADAL" clId="{D68B645B-0417-4586-83AA-227A4A209476}" dt="2025-12-08T09:41:44.712" v="1187" actId="20577"/>
          <ac:spMkLst>
            <pc:docMk/>
            <pc:sldMk cId="20591388" sldId="263"/>
            <ac:spMk id="2" creationId="{5A3C3A52-07C6-E0F9-5A97-BD395575E053}"/>
          </ac:spMkLst>
        </pc:spChg>
        <pc:spChg chg="mod">
          <ac:chgData name="Joshua Z. Deckman" userId="3c66a062-38cd-4e2f-b7de-74744a846df8" providerId="ADAL" clId="{D68B645B-0417-4586-83AA-227A4A209476}" dt="2025-12-08T09:45:49.629" v="1383" actId="115"/>
          <ac:spMkLst>
            <pc:docMk/>
            <pc:sldMk cId="20591388" sldId="263"/>
            <ac:spMk id="3" creationId="{3E9561EA-CEEF-BB15-6394-399AD1CC0BB4}"/>
          </ac:spMkLst>
        </pc:spChg>
        <pc:spChg chg="add mod">
          <ac:chgData name="Joshua Z. Deckman" userId="3c66a062-38cd-4e2f-b7de-74744a846df8" providerId="ADAL" clId="{D68B645B-0417-4586-83AA-227A4A209476}" dt="2025-12-08T09:51:02.493" v="1551" actId="1076"/>
          <ac:spMkLst>
            <pc:docMk/>
            <pc:sldMk cId="20591388" sldId="263"/>
            <ac:spMk id="4" creationId="{7CD2A476-6911-DADA-CC0A-5A372F3E2911}"/>
          </ac:spMkLst>
        </pc:spChg>
      </pc:sldChg>
      <pc:sldChg chg="new del">
        <pc:chgData name="Joshua Z. Deckman" userId="3c66a062-38cd-4e2f-b7de-74744a846df8" providerId="ADAL" clId="{D68B645B-0417-4586-83AA-227A4A209476}" dt="2025-12-08T09:50:40.156" v="1539" actId="47"/>
        <pc:sldMkLst>
          <pc:docMk/>
          <pc:sldMk cId="2575098261" sldId="264"/>
        </pc:sldMkLst>
      </pc:sldChg>
    </pc:docChg>
  </pc:docChgLst>
  <pc:docChgLst>
    <pc:chgData name="Jack Pearson" userId="S::jackpearson@cpp.edu::6ea84130-ad5c-4dce-808e-ddf7a31ad9d2" providerId="AD" clId="Web-{229022C8-DE55-F07B-027A-82E3121BA720}"/>
    <pc:docChg chg="modSld">
      <pc:chgData name="Jack Pearson" userId="S::jackpearson@cpp.edu::6ea84130-ad5c-4dce-808e-ddf7a31ad9d2" providerId="AD" clId="Web-{229022C8-DE55-F07B-027A-82E3121BA720}" dt="2025-12-08T17:41:23.804" v="1061"/>
      <pc:docMkLst>
        <pc:docMk/>
      </pc:docMkLst>
      <pc:sldChg chg="modSp">
        <pc:chgData name="Jack Pearson" userId="S::jackpearson@cpp.edu::6ea84130-ad5c-4dce-808e-ddf7a31ad9d2" providerId="AD" clId="Web-{229022C8-DE55-F07B-027A-82E3121BA720}" dt="2025-12-08T17:14:34.717" v="312" actId="20577"/>
        <pc:sldMkLst>
          <pc:docMk/>
          <pc:sldMk cId="2643001977" sldId="257"/>
        </pc:sldMkLst>
        <pc:spChg chg="mod">
          <ac:chgData name="Jack Pearson" userId="S::jackpearson@cpp.edu::6ea84130-ad5c-4dce-808e-ddf7a31ad9d2" providerId="AD" clId="Web-{229022C8-DE55-F07B-027A-82E3121BA720}" dt="2025-12-08T17:14:34.717" v="312" actId="20577"/>
          <ac:spMkLst>
            <pc:docMk/>
            <pc:sldMk cId="2643001977" sldId="257"/>
            <ac:spMk id="5" creationId="{D887010E-8BCB-2786-8072-C842C81BDD9D}"/>
          </ac:spMkLst>
        </pc:spChg>
      </pc:sldChg>
      <pc:sldChg chg="modSp">
        <pc:chgData name="Jack Pearson" userId="S::jackpearson@cpp.edu::6ea84130-ad5c-4dce-808e-ddf7a31ad9d2" providerId="AD" clId="Web-{229022C8-DE55-F07B-027A-82E3121BA720}" dt="2025-12-08T17:15:49.936" v="388" actId="14100"/>
        <pc:sldMkLst>
          <pc:docMk/>
          <pc:sldMk cId="1206507168" sldId="258"/>
        </pc:sldMkLst>
        <pc:spChg chg="mod">
          <ac:chgData name="Jack Pearson" userId="S::jackpearson@cpp.edu::6ea84130-ad5c-4dce-808e-ddf7a31ad9d2" providerId="AD" clId="Web-{229022C8-DE55-F07B-027A-82E3121BA720}" dt="2025-12-08T17:14:59.733" v="325" actId="20577"/>
          <ac:spMkLst>
            <pc:docMk/>
            <pc:sldMk cId="1206507168" sldId="258"/>
            <ac:spMk id="2" creationId="{6274159F-B344-C1A6-ED1B-ACAE3599A99B}"/>
          </ac:spMkLst>
        </pc:spChg>
        <pc:spChg chg="mod">
          <ac:chgData name="Jack Pearson" userId="S::jackpearson@cpp.edu::6ea84130-ad5c-4dce-808e-ddf7a31ad9d2" providerId="AD" clId="Web-{229022C8-DE55-F07B-027A-82E3121BA720}" dt="2025-12-08T17:15:49.936" v="388" actId="14100"/>
          <ac:spMkLst>
            <pc:docMk/>
            <pc:sldMk cId="1206507168" sldId="258"/>
            <ac:spMk id="5" creationId="{B35D2C89-E318-81B8-EF3A-0473A35D0744}"/>
          </ac:spMkLst>
        </pc:spChg>
      </pc:sldChg>
      <pc:sldChg chg="addSp delSp modSp">
        <pc:chgData name="Jack Pearson" userId="S::jackpearson@cpp.edu::6ea84130-ad5c-4dce-808e-ddf7a31ad9d2" providerId="AD" clId="Web-{229022C8-DE55-F07B-027A-82E3121BA720}" dt="2025-12-08T17:04:30.623" v="178"/>
        <pc:sldMkLst>
          <pc:docMk/>
          <pc:sldMk cId="3932029323" sldId="260"/>
        </pc:sldMkLst>
        <pc:spChg chg="add del">
          <ac:chgData name="Jack Pearson" userId="S::jackpearson@cpp.edu::6ea84130-ad5c-4dce-808e-ddf7a31ad9d2" providerId="AD" clId="Web-{229022C8-DE55-F07B-027A-82E3121BA720}" dt="2025-12-08T17:04:30.623" v="178"/>
          <ac:spMkLst>
            <pc:docMk/>
            <pc:sldMk cId="3932029323" sldId="260"/>
            <ac:spMk id="8" creationId="{ACE80B69-3FF4-9A99-E8C0-612B6A6B685B}"/>
          </ac:spMkLst>
        </pc:spChg>
        <pc:cxnChg chg="add del mod">
          <ac:chgData name="Jack Pearson" userId="S::jackpearson@cpp.edu::6ea84130-ad5c-4dce-808e-ddf7a31ad9d2" providerId="AD" clId="Web-{229022C8-DE55-F07B-027A-82E3121BA720}" dt="2025-12-08T17:04:30.623" v="178"/>
          <ac:cxnSpMkLst>
            <pc:docMk/>
            <pc:sldMk cId="3932029323" sldId="260"/>
            <ac:cxnSpMk id="15" creationId="{1BBA0859-9CF9-9D49-F4A1-0AAA65B9ED85}"/>
          </ac:cxnSpMkLst>
        </pc:cxnChg>
      </pc:sldChg>
      <pc:sldChg chg="modSp">
        <pc:chgData name="Jack Pearson" userId="S::jackpearson@cpp.edu::6ea84130-ad5c-4dce-808e-ddf7a31ad9d2" providerId="AD" clId="Web-{229022C8-DE55-F07B-027A-82E3121BA720}" dt="2025-12-08T17:04:13.967" v="174" actId="20577"/>
        <pc:sldMkLst>
          <pc:docMk/>
          <pc:sldMk cId="776718564" sldId="262"/>
        </pc:sldMkLst>
        <pc:spChg chg="mod">
          <ac:chgData name="Jack Pearson" userId="S::jackpearson@cpp.edu::6ea84130-ad5c-4dce-808e-ddf7a31ad9d2" providerId="AD" clId="Web-{229022C8-DE55-F07B-027A-82E3121BA720}" dt="2025-12-08T17:04:13.967" v="174" actId="20577"/>
          <ac:spMkLst>
            <pc:docMk/>
            <pc:sldMk cId="776718564" sldId="262"/>
            <ac:spMk id="6" creationId="{010BC3D6-47D3-B25B-EDB5-98E31922CBB2}"/>
          </ac:spMkLst>
        </pc:spChg>
      </pc:sldChg>
      <pc:sldChg chg="addSp modSp">
        <pc:chgData name="Jack Pearson" userId="S::jackpearson@cpp.edu::6ea84130-ad5c-4dce-808e-ddf7a31ad9d2" providerId="AD" clId="Web-{229022C8-DE55-F07B-027A-82E3121BA720}" dt="2025-12-08T17:41:23.804" v="1061"/>
        <pc:sldMkLst>
          <pc:docMk/>
          <pc:sldMk cId="20591388" sldId="263"/>
        </pc:sldMkLst>
        <pc:spChg chg="mod">
          <ac:chgData name="Jack Pearson" userId="S::jackpearson@cpp.edu::6ea84130-ad5c-4dce-808e-ddf7a31ad9d2" providerId="AD" clId="Web-{229022C8-DE55-F07B-027A-82E3121BA720}" dt="2025-12-08T17:18:30.922" v="450" actId="20577"/>
          <ac:spMkLst>
            <pc:docMk/>
            <pc:sldMk cId="20591388" sldId="263"/>
            <ac:spMk id="2" creationId="{5A3C3A52-07C6-E0F9-5A97-BD395575E053}"/>
          </ac:spMkLst>
        </pc:spChg>
        <pc:spChg chg="mod">
          <ac:chgData name="Jack Pearson" userId="S::jackpearson@cpp.edu::6ea84130-ad5c-4dce-808e-ddf7a31ad9d2" providerId="AD" clId="Web-{229022C8-DE55-F07B-027A-82E3121BA720}" dt="2025-12-08T17:19:47.250" v="456" actId="20577"/>
          <ac:spMkLst>
            <pc:docMk/>
            <pc:sldMk cId="20591388" sldId="263"/>
            <ac:spMk id="3" creationId="{3E9561EA-CEEF-BB15-6394-399AD1CC0BB4}"/>
          </ac:spMkLst>
        </pc:spChg>
        <pc:graphicFrameChg chg="add mod modGraphic">
          <ac:chgData name="Jack Pearson" userId="S::jackpearson@cpp.edu::6ea84130-ad5c-4dce-808e-ddf7a31ad9d2" providerId="AD" clId="Web-{229022C8-DE55-F07B-027A-82E3121BA720}" dt="2025-12-08T17:41:23.804" v="1061"/>
          <ac:graphicFrameMkLst>
            <pc:docMk/>
            <pc:sldMk cId="20591388" sldId="263"/>
            <ac:graphicFrameMk id="5" creationId="{E01E1C88-5C3D-8D6B-AA35-654B886B045F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hua\Documents\Cal%20Poly\4301%20Cryptographic%20Systems\Final%20Project\Pi%20data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joshua\Documents\Cal%20Poly\4301%20Cryptographic%20Systems\Final%20Project\Pi%20data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oshua\Documents\Cal%20Poly\4301%20Cryptographic%20Systems\Final%20Project\Pi%20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benchmark!$D$1</c:f>
          <c:strCache>
            <c:ptCount val="1"/>
            <c:pt idx="0">
              <c:v>Diffie-Hellman Exchange Time (ms)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benchmark!$T$4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numRef>
              <c:f>benchmark!$S$5:$S$15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benchmark!$T$5:$T$15</c:f>
              <c:numCache>
                <c:formatCode>General</c:formatCode>
                <c:ptCount val="11"/>
                <c:pt idx="0">
                  <c:v>83.551000000000002</c:v>
                </c:pt>
                <c:pt idx="1">
                  <c:v>40.296999999999997</c:v>
                </c:pt>
                <c:pt idx="2">
                  <c:v>27.143999999999998</c:v>
                </c:pt>
                <c:pt idx="3">
                  <c:v>20.562000000000001</c:v>
                </c:pt>
                <c:pt idx="4">
                  <c:v>16.635000000000002</c:v>
                </c:pt>
                <c:pt idx="5">
                  <c:v>14</c:v>
                </c:pt>
                <c:pt idx="6">
                  <c:v>12.114000000000001</c:v>
                </c:pt>
                <c:pt idx="7">
                  <c:v>10.708</c:v>
                </c:pt>
                <c:pt idx="8">
                  <c:v>9.61</c:v>
                </c:pt>
                <c:pt idx="9">
                  <c:v>9.5190000000000001</c:v>
                </c:pt>
                <c:pt idx="10">
                  <c:v>8.0150000000000006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234-4E19-A049-4556F01AD54E}"/>
            </c:ext>
          </c:extLst>
        </c:ser>
        <c:ser>
          <c:idx val="1"/>
          <c:order val="1"/>
          <c:tx>
            <c:strRef>
              <c:f>benchmark!$U$4</c:f>
              <c:strCache>
                <c:ptCount val="1"/>
                <c:pt idx="0">
                  <c:v>25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numRef>
              <c:f>benchmark!$S$5:$S$15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benchmark!$U$5:$U$15</c:f>
              <c:numCache>
                <c:formatCode>General</c:formatCode>
                <c:ptCount val="11"/>
                <c:pt idx="0">
                  <c:v>198.92</c:v>
                </c:pt>
                <c:pt idx="1">
                  <c:v>140.809</c:v>
                </c:pt>
                <c:pt idx="2">
                  <c:v>127.67</c:v>
                </c:pt>
                <c:pt idx="3">
                  <c:v>121.09699999999999</c:v>
                </c:pt>
                <c:pt idx="4">
                  <c:v>117.143</c:v>
                </c:pt>
                <c:pt idx="5">
                  <c:v>114.52500000000001</c:v>
                </c:pt>
                <c:pt idx="6">
                  <c:v>112.652</c:v>
                </c:pt>
                <c:pt idx="7">
                  <c:v>111.078</c:v>
                </c:pt>
                <c:pt idx="8">
                  <c:v>110.15900000000001</c:v>
                </c:pt>
                <c:pt idx="9">
                  <c:v>109.285</c:v>
                </c:pt>
                <c:pt idx="10">
                  <c:v>108.559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234-4E19-A049-4556F01AD54E}"/>
            </c:ext>
          </c:extLst>
        </c:ser>
        <c:ser>
          <c:idx val="2"/>
          <c:order val="2"/>
          <c:tx>
            <c:strRef>
              <c:f>benchmark!$V$4</c:f>
              <c:strCache>
                <c:ptCount val="1"/>
                <c:pt idx="0">
                  <c:v>50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numRef>
              <c:f>benchmark!$S$5:$S$15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benchmark!$V$5:$V$15</c:f>
              <c:numCache>
                <c:formatCode>General</c:formatCode>
                <c:ptCount val="11"/>
                <c:pt idx="0">
                  <c:v>280.27499999999998</c:v>
                </c:pt>
                <c:pt idx="1">
                  <c:v>240.83699999999999</c:v>
                </c:pt>
                <c:pt idx="2">
                  <c:v>227.68700000000001</c:v>
                </c:pt>
                <c:pt idx="3">
                  <c:v>221.113</c:v>
                </c:pt>
                <c:pt idx="4">
                  <c:v>217.16200000000001</c:v>
                </c:pt>
                <c:pt idx="5">
                  <c:v>214.536</c:v>
                </c:pt>
                <c:pt idx="6">
                  <c:v>212.65899999999999</c:v>
                </c:pt>
                <c:pt idx="7">
                  <c:v>211.256</c:v>
                </c:pt>
                <c:pt idx="8">
                  <c:v>210.16399999999999</c:v>
                </c:pt>
                <c:pt idx="9">
                  <c:v>209.291</c:v>
                </c:pt>
                <c:pt idx="10">
                  <c:v>208.56100000000001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234-4E19-A049-4556F01AD54E}"/>
            </c:ext>
          </c:extLst>
        </c:ser>
        <c:ser>
          <c:idx val="3"/>
          <c:order val="3"/>
          <c:tx>
            <c:strRef>
              <c:f>benchmark!$W$4</c:f>
              <c:strCache>
                <c:ptCount val="1"/>
                <c:pt idx="0">
                  <c:v>75</c:v>
                </c:pt>
              </c:strCache>
            </c:strRef>
          </c:tx>
          <c:spPr>
            <a:solidFill>
              <a:schemeClr val="accent4"/>
            </a:solidFill>
            <a:ln/>
            <a:effectLst/>
            <a:sp3d/>
          </c:spPr>
          <c:cat>
            <c:numRef>
              <c:f>benchmark!$S$5:$S$15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benchmark!$W$5:$W$15</c:f>
              <c:numCache>
                <c:formatCode>General</c:formatCode>
                <c:ptCount val="11"/>
                <c:pt idx="0">
                  <c:v>380.25799999999998</c:v>
                </c:pt>
                <c:pt idx="1">
                  <c:v>340.84199999999998</c:v>
                </c:pt>
                <c:pt idx="2">
                  <c:v>327.68299999999999</c:v>
                </c:pt>
                <c:pt idx="3">
                  <c:v>321.13200000000001</c:v>
                </c:pt>
                <c:pt idx="4">
                  <c:v>317.642</c:v>
                </c:pt>
                <c:pt idx="5">
                  <c:v>314.553</c:v>
                </c:pt>
                <c:pt idx="6">
                  <c:v>312.66500000000002</c:v>
                </c:pt>
                <c:pt idx="7">
                  <c:v>311.28100000000001</c:v>
                </c:pt>
                <c:pt idx="8">
                  <c:v>310.18900000000002</c:v>
                </c:pt>
                <c:pt idx="9">
                  <c:v>309.28300000000002</c:v>
                </c:pt>
                <c:pt idx="10">
                  <c:v>308.57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234-4E19-A049-4556F01AD54E}"/>
            </c:ext>
          </c:extLst>
        </c:ser>
        <c:ser>
          <c:idx val="4"/>
          <c:order val="4"/>
          <c:tx>
            <c:strRef>
              <c:f>benchmark!$X$4</c:f>
              <c:strCache>
                <c:ptCount val="1"/>
                <c:pt idx="0">
                  <c:v>100</c:v>
                </c:pt>
              </c:strCache>
            </c:strRef>
          </c:tx>
          <c:spPr>
            <a:solidFill>
              <a:schemeClr val="accent5"/>
            </a:solidFill>
            <a:ln/>
            <a:effectLst/>
            <a:sp3d/>
          </c:spPr>
          <c:cat>
            <c:numRef>
              <c:f>benchmark!$S$5:$S$15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benchmark!$X$5:$X$15</c:f>
              <c:numCache>
                <c:formatCode>General</c:formatCode>
                <c:ptCount val="11"/>
                <c:pt idx="0">
                  <c:v>492.10300000000001</c:v>
                </c:pt>
                <c:pt idx="1">
                  <c:v>440.86500000000001</c:v>
                </c:pt>
                <c:pt idx="2">
                  <c:v>427.68799999999999</c:v>
                </c:pt>
                <c:pt idx="3">
                  <c:v>421.12900000000002</c:v>
                </c:pt>
                <c:pt idx="4">
                  <c:v>417.19499999999999</c:v>
                </c:pt>
                <c:pt idx="5">
                  <c:v>414.55500000000001</c:v>
                </c:pt>
                <c:pt idx="6">
                  <c:v>412.68</c:v>
                </c:pt>
                <c:pt idx="7">
                  <c:v>410.75</c:v>
                </c:pt>
                <c:pt idx="8">
                  <c:v>409.64299999999997</c:v>
                </c:pt>
                <c:pt idx="9">
                  <c:v>409.27</c:v>
                </c:pt>
                <c:pt idx="10">
                  <c:v>408.57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234-4E19-A049-4556F01AD54E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851901744"/>
        <c:axId val="851908944"/>
        <c:axId val="84650464"/>
      </c:surface3DChart>
      <c:catAx>
        <c:axId val="851901744"/>
        <c:scaling>
          <c:orientation val="minMax"/>
        </c:scaling>
        <c:delete val="0"/>
        <c:axPos val="b"/>
        <c:title>
          <c:tx>
            <c:strRef>
              <c:f>benchmark!$B$1</c:f>
              <c:strCache>
                <c:ptCount val="1"/>
                <c:pt idx="0">
                  <c:v>Network Rate (kbps)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908944"/>
        <c:crosses val="autoZero"/>
        <c:auto val="1"/>
        <c:lblAlgn val="ctr"/>
        <c:lblOffset val="100"/>
        <c:noMultiLvlLbl val="0"/>
      </c:catAx>
      <c:valAx>
        <c:axId val="8519089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901744"/>
        <c:crosses val="autoZero"/>
        <c:crossBetween val="midCat"/>
      </c:valAx>
      <c:serAx>
        <c:axId val="84650464"/>
        <c:scaling>
          <c:orientation val="minMax"/>
        </c:scaling>
        <c:delete val="0"/>
        <c:axPos val="b"/>
        <c:title>
          <c:tx>
            <c:strRef>
              <c:f>benchmark!$A$1</c:f>
              <c:strCache>
                <c:ptCount val="1"/>
                <c:pt idx="0">
                  <c:v>Network Delay (ms)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908944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strRef>
          <c:f>benchmark!$C$1</c:f>
          <c:strCache>
            <c:ptCount val="1"/>
            <c:pt idx="0">
              <c:v>Kyber Exchange Time (ms)</c:v>
            </c:pt>
          </c:strCache>
        </c:strRef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surface3DChart>
        <c:wireframe val="0"/>
        <c:ser>
          <c:idx val="0"/>
          <c:order val="0"/>
          <c:tx>
            <c:strRef>
              <c:f>benchmark!$K$4</c:f>
              <c:strCache>
                <c:ptCount val="1"/>
                <c:pt idx="0">
                  <c:v>0</c:v>
                </c:pt>
              </c:strCache>
            </c:strRef>
          </c:tx>
          <c:spPr>
            <a:solidFill>
              <a:schemeClr val="accent1"/>
            </a:solidFill>
            <a:ln/>
            <a:effectLst/>
            <a:sp3d/>
          </c:spPr>
          <c:cat>
            <c:numRef>
              <c:f>benchmark!$J$5:$J$15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benchmark!$K$5:$K$15</c:f>
              <c:numCache>
                <c:formatCode>General</c:formatCode>
                <c:ptCount val="11"/>
                <c:pt idx="0">
                  <c:v>324.30700000000002</c:v>
                </c:pt>
                <c:pt idx="1">
                  <c:v>156.38999999999999</c:v>
                </c:pt>
                <c:pt idx="2">
                  <c:v>104.758</c:v>
                </c:pt>
                <c:pt idx="3">
                  <c:v>78.965000000000003</c:v>
                </c:pt>
                <c:pt idx="4">
                  <c:v>63.49</c:v>
                </c:pt>
                <c:pt idx="5">
                  <c:v>53.154000000000003</c:v>
                </c:pt>
                <c:pt idx="6">
                  <c:v>45.776000000000003</c:v>
                </c:pt>
                <c:pt idx="7">
                  <c:v>40.247999999999998</c:v>
                </c:pt>
                <c:pt idx="8">
                  <c:v>35.978999999999999</c:v>
                </c:pt>
                <c:pt idx="9">
                  <c:v>33.448</c:v>
                </c:pt>
                <c:pt idx="10">
                  <c:v>29.923999999999999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D4-47D8-95BC-68A7EB3987CF}"/>
            </c:ext>
          </c:extLst>
        </c:ser>
        <c:ser>
          <c:idx val="1"/>
          <c:order val="1"/>
          <c:tx>
            <c:strRef>
              <c:f>benchmark!$L$4</c:f>
              <c:strCache>
                <c:ptCount val="1"/>
                <c:pt idx="0">
                  <c:v>25</c:v>
                </c:pt>
              </c:strCache>
            </c:strRef>
          </c:tx>
          <c:spPr>
            <a:solidFill>
              <a:schemeClr val="accent2"/>
            </a:solidFill>
            <a:ln/>
            <a:effectLst/>
            <a:sp3d/>
          </c:spPr>
          <c:cat>
            <c:numRef>
              <c:f>benchmark!$J$5:$J$15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benchmark!$L$5:$L$15</c:f>
              <c:numCache>
                <c:formatCode>General</c:formatCode>
                <c:ptCount val="11"/>
                <c:pt idx="0">
                  <c:v>412.14800000000002</c:v>
                </c:pt>
                <c:pt idx="1">
                  <c:v>257.32600000000002</c:v>
                </c:pt>
                <c:pt idx="2">
                  <c:v>205.70099999999999</c:v>
                </c:pt>
                <c:pt idx="3">
                  <c:v>179.917</c:v>
                </c:pt>
                <c:pt idx="4">
                  <c:v>164.43899999999999</c:v>
                </c:pt>
                <c:pt idx="5">
                  <c:v>154.261</c:v>
                </c:pt>
                <c:pt idx="6">
                  <c:v>147.13499999999999</c:v>
                </c:pt>
                <c:pt idx="7">
                  <c:v>141.78100000000001</c:v>
                </c:pt>
                <c:pt idx="8">
                  <c:v>138.21600000000001</c:v>
                </c:pt>
                <c:pt idx="9">
                  <c:v>134.291</c:v>
                </c:pt>
                <c:pt idx="10">
                  <c:v>132.245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D4-47D8-95BC-68A7EB3987CF}"/>
            </c:ext>
          </c:extLst>
        </c:ser>
        <c:ser>
          <c:idx val="2"/>
          <c:order val="2"/>
          <c:tx>
            <c:strRef>
              <c:f>benchmark!$M$4</c:f>
              <c:strCache>
                <c:ptCount val="1"/>
                <c:pt idx="0">
                  <c:v>50</c:v>
                </c:pt>
              </c:strCache>
            </c:strRef>
          </c:tx>
          <c:spPr>
            <a:solidFill>
              <a:schemeClr val="accent3"/>
            </a:solidFill>
            <a:ln/>
            <a:effectLst/>
            <a:sp3d/>
          </c:spPr>
          <c:cat>
            <c:numRef>
              <c:f>benchmark!$J$5:$J$15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benchmark!$M$5:$M$15</c:f>
              <c:numCache>
                <c:formatCode>General</c:formatCode>
                <c:ptCount val="11"/>
                <c:pt idx="0">
                  <c:v>512.13400000000001</c:v>
                </c:pt>
                <c:pt idx="1">
                  <c:v>357.322</c:v>
                </c:pt>
                <c:pt idx="2">
                  <c:v>305.71699999999998</c:v>
                </c:pt>
                <c:pt idx="3">
                  <c:v>279.89600000000002</c:v>
                </c:pt>
                <c:pt idx="4">
                  <c:v>264.43200000000002</c:v>
                </c:pt>
                <c:pt idx="5">
                  <c:v>254.286</c:v>
                </c:pt>
                <c:pt idx="6">
                  <c:v>247.167</c:v>
                </c:pt>
                <c:pt idx="7">
                  <c:v>241.81399999999999</c:v>
                </c:pt>
                <c:pt idx="8">
                  <c:v>237.637</c:v>
                </c:pt>
                <c:pt idx="9">
                  <c:v>234.358</c:v>
                </c:pt>
                <c:pt idx="10">
                  <c:v>231.59700000000001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CD4-47D8-95BC-68A7EB3987CF}"/>
            </c:ext>
          </c:extLst>
        </c:ser>
        <c:ser>
          <c:idx val="3"/>
          <c:order val="3"/>
          <c:tx>
            <c:strRef>
              <c:f>benchmark!$N$4</c:f>
              <c:strCache>
                <c:ptCount val="1"/>
                <c:pt idx="0">
                  <c:v>75</c:v>
                </c:pt>
              </c:strCache>
            </c:strRef>
          </c:tx>
          <c:spPr>
            <a:solidFill>
              <a:schemeClr val="accent4"/>
            </a:solidFill>
            <a:ln/>
            <a:effectLst/>
            <a:sp3d/>
          </c:spPr>
          <c:cat>
            <c:numRef>
              <c:f>benchmark!$J$5:$J$15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benchmark!$N$5:$N$15</c:f>
              <c:numCache>
                <c:formatCode>General</c:formatCode>
                <c:ptCount val="11"/>
                <c:pt idx="0">
                  <c:v>612.13400000000001</c:v>
                </c:pt>
                <c:pt idx="1">
                  <c:v>460.82</c:v>
                </c:pt>
                <c:pt idx="2">
                  <c:v>405.73399999999998</c:v>
                </c:pt>
                <c:pt idx="3">
                  <c:v>379.93200000000002</c:v>
                </c:pt>
                <c:pt idx="4">
                  <c:v>364.44499999999999</c:v>
                </c:pt>
                <c:pt idx="5">
                  <c:v>354.31200000000001</c:v>
                </c:pt>
                <c:pt idx="6">
                  <c:v>347.13900000000001</c:v>
                </c:pt>
                <c:pt idx="7">
                  <c:v>341.83199999999999</c:v>
                </c:pt>
                <c:pt idx="8">
                  <c:v>337.779</c:v>
                </c:pt>
                <c:pt idx="9">
                  <c:v>334.358</c:v>
                </c:pt>
                <c:pt idx="10">
                  <c:v>331.63600000000002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CD4-47D8-95BC-68A7EB3987CF}"/>
            </c:ext>
          </c:extLst>
        </c:ser>
        <c:ser>
          <c:idx val="4"/>
          <c:order val="4"/>
          <c:tx>
            <c:strRef>
              <c:f>benchmark!$O$4</c:f>
              <c:strCache>
                <c:ptCount val="1"/>
                <c:pt idx="0">
                  <c:v>100</c:v>
                </c:pt>
              </c:strCache>
            </c:strRef>
          </c:tx>
          <c:spPr>
            <a:solidFill>
              <a:schemeClr val="accent5"/>
            </a:solidFill>
            <a:ln/>
            <a:effectLst/>
            <a:sp3d/>
          </c:spPr>
          <c:cat>
            <c:numRef>
              <c:f>benchmark!$J$5:$J$15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benchmark!$O$5:$O$15</c:f>
              <c:numCache>
                <c:formatCode>General</c:formatCode>
                <c:ptCount val="11"/>
                <c:pt idx="0">
                  <c:v>728.577</c:v>
                </c:pt>
                <c:pt idx="1">
                  <c:v>557.33900000000006</c:v>
                </c:pt>
                <c:pt idx="2">
                  <c:v>505.74099999999999</c:v>
                </c:pt>
                <c:pt idx="3">
                  <c:v>479.952</c:v>
                </c:pt>
                <c:pt idx="4">
                  <c:v>464.42899999999997</c:v>
                </c:pt>
                <c:pt idx="5">
                  <c:v>454.33800000000002</c:v>
                </c:pt>
                <c:pt idx="6">
                  <c:v>447.22899999999998</c:v>
                </c:pt>
                <c:pt idx="7">
                  <c:v>440.31400000000002</c:v>
                </c:pt>
                <c:pt idx="8">
                  <c:v>436.06599999999997</c:v>
                </c:pt>
                <c:pt idx="9">
                  <c:v>432.73099999999999</c:v>
                </c:pt>
                <c:pt idx="10">
                  <c:v>431.65600000000001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CD4-47D8-95BC-68A7EB3987CF}"/>
            </c:ext>
          </c:extLst>
        </c:ser>
        <c:bandFmts>
          <c:bandFmt>
            <c:idx val="0"/>
            <c:spPr>
              <a:solidFill>
                <a:schemeClr val="accent1"/>
              </a:solidFill>
              <a:ln/>
              <a:effectLst/>
              <a:sp3d/>
            </c:spPr>
          </c:bandFmt>
          <c:bandFmt>
            <c:idx val="1"/>
            <c:spPr>
              <a:solidFill>
                <a:schemeClr val="accent2"/>
              </a:solidFill>
              <a:ln/>
              <a:effectLst/>
              <a:sp3d/>
            </c:spPr>
          </c:bandFmt>
          <c:bandFmt>
            <c:idx val="2"/>
            <c:spPr>
              <a:solidFill>
                <a:schemeClr val="accent3"/>
              </a:solidFill>
              <a:ln/>
              <a:effectLst/>
              <a:sp3d/>
            </c:spPr>
          </c:bandFmt>
          <c:bandFmt>
            <c:idx val="3"/>
            <c:spPr>
              <a:solidFill>
                <a:schemeClr val="accent4"/>
              </a:solidFill>
              <a:ln/>
              <a:effectLst/>
              <a:sp3d/>
            </c:spPr>
          </c:bandFmt>
          <c:bandFmt>
            <c:idx val="4"/>
            <c:spPr>
              <a:solidFill>
                <a:schemeClr val="accent5"/>
              </a:solidFill>
              <a:ln/>
              <a:effectLst/>
              <a:sp3d/>
            </c:spPr>
          </c:bandFmt>
          <c:bandFmt>
            <c:idx val="5"/>
            <c:spPr>
              <a:solidFill>
                <a:schemeClr val="accent6"/>
              </a:solidFill>
              <a:ln/>
              <a:effectLst/>
              <a:sp3d/>
            </c:spPr>
          </c:bandFmt>
          <c:bandFmt>
            <c:idx val="6"/>
            <c:spPr>
              <a:solidFill>
                <a:schemeClr val="accent1">
                  <a:lumMod val="60000"/>
                </a:schemeClr>
              </a:solidFill>
              <a:ln/>
              <a:effectLst/>
              <a:sp3d/>
            </c:spPr>
          </c:bandFmt>
          <c:bandFmt>
            <c:idx val="7"/>
            <c:spPr>
              <a:solidFill>
                <a:schemeClr val="accent2">
                  <a:lumMod val="60000"/>
                </a:schemeClr>
              </a:solidFill>
              <a:ln/>
              <a:effectLst/>
              <a:sp3d/>
            </c:spPr>
          </c:bandFmt>
          <c:bandFmt>
            <c:idx val="8"/>
            <c:spPr>
              <a:solidFill>
                <a:schemeClr val="accent3">
                  <a:lumMod val="60000"/>
                </a:schemeClr>
              </a:solidFill>
              <a:ln/>
              <a:effectLst/>
              <a:sp3d/>
            </c:spPr>
          </c:bandFmt>
          <c:bandFmt>
            <c:idx val="9"/>
            <c:spPr>
              <a:solidFill>
                <a:schemeClr val="accent4">
                  <a:lumMod val="60000"/>
                </a:schemeClr>
              </a:solidFill>
              <a:ln/>
              <a:effectLst/>
              <a:sp3d/>
            </c:spPr>
          </c:bandFmt>
          <c:bandFmt>
            <c:idx val="10"/>
            <c:spPr>
              <a:solidFill>
                <a:schemeClr val="accent5">
                  <a:lumMod val="60000"/>
                </a:schemeClr>
              </a:solidFill>
              <a:ln/>
              <a:effectLst/>
              <a:sp3d/>
            </c:spPr>
          </c:bandFmt>
          <c:bandFmt>
            <c:idx val="11"/>
            <c:spPr>
              <a:solidFill>
                <a:schemeClr val="accent6">
                  <a:lumMod val="60000"/>
                </a:schemeClr>
              </a:solidFill>
              <a:ln/>
              <a:effectLst/>
              <a:sp3d/>
            </c:spPr>
          </c:bandFmt>
          <c:bandFmt>
            <c:idx val="12"/>
            <c:spPr>
              <a:solidFill>
                <a:schemeClr val="accent1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3"/>
            <c:spPr>
              <a:solidFill>
                <a:schemeClr val="accent2">
                  <a:lumMod val="80000"/>
                  <a:lumOff val="20000"/>
                </a:schemeClr>
              </a:solidFill>
              <a:ln/>
              <a:effectLst/>
              <a:sp3d/>
            </c:spPr>
          </c:bandFmt>
          <c:bandFmt>
            <c:idx val="14"/>
            <c:spPr>
              <a:solidFill>
                <a:schemeClr val="accent3">
                  <a:lumMod val="80000"/>
                  <a:lumOff val="20000"/>
                </a:schemeClr>
              </a:solidFill>
              <a:ln/>
              <a:effectLst/>
              <a:sp3d/>
            </c:spPr>
          </c:bandFmt>
        </c:bandFmts>
        <c:axId val="851903184"/>
        <c:axId val="851894544"/>
        <c:axId val="497739440"/>
      </c:surface3DChart>
      <c:catAx>
        <c:axId val="851903184"/>
        <c:scaling>
          <c:orientation val="minMax"/>
        </c:scaling>
        <c:delete val="0"/>
        <c:axPos val="b"/>
        <c:title>
          <c:tx>
            <c:strRef>
              <c:f>benchmark!$B$1</c:f>
              <c:strCache>
                <c:ptCount val="1"/>
                <c:pt idx="0">
                  <c:v>Network Rate (kbps)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894544"/>
        <c:crosses val="autoZero"/>
        <c:auto val="1"/>
        <c:lblAlgn val="ctr"/>
        <c:lblOffset val="100"/>
        <c:noMultiLvlLbl val="0"/>
      </c:catAx>
      <c:valAx>
        <c:axId val="8518945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903184"/>
        <c:crosses val="autoZero"/>
        <c:crossBetween val="midCat"/>
      </c:valAx>
      <c:serAx>
        <c:axId val="497739440"/>
        <c:scaling>
          <c:orientation val="minMax"/>
        </c:scaling>
        <c:delete val="0"/>
        <c:axPos val="b"/>
        <c:title>
          <c:tx>
            <c:strRef>
              <c:f>benchmark!$A$1</c:f>
              <c:strCache>
                <c:ptCount val="1"/>
                <c:pt idx="0">
                  <c:v>Network Delay (ms)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51894544"/>
        <c:crosses val="autoZero"/>
      </c:ser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rtl="0"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Difference and Ratio between Kyber and Diffie-Hellman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benchmark!$E$1</c:f>
              <c:strCache>
                <c:ptCount val="1"/>
                <c:pt idx="0">
                  <c:v>Difference (ms)</c:v>
                </c:pt>
              </c:strCache>
            </c:strRef>
          </c:tx>
          <c:spPr>
            <a:ln w="190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benchmark!$B$2:$B$12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benchmark!$E$2:$E$12</c:f>
              <c:numCache>
                <c:formatCode>General</c:formatCode>
                <c:ptCount val="11"/>
                <c:pt idx="0">
                  <c:v>240.75600000000003</c:v>
                </c:pt>
                <c:pt idx="1">
                  <c:v>116.09299999999999</c:v>
                </c:pt>
                <c:pt idx="2">
                  <c:v>77.614000000000004</c:v>
                </c:pt>
                <c:pt idx="3">
                  <c:v>58.403000000000006</c:v>
                </c:pt>
                <c:pt idx="4">
                  <c:v>46.855000000000004</c:v>
                </c:pt>
                <c:pt idx="5">
                  <c:v>39.154000000000003</c:v>
                </c:pt>
                <c:pt idx="6">
                  <c:v>33.662000000000006</c:v>
                </c:pt>
                <c:pt idx="7">
                  <c:v>29.54</c:v>
                </c:pt>
                <c:pt idx="8">
                  <c:v>26.369</c:v>
                </c:pt>
                <c:pt idx="9">
                  <c:v>23.929000000000002</c:v>
                </c:pt>
                <c:pt idx="10">
                  <c:v>21.908999999999999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E43-4E56-838C-177B31F70A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743997487"/>
        <c:axId val="1743997007"/>
      </c:lineChart>
      <c:lineChart>
        <c:grouping val="stacked"/>
        <c:varyColors val="0"/>
        <c:ser>
          <c:idx val="1"/>
          <c:order val="1"/>
          <c:tx>
            <c:strRef>
              <c:f>benchmark!$F$1</c:f>
              <c:strCache>
                <c:ptCount val="1"/>
                <c:pt idx="0">
                  <c:v>Ratio</c:v>
                </c:pt>
              </c:strCache>
            </c:strRef>
          </c:tx>
          <c:spPr>
            <a:ln w="190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numRef>
              <c:f>benchmark!$B$2:$B$12</c:f>
              <c:numCache>
                <c:formatCode>General</c:formatCode>
                <c:ptCount val="11"/>
                <c:pt idx="0">
                  <c:v>50</c:v>
                </c:pt>
                <c:pt idx="1">
                  <c:v>100</c:v>
                </c:pt>
                <c:pt idx="2">
                  <c:v>150</c:v>
                </c:pt>
                <c:pt idx="3">
                  <c:v>200</c:v>
                </c:pt>
                <c:pt idx="4">
                  <c:v>250</c:v>
                </c:pt>
                <c:pt idx="5">
                  <c:v>300</c:v>
                </c:pt>
                <c:pt idx="6">
                  <c:v>350</c:v>
                </c:pt>
                <c:pt idx="7">
                  <c:v>400</c:v>
                </c:pt>
                <c:pt idx="8">
                  <c:v>450</c:v>
                </c:pt>
                <c:pt idx="9">
                  <c:v>500</c:v>
                </c:pt>
                <c:pt idx="10">
                  <c:v>550</c:v>
                </c:pt>
              </c:numCache>
            </c:numRef>
          </c:cat>
          <c:val>
            <c:numRef>
              <c:f>benchmark!$F$2:$F$12</c:f>
              <c:numCache>
                <c:formatCode>General</c:formatCode>
                <c:ptCount val="11"/>
                <c:pt idx="0">
                  <c:v>3.8815454034063031</c:v>
                </c:pt>
                <c:pt idx="1">
                  <c:v>3.8809340645705634</c:v>
                </c:pt>
                <c:pt idx="2">
                  <c:v>3.8593427645151785</c:v>
                </c:pt>
                <c:pt idx="3">
                  <c:v>3.8403365431378269</c:v>
                </c:pt>
                <c:pt idx="4">
                  <c:v>3.8166516381124134</c:v>
                </c:pt>
                <c:pt idx="5">
                  <c:v>3.7967142857142862</c:v>
                </c:pt>
                <c:pt idx="6">
                  <c:v>3.7787683671784711</c:v>
                </c:pt>
                <c:pt idx="7">
                  <c:v>3.758685095255883</c:v>
                </c:pt>
                <c:pt idx="8">
                  <c:v>3.7439125910509885</c:v>
                </c:pt>
                <c:pt idx="9">
                  <c:v>3.5138144763105368</c:v>
                </c:pt>
                <c:pt idx="10">
                  <c:v>3.7334996880848408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43-4E56-838C-177B31F70A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5825295"/>
        <c:axId val="133974527"/>
      </c:lineChart>
      <c:catAx>
        <c:axId val="1743997487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benchmark!$B$1</c:f>
              <c:strCache>
                <c:ptCount val="1"/>
                <c:pt idx="0">
                  <c:v>Network Rate (kbps)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3997007"/>
        <c:crosses val="autoZero"/>
        <c:auto val="1"/>
        <c:lblAlgn val="ctr"/>
        <c:lblOffset val="100"/>
        <c:noMultiLvlLbl val="0"/>
      </c:catAx>
      <c:valAx>
        <c:axId val="174399700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strRef>
              <c:f>benchmark!$E$1</c:f>
              <c:strCache>
                <c:ptCount val="1"/>
                <c:pt idx="0">
                  <c:v>Difference (ms)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43997487"/>
        <c:crosses val="autoZero"/>
        <c:crossBetween val="between"/>
      </c:valAx>
      <c:valAx>
        <c:axId val="133974527"/>
        <c:scaling>
          <c:orientation val="minMax"/>
          <c:min val="0"/>
        </c:scaling>
        <c:delete val="0"/>
        <c:axPos val="r"/>
        <c:title>
          <c:tx>
            <c:strRef>
              <c:f>benchmark!$F$1</c:f>
              <c:strCache>
                <c:ptCount val="1"/>
                <c:pt idx="0">
                  <c:v>Ratio</c:v>
                </c:pt>
              </c:strCache>
            </c:strRef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5825295"/>
        <c:crosses val="max"/>
        <c:crossBetween val="between"/>
      </c:valAx>
      <c:catAx>
        <c:axId val="16958252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3397452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4E970-5171-49A7-A20F-1E5AB9D765F2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06D9B-E54B-4FA1-95B9-1046076E71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2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in two terminals: Server in one, client in the other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06D9B-E54B-4FA1-95B9-1046076E71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3537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this with a demo and 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606D9B-E54B-4FA1-95B9-1046076E714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2040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Cost of the Quantum Transition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ECE 4301 Final Project Presentation</a:t>
            </a:r>
          </a:p>
          <a:p>
            <a:r>
              <a:rPr lang="en-US" dirty="0"/>
              <a:t>Group D – Joshua Deckman and Jack Pearson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F46A0-D4EC-7D65-D011-87C9AFD2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Goal</a:t>
            </a:r>
          </a:p>
        </p:txBody>
      </p:sp>
      <p:pic>
        <p:nvPicPr>
          <p:cNvPr id="2052" name="Picture 4" descr="CRYSTALS-Kyber">
            <a:extLst>
              <a:ext uri="{FF2B5EF4-FFF2-40B4-BE49-F238E27FC236}">
                <a16:creationId xmlns:a16="http://schemas.microsoft.com/office/drawing/2014/main" id="{BDC33611-B130-B399-6477-38922645BB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254" y="1226635"/>
            <a:ext cx="2849513" cy="1059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C1A8C-11A3-9253-E1B6-2CAF36AA85D3}"/>
              </a:ext>
            </a:extLst>
          </p:cNvPr>
          <p:cNvSpPr txBox="1"/>
          <p:nvPr/>
        </p:nvSpPr>
        <p:spPr>
          <a:xfrm>
            <a:off x="7527807" y="3193805"/>
            <a:ext cx="26084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ECC Diffie-Hellman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0BC3D6-47D3-B25B-EDB5-98E31922CBB2}"/>
              </a:ext>
            </a:extLst>
          </p:cNvPr>
          <p:cNvSpPr txBox="1"/>
          <p:nvPr/>
        </p:nvSpPr>
        <p:spPr>
          <a:xfrm>
            <a:off x="764345" y="1988233"/>
            <a:ext cx="5040924" cy="415498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Report where the post-quantum transition will be costly vs cheap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Compare Diffie-Hellman (pre-quantum) and Kyber (post-quantum)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sz="2400" dirty="0"/>
              <a:t>Sensitivity to adverse network conditions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Anticipation: Kyber much more sensitive to bandwidth, similar sensitivity to delay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Simulate on Raspberry Pi 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18701B-1C29-D973-1C3B-F1CD42750D70}"/>
              </a:ext>
            </a:extLst>
          </p:cNvPr>
          <p:cNvSpPr txBox="1"/>
          <p:nvPr/>
        </p:nvSpPr>
        <p:spPr>
          <a:xfrm>
            <a:off x="8501195" y="2552198"/>
            <a:ext cx="6616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Cascadia Mono SemiBold" panose="020B0609020000020004" pitchFamily="49" charset="0"/>
                <a:ea typeface="Cascadia Mono SemiBold" panose="020B0609020000020004" pitchFamily="49" charset="0"/>
                <a:cs typeface="Cascadia Mono SemiBold" panose="020B0609020000020004" pitchFamily="49" charset="0"/>
              </a:rPr>
              <a:t>Vs.</a:t>
            </a:r>
            <a:endParaRPr lang="en-US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F0AB9CD3-348A-53DD-E4EE-706F1986D1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1469" y="4312371"/>
            <a:ext cx="1101082" cy="1408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6718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FE70E-EAE1-A998-4C7E-1E53ADBE7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 Executable, Two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47ABF-56EE-B071-D6C6-9D284625E1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Client/Server Topology</a:t>
            </a:r>
          </a:p>
          <a:p>
            <a:r>
              <a:rPr lang="en-US" dirty="0"/>
              <a:t>The client times key exchanges</a:t>
            </a:r>
          </a:p>
          <a:p>
            <a:endParaRPr lang="en-US" dirty="0"/>
          </a:p>
        </p:txBody>
      </p:sp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1D8671A8-19E2-77F9-BBB1-E795BA3ADA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31" t="14475" r="45384" b="9558"/>
          <a:stretch>
            <a:fillRect/>
          </a:stretch>
        </p:blipFill>
        <p:spPr>
          <a:xfrm>
            <a:off x="6654018" y="1470601"/>
            <a:ext cx="5294140" cy="5159623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E99AE7F-67E8-2F56-56FE-F076DB4137D0}"/>
              </a:ext>
            </a:extLst>
          </p:cNvPr>
          <p:cNvSpPr/>
          <p:nvPr/>
        </p:nvSpPr>
        <p:spPr>
          <a:xfrm>
            <a:off x="1044516" y="5507372"/>
            <a:ext cx="551738" cy="55173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0F19F4-ABB7-5970-F16D-56815C1F6485}"/>
              </a:ext>
            </a:extLst>
          </p:cNvPr>
          <p:cNvSpPr/>
          <p:nvPr/>
        </p:nvSpPr>
        <p:spPr>
          <a:xfrm>
            <a:off x="2352408" y="5851856"/>
            <a:ext cx="551738" cy="55173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CE80B69-3FF4-9A99-E8C0-612B6A6B685B}"/>
              </a:ext>
            </a:extLst>
          </p:cNvPr>
          <p:cNvSpPr/>
          <p:nvPr/>
        </p:nvSpPr>
        <p:spPr>
          <a:xfrm>
            <a:off x="3660301" y="5507372"/>
            <a:ext cx="551738" cy="551738"/>
          </a:xfrm>
          <a:prstGeom prst="ellips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50F66C17-58B3-737F-CE23-3ECCC8B6C1A6}"/>
              </a:ext>
            </a:extLst>
          </p:cNvPr>
          <p:cNvSpPr/>
          <p:nvPr/>
        </p:nvSpPr>
        <p:spPr>
          <a:xfrm>
            <a:off x="1922379" y="3770505"/>
            <a:ext cx="1411796" cy="755703"/>
          </a:xfrm>
          <a:prstGeom prst="triangle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Server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57351EB-6E49-15CB-4823-15EE97949053}"/>
              </a:ext>
            </a:extLst>
          </p:cNvPr>
          <p:cNvCxnSpPr>
            <a:stCxn id="9" idx="3"/>
            <a:endCxn id="6" idx="7"/>
          </p:cNvCxnSpPr>
          <p:nvPr/>
        </p:nvCxnSpPr>
        <p:spPr>
          <a:xfrm flipH="1">
            <a:off x="1515454" y="4526208"/>
            <a:ext cx="1112823" cy="1061964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CBF3E13-9668-46E1-9043-6186660CE6F7}"/>
              </a:ext>
            </a:extLst>
          </p:cNvPr>
          <p:cNvCxnSpPr>
            <a:stCxn id="9" idx="3"/>
            <a:endCxn id="7" idx="0"/>
          </p:cNvCxnSpPr>
          <p:nvPr/>
        </p:nvCxnSpPr>
        <p:spPr>
          <a:xfrm>
            <a:off x="2628277" y="4526208"/>
            <a:ext cx="0" cy="1325648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BBA0859-9CF9-9D49-F4A1-0AAA65B9ED85}"/>
              </a:ext>
            </a:extLst>
          </p:cNvPr>
          <p:cNvCxnSpPr>
            <a:cxnSpLocks/>
            <a:stCxn id="9" idx="3"/>
            <a:endCxn id="8" idx="1"/>
          </p:cNvCxnSpPr>
          <p:nvPr/>
        </p:nvCxnSpPr>
        <p:spPr>
          <a:xfrm>
            <a:off x="2628277" y="4526208"/>
            <a:ext cx="1112824" cy="1061964"/>
          </a:xfrm>
          <a:prstGeom prst="straightConnector1">
            <a:avLst/>
          </a:prstGeom>
          <a:ln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2029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5259B-BED2-BE74-B701-240C75C3B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Namespace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91924-B4E0-771E-DCCA-7EC85F675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52778" cy="4351338"/>
          </a:xfrm>
        </p:spPr>
        <p:txBody>
          <a:bodyPr/>
          <a:lstStyle/>
          <a:p>
            <a:r>
              <a:rPr lang="en-US" dirty="0"/>
              <a:t>Wraps client executable</a:t>
            </a:r>
          </a:p>
          <a:p>
            <a:r>
              <a:rPr lang="en-US" dirty="0"/>
              <a:t>Network parameters (such as bitrate) can be regulated</a:t>
            </a:r>
          </a:p>
          <a:p>
            <a:r>
              <a:rPr lang="en-US" dirty="0"/>
              <a:t>For testing, parameters were swept</a:t>
            </a:r>
          </a:p>
        </p:txBody>
      </p:sp>
      <p:pic>
        <p:nvPicPr>
          <p:cNvPr id="5" name="Picture 4" descr="A computer screen with text and numbers&#10;&#10;AI-generated content may be incorrect.">
            <a:extLst>
              <a:ext uri="{FF2B5EF4-FFF2-40B4-BE49-F238E27FC236}">
                <a16:creationId xmlns:a16="http://schemas.microsoft.com/office/drawing/2014/main" id="{36C74C2E-8F4C-5AC3-86CE-A481B3D9A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315" y="2010905"/>
            <a:ext cx="5414485" cy="245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762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DD3A5-6C93-2ECE-A6DE-5F3A8C284E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Acquisition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3DF64-1BA5-59E8-5E81-AFDC7DEBE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37324" cy="4351338"/>
          </a:xfrm>
        </p:spPr>
        <p:txBody>
          <a:bodyPr>
            <a:normAutofit/>
          </a:bodyPr>
          <a:lstStyle/>
          <a:p>
            <a:r>
              <a:rPr lang="en-US" sz="2000" dirty="0"/>
              <a:t>Python script to automate acquisition</a:t>
            </a:r>
          </a:p>
          <a:p>
            <a:r>
              <a:rPr lang="en-US" sz="2000" dirty="0"/>
              <a:t>Sweeps through specified network parameters</a:t>
            </a:r>
          </a:p>
          <a:p>
            <a:r>
              <a:rPr lang="en-US" sz="2000" dirty="0"/>
              <a:t>Writes results to CSV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CFC9C-C7CD-8ABD-0A39-548ECA9E31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4916"/>
          <a:stretch>
            <a:fillRect/>
          </a:stretch>
        </p:blipFill>
        <p:spPr>
          <a:xfrm>
            <a:off x="6373698" y="681618"/>
            <a:ext cx="5684030" cy="44872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63C97BE-031C-17F2-C4B8-081F62D1B0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7922873"/>
              </p:ext>
            </p:extLst>
          </p:nvPr>
        </p:nvGraphicFramePr>
        <p:xfrm>
          <a:off x="6401895" y="2587734"/>
          <a:ext cx="4572000" cy="3505200"/>
        </p:xfrm>
        <a:graphic>
          <a:graphicData uri="http://schemas.openxmlformats.org/drawingml/2006/table">
            <a:tbl>
              <a:tblPr/>
              <a:tblGrid>
                <a:gridCol w="762000">
                  <a:extLst>
                    <a:ext uri="{9D8B030D-6E8A-4147-A177-3AD203B41FA5}">
                      <a16:colId xmlns:a16="http://schemas.microsoft.com/office/drawing/2014/main" val="192684289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602300898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287641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333458339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1079136267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1968848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Network Delay (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6350" marR="6350" marT="635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Network Rate (kbps)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Kyber Exchange Time (</a:t>
                      </a:r>
                      <a:r>
                        <a:rPr lang="en-US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ms</a:t>
                      </a: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Diffie-Hellman Exchange Time (ms)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Difference (ms)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Ratio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18819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324.307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83.551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240.756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3.8815454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89215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156.39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40.297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116.093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3.88093406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7641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104.758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27.144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77.614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3.85934276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292166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78.965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20.562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58.403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3.84033654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994666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63.49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16.635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46.855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3.81665164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29336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53.154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39.154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3.79671429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93016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45.776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12.114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33.662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3.77876837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193915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40.248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10.708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29.54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3.7586851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662889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35.979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9.61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26.369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3.74391259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765937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33.448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9.519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23.929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3.51381448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6047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29.924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8.015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21.909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3.73349969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291398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412.148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198.92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213.228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2.07192841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51431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257.326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140.809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116.517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1.82748262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0353340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205.701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127.67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78.031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1.61119292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64244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25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200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179.917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121.097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58.82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1.48572632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6448370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A518EA9-6187-D3B2-EF39-98AF7937ACE9}"/>
              </a:ext>
            </a:extLst>
          </p:cNvPr>
          <p:cNvSpPr txBox="1"/>
          <p:nvPr/>
        </p:nvSpPr>
        <p:spPr>
          <a:xfrm>
            <a:off x="6095330" y="1262171"/>
            <a:ext cx="42933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Parses output with Regular Expressions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FC52A03-50B2-2DA2-A7C4-7509A7AF1F2B}"/>
              </a:ext>
            </a:extLst>
          </p:cNvPr>
          <p:cNvCxnSpPr>
            <a:cxnSpLocks/>
          </p:cNvCxnSpPr>
          <p:nvPr/>
        </p:nvCxnSpPr>
        <p:spPr>
          <a:xfrm>
            <a:off x="6454386" y="970795"/>
            <a:ext cx="250834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5832F73-A8F9-296E-796D-4AE2CB77DB8D}"/>
              </a:ext>
            </a:extLst>
          </p:cNvPr>
          <p:cNvCxnSpPr>
            <a:cxnSpLocks/>
            <a:stCxn id="10" idx="2"/>
          </p:cNvCxnSpPr>
          <p:nvPr/>
        </p:nvCxnSpPr>
        <p:spPr>
          <a:xfrm rot="16200000" flipH="1">
            <a:off x="8016435" y="1857089"/>
            <a:ext cx="897048" cy="445876"/>
          </a:xfrm>
          <a:prstGeom prst="curvedConnector3">
            <a:avLst/>
          </a:prstGeom>
          <a:ln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6817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E2AF0-F1F5-20A7-46AD-414B925BA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Exchange Times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87010E-8BCB-2786-8072-C842C81BDD9D}"/>
              </a:ext>
            </a:extLst>
          </p:cNvPr>
          <p:cNvSpPr txBox="1"/>
          <p:nvPr/>
        </p:nvSpPr>
        <p:spPr>
          <a:xfrm>
            <a:off x="1401182" y="1335663"/>
            <a:ext cx="5386079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Inversely proportional to network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Directly proportional to delay (latency)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Similar response when latency-limited</a:t>
            </a:r>
          </a:p>
          <a:p>
            <a:pPr marL="742950" lvl="1" indent="-285750">
              <a:buFont typeface="Courier New" panose="020B0604020202020204" pitchFamily="34" charset="0"/>
              <a:buChar char="o"/>
            </a:pPr>
            <a:r>
              <a:rPr lang="en-US" dirty="0"/>
              <a:t>Bandwidth is the interesting variable</a:t>
            </a:r>
            <a:endParaRPr lang="en-US"/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16A66350-1205-6BD9-4C76-949E27405CE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5711003"/>
              </p:ext>
            </p:extLst>
          </p:nvPr>
        </p:nvGraphicFramePr>
        <p:xfrm>
          <a:off x="6775939" y="2606675"/>
          <a:ext cx="5079999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854C0E87-A2CB-276D-6CD5-97ACAE759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92524051"/>
              </p:ext>
            </p:extLst>
          </p:nvPr>
        </p:nvGraphicFramePr>
        <p:xfrm>
          <a:off x="1388874" y="2606675"/>
          <a:ext cx="5079999" cy="3886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643001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85C58F-DEA3-0D83-B85B-DF162AC7F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159F-B344-C1A6-ED1B-ACAE3599A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Rate Analysis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D2C89-E318-81B8-EF3A-0473A35D0744}"/>
              </a:ext>
            </a:extLst>
          </p:cNvPr>
          <p:cNvSpPr txBox="1"/>
          <p:nvPr/>
        </p:nvSpPr>
        <p:spPr>
          <a:xfrm>
            <a:off x="808179" y="2465315"/>
            <a:ext cx="5730807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Ratio between Diffie-Hellman and Kyber key exchange time is mostly independent from network rate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Approximately 3.8x more data needed for Kyber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550 kbps, the difference is about 22 </a:t>
            </a:r>
            <a:r>
              <a:rPr lang="en-US" err="1"/>
              <a:t>ms.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FF7CE08-6E73-4F38-EFE9-16C41FDA540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120929"/>
              </p:ext>
            </p:extLst>
          </p:nvPr>
        </p:nvGraphicFramePr>
        <p:xfrm>
          <a:off x="6730704" y="2043111"/>
          <a:ext cx="4365676" cy="3371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6507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3A52-07C6-E0F9-5A97-BD395575E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does it matter?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561EA-CEEF-BB15-6394-399AD1CC0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D2A476-6911-DADA-CC0A-5A372F3E2911}"/>
              </a:ext>
            </a:extLst>
          </p:cNvPr>
          <p:cNvSpPr txBox="1"/>
          <p:nvPr/>
        </p:nvSpPr>
        <p:spPr>
          <a:xfrm>
            <a:off x="5435979" y="6127234"/>
            <a:ext cx="1320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Questions?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01E1C88-5C3D-8D6B-AA35-654B886B0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050020"/>
              </p:ext>
            </p:extLst>
          </p:nvPr>
        </p:nvGraphicFramePr>
        <p:xfrm>
          <a:off x="995680" y="2585043"/>
          <a:ext cx="9985137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5818">
                  <a:extLst>
                    <a:ext uri="{9D8B030D-6E8A-4147-A177-3AD203B41FA5}">
                      <a16:colId xmlns:a16="http://schemas.microsoft.com/office/drawing/2014/main" val="927354193"/>
                    </a:ext>
                  </a:extLst>
                </a:gridCol>
                <a:gridCol w="2647754">
                  <a:extLst>
                    <a:ext uri="{9D8B030D-6E8A-4147-A177-3AD203B41FA5}">
                      <a16:colId xmlns:a16="http://schemas.microsoft.com/office/drawing/2014/main" val="1907031534"/>
                    </a:ext>
                  </a:extLst>
                </a:gridCol>
                <a:gridCol w="5351565">
                  <a:extLst>
                    <a:ext uri="{9D8B030D-6E8A-4147-A177-3AD203B41FA5}">
                      <a16:colId xmlns:a16="http://schemas.microsoft.com/office/drawing/2014/main" val="28608552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Network 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350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GSO Satellite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10kbit—220mbit, 500ms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 delay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No difference at 8mbit (2s), small difference at 10kbit: ~2.4s vs ~3.5s. PQ transition is cheap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9350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Zigbee (IoT)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1kbit—250kbit, 1ms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2kbit: 3.7s vs 9.5s; 20kbit: 242ms vs 823ms; 200kbit: 25ms vs 83 </a:t>
                      </a:r>
                      <a:r>
                        <a:rPr lang="en-US" dirty="0" err="1"/>
                        <a:t>ms.</a:t>
                      </a:r>
                      <a:r>
                        <a:rPr lang="en-US" dirty="0"/>
                        <a:t> PQ transition is expensive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566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Aptos"/>
                        </a:rPr>
                        <a:t>Internet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512kbit—1gbit, 10-150ms delay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dirty="0"/>
                        <a:t>3G (512kbit, 150ms): 609ms vs 633 </a:t>
                      </a:r>
                      <a:r>
                        <a:rPr lang="en-US" err="1"/>
                        <a:t>ms</a:t>
                      </a:r>
                      <a:r>
                        <a:rPr lang="en-US" dirty="0"/>
                        <a:t>; Gigabit ethernet (1gbit, 10ms) 41 </a:t>
                      </a:r>
                      <a:r>
                        <a:rPr lang="en-US" err="1"/>
                        <a:t>ms</a:t>
                      </a:r>
                      <a:r>
                        <a:rPr lang="en-US" dirty="0"/>
                        <a:t> vs 43 </a:t>
                      </a:r>
                      <a:r>
                        <a:rPr lang="en-US" err="1"/>
                        <a:t>ms.</a:t>
                      </a:r>
                      <a:r>
                        <a:rPr lang="en-US" dirty="0"/>
                        <a:t> PQ transition is cheap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18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91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65</TotalTime>
  <Words>326</Words>
  <Application>Microsoft Office PowerPoint</Application>
  <PresentationFormat>Widescreen</PresentationFormat>
  <Paragraphs>141</Paragraphs>
  <Slides>8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The Cost of the Quantum Transition</vt:lpstr>
      <vt:lpstr>The Goal</vt:lpstr>
      <vt:lpstr>One Executable, Two Modes</vt:lpstr>
      <vt:lpstr>Network Namespace</vt:lpstr>
      <vt:lpstr>Data Acquisition</vt:lpstr>
      <vt:lpstr>Key Exchange Times</vt:lpstr>
      <vt:lpstr>Network Rate Analysis</vt:lpstr>
      <vt:lpstr>Where does it matter?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Joshua Z. Deckman</cp:lastModifiedBy>
  <cp:revision>229</cp:revision>
  <dcterms:created xsi:type="dcterms:W3CDTF">2025-12-06T19:01:51Z</dcterms:created>
  <dcterms:modified xsi:type="dcterms:W3CDTF">2025-12-08T18:25:57Z</dcterms:modified>
</cp:coreProperties>
</file>