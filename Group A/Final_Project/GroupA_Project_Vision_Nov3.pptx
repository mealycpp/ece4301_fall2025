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3" r:id="rId4"/>
    <p:sldId id="264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1B9FAA-5F48-42CC-927C-AD3AD8511570}" v="105" dt="2025-11-05T21:32:57.7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lton T. Hoang" userId="S::daltonhoang@cpp.edu::d39cc4fc-6c56-451f-8b44-225b779f5a43" providerId="AD" clId="Web-{9D247DE0-C431-9AAA-1BE7-FFCA8B29707B}"/>
    <pc:docChg chg="modSld">
      <pc:chgData name="Dalton T. Hoang" userId="S::daltonhoang@cpp.edu::d39cc4fc-6c56-451f-8b44-225b779f5a43" providerId="AD" clId="Web-{9D247DE0-C431-9AAA-1BE7-FFCA8B29707B}" dt="2025-11-03T02:09:03.138" v="2" actId="1076"/>
      <pc:docMkLst>
        <pc:docMk/>
      </pc:docMkLst>
      <pc:sldChg chg="modSp">
        <pc:chgData name="Dalton T. Hoang" userId="S::daltonhoang@cpp.edu::d39cc4fc-6c56-451f-8b44-225b779f5a43" providerId="AD" clId="Web-{9D247DE0-C431-9AAA-1BE7-FFCA8B29707B}" dt="2025-11-03T02:09:03.138" v="2" actId="1076"/>
        <pc:sldMkLst>
          <pc:docMk/>
          <pc:sldMk cId="1571398957" sldId="263"/>
        </pc:sldMkLst>
        <pc:spChg chg="mod">
          <ac:chgData name="Dalton T. Hoang" userId="S::daltonhoang@cpp.edu::d39cc4fc-6c56-451f-8b44-225b779f5a43" providerId="AD" clId="Web-{9D247DE0-C431-9AAA-1BE7-FFCA8B29707B}" dt="2025-11-03T02:09:03.138" v="2" actId="1076"/>
          <ac:spMkLst>
            <pc:docMk/>
            <pc:sldMk cId="1571398957" sldId="263"/>
            <ac:spMk id="3" creationId="{60BEBC23-5179-9BC2-76C3-D62F81E6661F}"/>
          </ac:spMkLst>
        </pc:spChg>
        <pc:spChg chg="mod">
          <ac:chgData name="Dalton T. Hoang" userId="S::daltonhoang@cpp.edu::d39cc4fc-6c56-451f-8b44-225b779f5a43" providerId="AD" clId="Web-{9D247DE0-C431-9AAA-1BE7-FFCA8B29707B}" dt="2025-11-03T02:08:59.841" v="1" actId="1076"/>
          <ac:spMkLst>
            <pc:docMk/>
            <pc:sldMk cId="1571398957" sldId="263"/>
            <ac:spMk id="8" creationId="{B609F996-98CC-7A81-A3E6-FCA21081CF37}"/>
          </ac:spMkLst>
        </pc:spChg>
      </pc:sldChg>
      <pc:sldChg chg="modSp">
        <pc:chgData name="Dalton T. Hoang" userId="S::daltonhoang@cpp.edu::d39cc4fc-6c56-451f-8b44-225b779f5a43" providerId="AD" clId="Web-{9D247DE0-C431-9AAA-1BE7-FFCA8B29707B}" dt="2025-11-03T02:06:54.714" v="0" actId="1076"/>
        <pc:sldMkLst>
          <pc:docMk/>
          <pc:sldMk cId="4081456227" sldId="264"/>
        </pc:sldMkLst>
        <pc:spChg chg="mod">
          <ac:chgData name="Dalton T. Hoang" userId="S::daltonhoang@cpp.edu::d39cc4fc-6c56-451f-8b44-225b779f5a43" providerId="AD" clId="Web-{9D247DE0-C431-9AAA-1BE7-FFCA8B29707B}" dt="2025-11-03T02:06:54.714" v="0" actId="1076"/>
          <ac:spMkLst>
            <pc:docMk/>
            <pc:sldMk cId="4081456227" sldId="264"/>
            <ac:spMk id="3" creationId="{0DA73D4E-5781-553C-FF9F-B836EE96B12F}"/>
          </ac:spMkLst>
        </pc:spChg>
      </pc:sldChg>
    </pc:docChg>
  </pc:docChgLst>
  <pc:docChgLst>
    <pc:chgData name="Caleb K. Pai" userId="S::ckpai@cpp.edu::3d7c5b84-be55-4139-ba35-f1734be42a4f" providerId="AD" clId="Web-{99A932A1-39A7-04C1-C18B-F9CB59ADE48F}"/>
    <pc:docChg chg="addSld delSld modSld sldOrd">
      <pc:chgData name="Caleb K. Pai" userId="S::ckpai@cpp.edu::3d7c5b84-be55-4139-ba35-f1734be42a4f" providerId="AD" clId="Web-{99A932A1-39A7-04C1-C18B-F9CB59ADE48F}" dt="2025-10-20T21:13:13.737" v="166" actId="20577"/>
      <pc:docMkLst>
        <pc:docMk/>
      </pc:docMkLst>
      <pc:sldChg chg="modSp add">
        <pc:chgData name="Caleb K. Pai" userId="S::ckpai@cpp.edu::3d7c5b84-be55-4139-ba35-f1734be42a4f" providerId="AD" clId="Web-{99A932A1-39A7-04C1-C18B-F9CB59ADE48F}" dt="2025-10-20T21:12:59.924" v="164" actId="20577"/>
        <pc:sldMkLst>
          <pc:docMk/>
          <pc:sldMk cId="1638207050" sldId="260"/>
        </pc:sldMkLst>
        <pc:spChg chg="mod">
          <ac:chgData name="Caleb K. Pai" userId="S::ckpai@cpp.edu::3d7c5b84-be55-4139-ba35-f1734be42a4f" providerId="AD" clId="Web-{99A932A1-39A7-04C1-C18B-F9CB59ADE48F}" dt="2025-10-20T20:55:07.543" v="45" actId="1076"/>
          <ac:spMkLst>
            <pc:docMk/>
            <pc:sldMk cId="1638207050" sldId="260"/>
            <ac:spMk id="2" creationId="{2BFAFD7A-D815-842D-7236-078F23F4B41A}"/>
          </ac:spMkLst>
        </pc:spChg>
        <pc:spChg chg="mod">
          <ac:chgData name="Caleb K. Pai" userId="S::ckpai@cpp.edu::3d7c5b84-be55-4139-ba35-f1734be42a4f" providerId="AD" clId="Web-{99A932A1-39A7-04C1-C18B-F9CB59ADE48F}" dt="2025-10-20T21:12:59.924" v="164" actId="20577"/>
          <ac:spMkLst>
            <pc:docMk/>
            <pc:sldMk cId="1638207050" sldId="260"/>
            <ac:spMk id="3" creationId="{39D0FC52-35AB-B759-C0D2-2FD932E51C7B}"/>
          </ac:spMkLst>
        </pc:spChg>
      </pc:sldChg>
      <pc:sldChg chg="modSp add">
        <pc:chgData name="Caleb K. Pai" userId="S::ckpai@cpp.edu::3d7c5b84-be55-4139-ba35-f1734be42a4f" providerId="AD" clId="Web-{99A932A1-39A7-04C1-C18B-F9CB59ADE48F}" dt="2025-10-20T21:00:14.342" v="122" actId="20577"/>
        <pc:sldMkLst>
          <pc:docMk/>
          <pc:sldMk cId="294516699" sldId="261"/>
        </pc:sldMkLst>
        <pc:spChg chg="mod">
          <ac:chgData name="Caleb K. Pai" userId="S::ckpai@cpp.edu::3d7c5b84-be55-4139-ba35-f1734be42a4f" providerId="AD" clId="Web-{99A932A1-39A7-04C1-C18B-F9CB59ADE48F}" dt="2025-10-20T20:56:01.747" v="70" actId="20577"/>
          <ac:spMkLst>
            <pc:docMk/>
            <pc:sldMk cId="294516699" sldId="261"/>
            <ac:spMk id="2" creationId="{C06DC81E-AECF-7F2A-9939-797F2563868B}"/>
          </ac:spMkLst>
        </pc:spChg>
        <pc:spChg chg="mod">
          <ac:chgData name="Caleb K. Pai" userId="S::ckpai@cpp.edu::3d7c5b84-be55-4139-ba35-f1734be42a4f" providerId="AD" clId="Web-{99A932A1-39A7-04C1-C18B-F9CB59ADE48F}" dt="2025-10-20T21:00:14.342" v="122" actId="20577"/>
          <ac:spMkLst>
            <pc:docMk/>
            <pc:sldMk cId="294516699" sldId="261"/>
            <ac:spMk id="3" creationId="{0624C9EB-6D6D-C3C8-DFFD-1CD323269290}"/>
          </ac:spMkLst>
        </pc:spChg>
      </pc:sldChg>
      <pc:sldChg chg="modSp add del ord">
        <pc:chgData name="Caleb K. Pai" userId="S::ckpai@cpp.edu::3d7c5b84-be55-4139-ba35-f1734be42a4f" providerId="AD" clId="Web-{99A932A1-39A7-04C1-C18B-F9CB59ADE48F}" dt="2025-10-20T20:56:26.169" v="79"/>
        <pc:sldMkLst>
          <pc:docMk/>
          <pc:sldMk cId="3645221114" sldId="262"/>
        </pc:sldMkLst>
        <pc:spChg chg="mod">
          <ac:chgData name="Caleb K. Pai" userId="S::ckpai@cpp.edu::3d7c5b84-be55-4139-ba35-f1734be42a4f" providerId="AD" clId="Web-{99A932A1-39A7-04C1-C18B-F9CB59ADE48F}" dt="2025-10-20T20:56:21.403" v="77" actId="20577"/>
          <ac:spMkLst>
            <pc:docMk/>
            <pc:sldMk cId="3645221114" sldId="262"/>
            <ac:spMk id="2" creationId="{1E6EF515-8902-636B-0298-CAC585C4EB73}"/>
          </ac:spMkLst>
        </pc:spChg>
        <pc:spChg chg="mod">
          <ac:chgData name="Caleb K. Pai" userId="S::ckpai@cpp.edu::3d7c5b84-be55-4139-ba35-f1734be42a4f" providerId="AD" clId="Web-{99A932A1-39A7-04C1-C18B-F9CB59ADE48F}" dt="2025-10-20T20:56:23.231" v="78" actId="20577"/>
          <ac:spMkLst>
            <pc:docMk/>
            <pc:sldMk cId="3645221114" sldId="262"/>
            <ac:spMk id="3" creationId="{CAAC5488-36A8-6990-293A-7A9851072B84}"/>
          </ac:spMkLst>
        </pc:spChg>
      </pc:sldChg>
      <pc:sldChg chg="addSp modSp add replId">
        <pc:chgData name="Caleb K. Pai" userId="S::ckpai@cpp.edu::3d7c5b84-be55-4139-ba35-f1734be42a4f" providerId="AD" clId="Web-{99A932A1-39A7-04C1-C18B-F9CB59ADE48F}" dt="2025-10-20T21:00:31.530" v="127" actId="20577"/>
        <pc:sldMkLst>
          <pc:docMk/>
          <pc:sldMk cId="1571398957" sldId="263"/>
        </pc:sldMkLst>
        <pc:spChg chg="mod">
          <ac:chgData name="Caleb K. Pai" userId="S::ckpai@cpp.edu::3d7c5b84-be55-4139-ba35-f1734be42a4f" providerId="AD" clId="Web-{99A932A1-39A7-04C1-C18B-F9CB59ADE48F}" dt="2025-10-20T21:00:28.499" v="126" actId="20577"/>
          <ac:spMkLst>
            <pc:docMk/>
            <pc:sldMk cId="1571398957" sldId="263"/>
            <ac:spMk id="3" creationId="{60BEBC23-5179-9BC2-76C3-D62F81E6661F}"/>
          </ac:spMkLst>
        </pc:spChg>
        <pc:spChg chg="add mod">
          <ac:chgData name="Caleb K. Pai" userId="S::ckpai@cpp.edu::3d7c5b84-be55-4139-ba35-f1734be42a4f" providerId="AD" clId="Web-{99A932A1-39A7-04C1-C18B-F9CB59ADE48F}" dt="2025-10-20T21:00:31.530" v="127" actId="20577"/>
          <ac:spMkLst>
            <pc:docMk/>
            <pc:sldMk cId="1571398957" sldId="263"/>
            <ac:spMk id="8" creationId="{B609F996-98CC-7A81-A3E6-FCA21081CF37}"/>
          </ac:spMkLst>
        </pc:spChg>
      </pc:sldChg>
      <pc:sldChg chg="modSp add replId">
        <pc:chgData name="Caleb K. Pai" userId="S::ckpai@cpp.edu::3d7c5b84-be55-4139-ba35-f1734be42a4f" providerId="AD" clId="Web-{99A932A1-39A7-04C1-C18B-F9CB59ADE48F}" dt="2025-10-20T21:13:13.737" v="166" actId="20577"/>
        <pc:sldMkLst>
          <pc:docMk/>
          <pc:sldMk cId="4081456227" sldId="264"/>
        </pc:sldMkLst>
        <pc:spChg chg="mod">
          <ac:chgData name="Caleb K. Pai" userId="S::ckpai@cpp.edu::3d7c5b84-be55-4139-ba35-f1734be42a4f" providerId="AD" clId="Web-{99A932A1-39A7-04C1-C18B-F9CB59ADE48F}" dt="2025-10-20T21:01:02.999" v="132" actId="20577"/>
          <ac:spMkLst>
            <pc:docMk/>
            <pc:sldMk cId="4081456227" sldId="264"/>
            <ac:spMk id="3" creationId="{0DA73D4E-5781-553C-FF9F-B836EE96B12F}"/>
          </ac:spMkLst>
        </pc:spChg>
        <pc:spChg chg="mod">
          <ac:chgData name="Caleb K. Pai" userId="S::ckpai@cpp.edu::3d7c5b84-be55-4139-ba35-f1734be42a4f" providerId="AD" clId="Web-{99A932A1-39A7-04C1-C18B-F9CB59ADE48F}" dt="2025-10-20T21:13:13.737" v="166" actId="20577"/>
          <ac:spMkLst>
            <pc:docMk/>
            <pc:sldMk cId="4081456227" sldId="264"/>
            <ac:spMk id="8" creationId="{89D8E600-5C91-97C8-1487-2D43691DBF7C}"/>
          </ac:spMkLst>
        </pc:spChg>
      </pc:sldChg>
    </pc:docChg>
  </pc:docChgLst>
  <pc:docChgLst>
    <pc:chgData name="Khristian Joseph Q. Chan" userId="S::kqchan@cpp.edu::c56813dd-e5f4-4bd2-b59e-43f1ae914346" providerId="AD" clId="Web-{FDFE8EC6-C8C6-CC64-EFB9-D958EDA36D07}"/>
    <pc:docChg chg="delSld">
      <pc:chgData name="Khristian Joseph Q. Chan" userId="S::kqchan@cpp.edu::c56813dd-e5f4-4bd2-b59e-43f1ae914346" providerId="AD" clId="Web-{FDFE8EC6-C8C6-CC64-EFB9-D958EDA36D07}" dt="2025-10-20T20:54:24.429" v="0"/>
      <pc:docMkLst>
        <pc:docMk/>
      </pc:docMkLst>
    </pc:docChg>
  </pc:docChgLst>
  <pc:docChgLst>
    <pc:chgData name="Caleb K. Pai" userId="3d7c5b84-be55-4139-ba35-f1734be42a4f" providerId="ADAL" clId="{030D9671-8F9B-4B8B-9BC3-6250F96AC62D}"/>
    <pc:docChg chg="undo custSel modSld">
      <pc:chgData name="Caleb K. Pai" userId="3d7c5b84-be55-4139-ba35-f1734be42a4f" providerId="ADAL" clId="{030D9671-8F9B-4B8B-9BC3-6250F96AC62D}" dt="2025-11-05T21:32:57.754" v="126" actId="20577"/>
      <pc:docMkLst>
        <pc:docMk/>
      </pc:docMkLst>
      <pc:sldChg chg="modSp mod">
        <pc:chgData name="Caleb K. Pai" userId="3d7c5b84-be55-4139-ba35-f1734be42a4f" providerId="ADAL" clId="{030D9671-8F9B-4B8B-9BC3-6250F96AC62D}" dt="2025-11-03T21:10:42.738" v="98" actId="20577"/>
        <pc:sldMkLst>
          <pc:docMk/>
          <pc:sldMk cId="1638207050" sldId="260"/>
        </pc:sldMkLst>
        <pc:spChg chg="mod">
          <ac:chgData name="Caleb K. Pai" userId="3d7c5b84-be55-4139-ba35-f1734be42a4f" providerId="ADAL" clId="{030D9671-8F9B-4B8B-9BC3-6250F96AC62D}" dt="2025-11-03T21:10:42.738" v="98" actId="20577"/>
          <ac:spMkLst>
            <pc:docMk/>
            <pc:sldMk cId="1638207050" sldId="260"/>
            <ac:spMk id="3" creationId="{39D0FC52-35AB-B759-C0D2-2FD932E51C7B}"/>
          </ac:spMkLst>
        </pc:spChg>
      </pc:sldChg>
      <pc:sldChg chg="modSp mod">
        <pc:chgData name="Caleb K. Pai" userId="3d7c5b84-be55-4139-ba35-f1734be42a4f" providerId="ADAL" clId="{030D9671-8F9B-4B8B-9BC3-6250F96AC62D}" dt="2025-11-05T21:32:57.754" v="126" actId="20577"/>
        <pc:sldMkLst>
          <pc:docMk/>
          <pc:sldMk cId="1571398957" sldId="263"/>
        </pc:sldMkLst>
        <pc:spChg chg="mod">
          <ac:chgData name="Caleb K. Pai" userId="3d7c5b84-be55-4139-ba35-f1734be42a4f" providerId="ADAL" clId="{030D9671-8F9B-4B8B-9BC3-6250F96AC62D}" dt="2025-11-05T21:32:57.754" v="126" actId="20577"/>
          <ac:spMkLst>
            <pc:docMk/>
            <pc:sldMk cId="1571398957" sldId="263"/>
            <ac:spMk id="3" creationId="{60BEBC23-5179-9BC2-76C3-D62F81E6661F}"/>
          </ac:spMkLst>
        </pc:spChg>
      </pc:sldChg>
      <pc:sldChg chg="modSp mod">
        <pc:chgData name="Caleb K. Pai" userId="3d7c5b84-be55-4139-ba35-f1734be42a4f" providerId="ADAL" clId="{030D9671-8F9B-4B8B-9BC3-6250F96AC62D}" dt="2025-11-05T21:24:14.422" v="114" actId="20578"/>
        <pc:sldMkLst>
          <pc:docMk/>
          <pc:sldMk cId="4081456227" sldId="264"/>
        </pc:sldMkLst>
        <pc:spChg chg="mod">
          <ac:chgData name="Caleb K. Pai" userId="3d7c5b84-be55-4139-ba35-f1734be42a4f" providerId="ADAL" clId="{030D9671-8F9B-4B8B-9BC3-6250F96AC62D}" dt="2025-11-05T21:05:20.722" v="101" actId="20577"/>
          <ac:spMkLst>
            <pc:docMk/>
            <pc:sldMk cId="4081456227" sldId="264"/>
            <ac:spMk id="3" creationId="{0DA73D4E-5781-553C-FF9F-B836EE96B12F}"/>
          </ac:spMkLst>
        </pc:spChg>
        <pc:spChg chg="mod">
          <ac:chgData name="Caleb K. Pai" userId="3d7c5b84-be55-4139-ba35-f1734be42a4f" providerId="ADAL" clId="{030D9671-8F9B-4B8B-9BC3-6250F96AC62D}" dt="2025-11-05T21:24:14.422" v="114" actId="20578"/>
          <ac:spMkLst>
            <pc:docMk/>
            <pc:sldMk cId="4081456227" sldId="264"/>
            <ac:spMk id="8" creationId="{89D8E600-5C91-97C8-1487-2D43691DBF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FD7A-D815-842D-7236-078F23F4B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8505"/>
            <a:ext cx="9144000" cy="2387600"/>
          </a:xfrm>
        </p:spPr>
        <p:txBody>
          <a:bodyPr>
            <a:normAutofit/>
          </a:bodyPr>
          <a:lstStyle/>
          <a:p>
            <a:r>
              <a:rPr lang="en-US" sz="4900">
                <a:ea typeface="+mj-lt"/>
                <a:cs typeface="+mj-lt"/>
              </a:rPr>
              <a:t>Hardware-Accelerated Poseidon Hash for Zero-Knowledge Proofs on the Pynq-Z2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0FC52-35AB-B759-C0D2-2FD932E51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64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Presented by Group A: Caleb Pai, Jacob Chow, Khristian Chan Dalton Hoang, Nathan Marlow</a:t>
            </a:r>
          </a:p>
          <a:p>
            <a:r>
              <a:rPr lang="en-US"/>
              <a:t>Presented to </a:t>
            </a:r>
            <a:r>
              <a:rPr lang="en-US">
                <a:ea typeface="+mn-lt"/>
                <a:cs typeface="+mn-lt"/>
              </a:rPr>
              <a:t>Mohamed Aly</a:t>
            </a:r>
          </a:p>
          <a:p>
            <a:endParaRPr lang="en-US"/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DD39F3AC-54E9-6D9B-8932-9BF545DD1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676" y="19390"/>
            <a:ext cx="2694648" cy="21104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B5D8EB-2690-CBC1-BFF0-249804970997}"/>
              </a:ext>
            </a:extLst>
          </p:cNvPr>
          <p:cNvSpPr/>
          <p:nvPr/>
        </p:nvSpPr>
        <p:spPr>
          <a:xfrm>
            <a:off x="0" y="6105498"/>
            <a:ext cx="12192000" cy="1760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91D13-5C22-4562-85D7-04ADEB63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D0F93-A66C-4175-9D00-93686BDCBD83}" type="slidenum">
              <a:rPr lang="en-US" smtClean="0"/>
              <a:t>1</a:t>
            </a:fld>
            <a:endParaRPr lang="en-US"/>
          </a:p>
        </p:txBody>
      </p:sp>
      <p:pic>
        <p:nvPicPr>
          <p:cNvPr id="8" name="Picture 7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1B442D0C-BBAD-C772-598C-5479109DF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92" y="6219960"/>
            <a:ext cx="3470209" cy="69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07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C81E-AECF-7F2A-9939-797F25638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4C9EB-6D6D-C3C8-DFFD-1CD323269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spcAft>
                <a:spcPts val="1000"/>
              </a:spcAft>
            </a:pPr>
            <a:r>
              <a:rPr lang="en-US">
                <a:ea typeface="+mn-lt"/>
                <a:cs typeface="+mn-lt"/>
              </a:rPr>
              <a:t>Goal: Implement and benchmark a Poseidon hash accelerator on FPGA (PL) vs ARM processor (PS) on the Pynq-Z2 board.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/>
              <a:t>Motivation:</a:t>
            </a:r>
          </a:p>
          <a:p>
            <a:pPr>
              <a:spcAft>
                <a:spcPts val="1000"/>
              </a:spcAft>
            </a:pPr>
            <a:r>
              <a:rPr lang="en-US">
                <a:ea typeface="+mn-lt"/>
                <a:cs typeface="+mn-lt"/>
              </a:rPr>
              <a:t>• Zero-Knowledge Proofs rely on Poseidon inside SNARK/STARK circuits.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/>
              <a:t>• Hardware acceleration improves performance and enables on-chip security.</a:t>
            </a:r>
          </a:p>
          <a:p>
            <a:pPr>
              <a:spcAft>
                <a:spcPts val="1000"/>
              </a:spcAft>
            </a:pPr>
            <a:r>
              <a:rPr lang="en-US">
                <a:ea typeface="+mn-lt"/>
                <a:cs typeface="+mn-lt"/>
              </a:rPr>
              <a:t>Expected Outcome: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>
                <a:ea typeface="+mn-lt"/>
                <a:cs typeface="+mn-lt"/>
              </a:rPr>
              <a:t>• Working FPGA overlay with Python driver to compute Poseidon hashes.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/>
              <a:t>• Quantified performance speedup in latency, throughput, and energy.</a:t>
            </a:r>
          </a:p>
          <a:p>
            <a:pPr>
              <a:spcAft>
                <a:spcPts val="1000"/>
              </a:spcAft>
            </a:pPr>
            <a:r>
              <a:rPr lang="en-US"/>
              <a:t>• Demo: Merkle root computation showing hardware vs software results.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C6F0-DC46-4736-C4F8-954EFC25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D0F93-A66C-4175-9D00-93686BDCBD83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82E644-24E9-1945-86F6-DF65A4E6DDB4}"/>
              </a:ext>
            </a:extLst>
          </p:cNvPr>
          <p:cNvSpPr/>
          <p:nvPr/>
        </p:nvSpPr>
        <p:spPr>
          <a:xfrm>
            <a:off x="0" y="6105498"/>
            <a:ext cx="12192000" cy="1760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77B11550-C5F0-C2AA-C61C-76074BBD2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92" y="6219960"/>
            <a:ext cx="3470209" cy="69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1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7E09E-2208-85CA-B54F-13982B507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8A8F-CB12-B20C-0A0B-676D01F8F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EBC23-5179-9BC2-76C3-D62F81E66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856"/>
            <a:ext cx="5435600" cy="436827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2000"/>
              <a:t>Deliverables (GitHub Repository):</a:t>
            </a:r>
          </a:p>
          <a:p>
            <a:pPr>
              <a:spcAft>
                <a:spcPts val="1000"/>
              </a:spcAft>
            </a:pPr>
            <a:r>
              <a:rPr lang="en-US" sz="2000">
                <a:ea typeface="+mn-lt"/>
                <a:cs typeface="+mn-lt"/>
              </a:rPr>
              <a:t>/</a:t>
            </a:r>
            <a:r>
              <a:rPr lang="en-US" sz="2000"/>
              <a:t>code/pl – Verilog Poseidon core + AXI-Lite interface</a:t>
            </a:r>
          </a:p>
          <a:p>
            <a:pPr>
              <a:spcAft>
                <a:spcPts val="1000"/>
              </a:spcAft>
            </a:pPr>
            <a:r>
              <a:rPr lang="en-US" sz="2000"/>
              <a:t>/code/</a:t>
            </a:r>
            <a:r>
              <a:rPr lang="en-US" sz="2000" err="1"/>
              <a:t>ps</a:t>
            </a:r>
            <a:r>
              <a:rPr lang="en-US" sz="2000"/>
              <a:t> – Rust driver and benchmark scripts</a:t>
            </a:r>
          </a:p>
          <a:p>
            <a:pPr>
              <a:spcAft>
                <a:spcPts val="1000"/>
              </a:spcAft>
            </a:pPr>
            <a:r>
              <a:rPr lang="en-US" sz="2000"/>
              <a:t>/demo – Short video demonstration + Metrics</a:t>
            </a:r>
          </a:p>
          <a:p>
            <a:pPr>
              <a:spcAft>
                <a:spcPts val="1000"/>
              </a:spcAft>
            </a:pPr>
            <a:r>
              <a:rPr lang="en-US" sz="2000"/>
              <a:t>/docs – IEEE-format project report (PDF)</a:t>
            </a:r>
          </a:p>
          <a:p>
            <a:pPr>
              <a:spcAft>
                <a:spcPts val="1000"/>
              </a:spcAft>
            </a:pPr>
            <a:r>
              <a:rPr lang="en-US" sz="2000"/>
              <a:t>/presentation – Slides, poster, and recorded talk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0B356-7E87-B40E-1FF1-F57D944A2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D0F93-A66C-4175-9D00-93686BDCBD83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9709E-9D59-A131-E6DE-3C3F3F99E13E}"/>
              </a:ext>
            </a:extLst>
          </p:cNvPr>
          <p:cNvSpPr/>
          <p:nvPr/>
        </p:nvSpPr>
        <p:spPr>
          <a:xfrm>
            <a:off x="0" y="6105498"/>
            <a:ext cx="12192000" cy="1760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DAE3F277-3C9A-3741-6944-A00E9BFDA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92" y="6219960"/>
            <a:ext cx="3470209" cy="69215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09F996-98CC-7A81-A3E6-FCA21081CF37}"/>
              </a:ext>
            </a:extLst>
          </p:cNvPr>
          <p:cNvSpPr txBox="1">
            <a:spLocks/>
          </p:cNvSpPr>
          <p:nvPr/>
        </p:nvSpPr>
        <p:spPr>
          <a:xfrm>
            <a:off x="6273800" y="1561856"/>
            <a:ext cx="5435600" cy="43682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en-US" sz="2000"/>
              <a:t>Team Roles (5 members × ~5 hours/week):</a:t>
            </a:r>
          </a:p>
          <a:p>
            <a:pPr>
              <a:spcAft>
                <a:spcPts val="1000"/>
              </a:spcAft>
            </a:pPr>
            <a:r>
              <a:rPr lang="en-US" sz="2000">
                <a:ea typeface="+mn-lt"/>
                <a:cs typeface="+mn-lt"/>
              </a:rPr>
              <a:t>1. HDL Lead </a:t>
            </a:r>
            <a:r>
              <a:rPr lang="en-US" sz="2000"/>
              <a:t>– Poseidon core design and verification</a:t>
            </a:r>
          </a:p>
          <a:p>
            <a:pPr>
              <a:spcAft>
                <a:spcPts val="1000"/>
              </a:spcAft>
            </a:pPr>
            <a:r>
              <a:rPr lang="en-US" sz="2000"/>
              <a:t>2. Integration Engineer – AXI wrapper and PYNQ overlay</a:t>
            </a:r>
          </a:p>
          <a:p>
            <a:pPr>
              <a:spcAft>
                <a:spcPts val="1000"/>
              </a:spcAft>
            </a:pPr>
            <a:r>
              <a:rPr lang="en-US" sz="2000"/>
              <a:t>3. Software Lead – Driver implementation and reference tests</a:t>
            </a:r>
          </a:p>
          <a:p>
            <a:pPr>
              <a:spcAft>
                <a:spcPts val="1000"/>
              </a:spcAft>
            </a:pPr>
            <a:r>
              <a:rPr lang="en-US" sz="2000">
                <a:ea typeface="+mn-lt"/>
                <a:cs typeface="+mn-lt"/>
              </a:rPr>
              <a:t>4. Benchmark Analyst </a:t>
            </a:r>
            <a:r>
              <a:rPr lang="en-US" sz="2000"/>
              <a:t>– Timing, performance plots, and analysis</a:t>
            </a:r>
          </a:p>
          <a:p>
            <a:pPr>
              <a:spcAft>
                <a:spcPts val="1000"/>
              </a:spcAft>
            </a:pPr>
            <a:r>
              <a:rPr lang="en-US" sz="2000"/>
              <a:t>5. Docs &amp; Demo Lead – Report, poster, and final video/demo setup</a:t>
            </a:r>
          </a:p>
          <a:p>
            <a:pPr>
              <a:spcAft>
                <a:spcPts val="1000"/>
              </a:spcAft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7139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54D41-46C8-E0AE-3B1D-FF9BC27D9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D57F-621E-8FEA-96B1-9FAAD84A2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73D4E-5781-553C-FF9F-B836EE96B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277" y="1317625"/>
            <a:ext cx="5435600" cy="436827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sz="2000"/>
          </a:p>
          <a:p>
            <a:pPr>
              <a:spcAft>
                <a:spcPts val="1000"/>
              </a:spcAft>
            </a:pPr>
            <a:r>
              <a:rPr lang="en-US">
                <a:ea typeface="+mn-lt"/>
                <a:cs typeface="+mn-lt"/>
              </a:rPr>
              <a:t>5-Week Timeline:</a:t>
            </a:r>
          </a:p>
          <a:p>
            <a:pPr>
              <a:spcAft>
                <a:spcPts val="1000"/>
              </a:spcAft>
            </a:pPr>
            <a:r>
              <a:rPr lang="en-US">
                <a:ea typeface="+mn-lt"/>
                <a:cs typeface="+mn-lt"/>
              </a:rPr>
              <a:t>Week 1 </a:t>
            </a:r>
            <a:r>
              <a:rPr lang="en-US"/>
              <a:t>– Poseidon spec review and software baseline (test vectors)</a:t>
            </a:r>
          </a:p>
          <a:p>
            <a:pPr>
              <a:spcAft>
                <a:spcPts val="1000"/>
              </a:spcAft>
            </a:pPr>
            <a:r>
              <a:rPr lang="en-US"/>
              <a:t>Week 2 – HDL Poseidon core implementation and simulation</a:t>
            </a:r>
          </a:p>
          <a:p>
            <a:pPr>
              <a:spcAft>
                <a:spcPts val="1000"/>
              </a:spcAft>
            </a:pPr>
            <a:r>
              <a:rPr lang="en-US"/>
              <a:t>Week 3 – AXI-Lite integration and PS driver testing on board</a:t>
            </a:r>
          </a:p>
          <a:p>
            <a:pPr>
              <a:spcAft>
                <a:spcPts val="1000"/>
              </a:spcAft>
            </a:pPr>
            <a:r>
              <a:rPr lang="en-US"/>
              <a:t>Week 4 – Benchmarking, timing, and power analysis</a:t>
            </a:r>
          </a:p>
          <a:p>
            <a:pPr>
              <a:spcAft>
                <a:spcPts val="1000"/>
              </a:spcAft>
            </a:pPr>
            <a:r>
              <a:rPr lang="en-US"/>
              <a:t>Week 5 – Report, presentation, and demo video packaging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91ADB-F978-E58B-947F-38486AA0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D0F93-A66C-4175-9D00-93686BDCBD83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1F2706-9CEB-C263-9F13-90AEAC6277A9}"/>
              </a:ext>
            </a:extLst>
          </p:cNvPr>
          <p:cNvSpPr/>
          <p:nvPr/>
        </p:nvSpPr>
        <p:spPr>
          <a:xfrm>
            <a:off x="0" y="6105498"/>
            <a:ext cx="12192000" cy="1760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BF7F0634-D833-DD97-68A4-B90546C1B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92" y="6219960"/>
            <a:ext cx="3470209" cy="69215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D8E600-5C91-97C8-1487-2D43691DBF7C}"/>
              </a:ext>
            </a:extLst>
          </p:cNvPr>
          <p:cNvSpPr txBox="1">
            <a:spLocks/>
          </p:cNvSpPr>
          <p:nvPr/>
        </p:nvSpPr>
        <p:spPr>
          <a:xfrm>
            <a:off x="6273800" y="1825625"/>
            <a:ext cx="5435600" cy="43682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en-US" sz="2000">
                <a:ea typeface="+mn-lt"/>
                <a:cs typeface="+mn-lt"/>
              </a:rPr>
              <a:t>Toolchain &amp; Hardware:</a:t>
            </a:r>
          </a:p>
          <a:p>
            <a:pPr>
              <a:spcAft>
                <a:spcPts val="1000"/>
              </a:spcAft>
            </a:pPr>
            <a:r>
              <a:rPr lang="en-US" sz="2000">
                <a:ea typeface="+mn-lt"/>
                <a:cs typeface="+mn-lt"/>
              </a:rPr>
              <a:t>Board: Pynq-Z2 (Zynq-7020 SoC)</a:t>
            </a:r>
          </a:p>
          <a:p>
            <a:pPr>
              <a:spcAft>
                <a:spcPts val="1000"/>
              </a:spcAft>
            </a:pPr>
            <a:r>
              <a:rPr lang="en-US" sz="2000">
                <a:ea typeface="+mn-lt"/>
                <a:cs typeface="+mn-lt"/>
              </a:rPr>
              <a:t>PL: Xilinx </a:t>
            </a:r>
            <a:r>
              <a:rPr lang="en-US" sz="2000" err="1">
                <a:ea typeface="+mn-lt"/>
                <a:cs typeface="+mn-lt"/>
              </a:rPr>
              <a:t>Vivado</a:t>
            </a:r>
            <a:r>
              <a:rPr lang="en-US" sz="2000">
                <a:ea typeface="+mn-lt"/>
                <a:cs typeface="+mn-lt"/>
              </a:rPr>
              <a:t> 2023.x (Verilog)</a:t>
            </a:r>
          </a:p>
          <a:p>
            <a:pPr>
              <a:spcAft>
                <a:spcPts val="1000"/>
              </a:spcAft>
            </a:pPr>
            <a:r>
              <a:rPr lang="en-US" sz="2000">
                <a:ea typeface="+mn-lt"/>
                <a:cs typeface="+mn-lt"/>
              </a:rPr>
              <a:t>PS: </a:t>
            </a:r>
            <a:r>
              <a:rPr lang="en-US" sz="2000" err="1">
                <a:ea typeface="+mn-lt"/>
                <a:cs typeface="+mn-lt"/>
              </a:rPr>
              <a:t>Pynq</a:t>
            </a:r>
            <a:r>
              <a:rPr lang="en-US" sz="2000">
                <a:ea typeface="+mn-lt"/>
                <a:cs typeface="+mn-lt"/>
              </a:rPr>
              <a:t> v2.x Rust environment</a:t>
            </a:r>
          </a:p>
          <a:p>
            <a:pPr>
              <a:spcAft>
                <a:spcPts val="1000"/>
              </a:spcAft>
            </a:pPr>
            <a:r>
              <a:rPr lang="en-US" sz="2000">
                <a:ea typeface="+mn-lt"/>
                <a:cs typeface="+mn-lt"/>
              </a:rPr>
              <a:t>Benchmarking: AXI timer, </a:t>
            </a:r>
            <a:r>
              <a:rPr lang="en-US" sz="2000" err="1">
                <a:ea typeface="+mn-lt"/>
                <a:cs typeface="+mn-lt"/>
              </a:rPr>
              <a:t>Pynq</a:t>
            </a:r>
            <a:r>
              <a:rPr lang="en-US" sz="2000">
                <a:ea typeface="+mn-lt"/>
                <a:cs typeface="+mn-lt"/>
              </a:rPr>
              <a:t> sensors</a:t>
            </a:r>
          </a:p>
          <a:p>
            <a:pPr>
              <a:spcAft>
                <a:spcPts val="1000"/>
              </a:spcAft>
            </a:pPr>
            <a:r>
              <a:rPr lang="en-US" sz="2000">
                <a:ea typeface="+mn-lt"/>
                <a:cs typeface="+mn-lt"/>
              </a:rPr>
              <a:t>Version Control: GitHub</a:t>
            </a:r>
          </a:p>
          <a:p>
            <a:pPr>
              <a:spcAft>
                <a:spcPts val="1000"/>
              </a:spcAft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81456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63211-2C21-7F55-6BF9-FF22F8807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F515-8902-636B-0298-CAC585C4E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870" y="2330542"/>
            <a:ext cx="5961529" cy="1098458"/>
          </a:xfrm>
        </p:spPr>
        <p:txBody>
          <a:bodyPr/>
          <a:lstStyle/>
          <a:p>
            <a:pPr algn="l"/>
            <a:r>
              <a:rPr lang="en-US"/>
              <a:t>Thank you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C5488-36A8-6990-293A-7A9851072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364" y="342900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/>
          </a:p>
        </p:txBody>
      </p:sp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F82F290-B312-A344-6355-3A9E764FB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56" y="112603"/>
            <a:ext cx="1985037" cy="15546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0379FA-8C51-3BC9-3220-3AFF5E942C4A}"/>
              </a:ext>
            </a:extLst>
          </p:cNvPr>
          <p:cNvSpPr/>
          <p:nvPr/>
        </p:nvSpPr>
        <p:spPr>
          <a:xfrm>
            <a:off x="0" y="6105498"/>
            <a:ext cx="12192000" cy="1760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F628B-326C-F302-753A-9AFD7562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D0F93-A66C-4175-9D00-93686BDCBD83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E37B45F5-257D-13B8-5EC3-5EF60F297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92" y="6219960"/>
            <a:ext cx="3470209" cy="69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21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Hardware-Accelerated Poseidon Hash for Zero-Knowledge Proofs on the Pynq-Z2</vt:lpstr>
      <vt:lpstr>Project Overview</vt:lpstr>
      <vt:lpstr>Project Overview</vt:lpstr>
      <vt:lpstr>Project Overview</vt:lpstr>
      <vt:lpstr>Thank you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2025-10-20T20:52:17Z</dcterms:created>
  <dcterms:modified xsi:type="dcterms:W3CDTF">2025-11-05T21:33:37Z</dcterms:modified>
</cp:coreProperties>
</file>