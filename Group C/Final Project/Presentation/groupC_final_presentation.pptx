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8" r:id="rId4"/>
    <p:sldMasterId id="214748370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y="5143500" cx="9144000"/>
  <p:notesSz cx="6858000" cy="9144000"/>
  <p:embeddedFontLst>
    <p:embeddedFont>
      <p:font typeface="IBM Plex Sans"/>
      <p:regular r:id="rId20"/>
      <p:bold r:id="rId21"/>
      <p:italic r:id="rId22"/>
      <p:boldItalic r:id="rId23"/>
    </p:embeddedFont>
    <p:embeddedFont>
      <p:font typeface="Sora SemiBold"/>
      <p:regular r:id="rId24"/>
      <p:bold r:id="rId25"/>
    </p:embeddedFont>
    <p:embeddedFont>
      <p:font typeface="IBM Plex Sans Medium"/>
      <p:regular r:id="rId26"/>
      <p:bold r:id="rId27"/>
      <p:italic r:id="rId28"/>
      <p:boldItalic r:id="rId29"/>
    </p:embeddedFont>
    <p:embeddedFont>
      <p:font typeface="Sora Light"/>
      <p:regular r:id="rId30"/>
      <p:bold r:id="rId31"/>
    </p:embeddedFont>
    <p:embeddedFont>
      <p:font typeface="Sora ExtraLight"/>
      <p:regular r:id="rId32"/>
      <p:bold r:id="rId33"/>
    </p:embeddedFont>
    <p:embeddedFont>
      <p:font typeface="Sora"/>
      <p:regular r:id="rId34"/>
      <p:bold r:id="rId35"/>
    </p:embeddedFont>
    <p:embeddedFont>
      <p:font typeface="Sora Medium"/>
      <p:regular r:id="rId36"/>
      <p:bold r:id="rId37"/>
    </p:embeddedFont>
    <p:embeddedFont>
      <p:font typeface="IBM Plex Sans SemiBold"/>
      <p:regular r:id="rId38"/>
      <p:bold r:id="rId39"/>
      <p:italic r:id="rId40"/>
      <p:boldItalic r:id="rId4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IBMPlexSansSemiBold-italic.fntdata"/><Relationship Id="rId41" Type="http://schemas.openxmlformats.org/officeDocument/2006/relationships/font" Target="fonts/IBMPlexSansSemiBold-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SoraLight-bold.fntdata"/><Relationship Id="rId30" Type="http://schemas.openxmlformats.org/officeDocument/2006/relationships/font" Target="fonts/SoraLight-regular.fntdata"/><Relationship Id="rId33" Type="http://schemas.openxmlformats.org/officeDocument/2006/relationships/font" Target="fonts/SoraExtraLight-bold.fntdata"/><Relationship Id="rId32" Type="http://schemas.openxmlformats.org/officeDocument/2006/relationships/font" Target="fonts/SoraExtraLight-regular.fntdata"/><Relationship Id="rId35" Type="http://schemas.openxmlformats.org/officeDocument/2006/relationships/font" Target="fonts/Sora-bold.fntdata"/><Relationship Id="rId34" Type="http://schemas.openxmlformats.org/officeDocument/2006/relationships/font" Target="fonts/Sora-regular.fntdata"/><Relationship Id="rId37" Type="http://schemas.openxmlformats.org/officeDocument/2006/relationships/font" Target="fonts/SoraMedium-bold.fntdata"/><Relationship Id="rId36" Type="http://schemas.openxmlformats.org/officeDocument/2006/relationships/font" Target="fonts/SoraMedium-regular.fntdata"/><Relationship Id="rId39" Type="http://schemas.openxmlformats.org/officeDocument/2006/relationships/font" Target="fonts/IBMPlexSansSemiBold-bold.fntdata"/><Relationship Id="rId38" Type="http://schemas.openxmlformats.org/officeDocument/2006/relationships/font" Target="fonts/IBMPlexSansSemiBold-regular.fntdata"/><Relationship Id="rId20" Type="http://schemas.openxmlformats.org/officeDocument/2006/relationships/font" Target="fonts/IBMPlexSans-regular.fntdata"/><Relationship Id="rId22" Type="http://schemas.openxmlformats.org/officeDocument/2006/relationships/font" Target="fonts/IBMPlexSans-italic.fntdata"/><Relationship Id="rId21" Type="http://schemas.openxmlformats.org/officeDocument/2006/relationships/font" Target="fonts/IBMPlexSans-bold.fntdata"/><Relationship Id="rId24" Type="http://schemas.openxmlformats.org/officeDocument/2006/relationships/font" Target="fonts/SoraSemiBold-regular.fntdata"/><Relationship Id="rId23" Type="http://schemas.openxmlformats.org/officeDocument/2006/relationships/font" Target="fonts/IBMPlexSans-boldItalic.fntdata"/><Relationship Id="rId26" Type="http://schemas.openxmlformats.org/officeDocument/2006/relationships/font" Target="fonts/IBMPlexSansMedium-regular.fntdata"/><Relationship Id="rId25" Type="http://schemas.openxmlformats.org/officeDocument/2006/relationships/font" Target="fonts/SoraSemiBold-bold.fntdata"/><Relationship Id="rId28" Type="http://schemas.openxmlformats.org/officeDocument/2006/relationships/font" Target="fonts/IBMPlexSansMedium-italic.fntdata"/><Relationship Id="rId27" Type="http://schemas.openxmlformats.org/officeDocument/2006/relationships/font" Target="fonts/IBMPlexSansMedium-bold.fntdata"/><Relationship Id="rId29" Type="http://schemas.openxmlformats.org/officeDocument/2006/relationships/font" Target="fonts/IBMPlexSansMedium-bold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9" name="Shape 929"/>
        <p:cNvGrpSpPr/>
        <p:nvPr/>
      </p:nvGrpSpPr>
      <p:grpSpPr>
        <a:xfrm>
          <a:off x="0" y="0"/>
          <a:ext cx="0" cy="0"/>
          <a:chOff x="0" y="0"/>
          <a:chExt cx="0" cy="0"/>
        </a:xfrm>
      </p:grpSpPr>
      <p:sp>
        <p:nvSpPr>
          <p:cNvPr id="930" name="Google Shape;930;g39e552c730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1" name="Google Shape;931;g39e552c730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6" name="Shape 936"/>
        <p:cNvGrpSpPr/>
        <p:nvPr/>
      </p:nvGrpSpPr>
      <p:grpSpPr>
        <a:xfrm>
          <a:off x="0" y="0"/>
          <a:ext cx="0" cy="0"/>
          <a:chOff x="0" y="0"/>
          <a:chExt cx="0" cy="0"/>
        </a:xfrm>
      </p:grpSpPr>
      <p:sp>
        <p:nvSpPr>
          <p:cNvPr id="937" name="Google Shape;937;g3ae4e76e858_1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8" name="Google Shape;938;g3ae4e76e858_1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5" name="Shape 945"/>
        <p:cNvGrpSpPr/>
        <p:nvPr/>
      </p:nvGrpSpPr>
      <p:grpSpPr>
        <a:xfrm>
          <a:off x="0" y="0"/>
          <a:ext cx="0" cy="0"/>
          <a:chOff x="0" y="0"/>
          <a:chExt cx="0" cy="0"/>
        </a:xfrm>
      </p:grpSpPr>
      <p:sp>
        <p:nvSpPr>
          <p:cNvPr id="946" name="Google Shape;946;g3ae4e76e858_0_9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7" name="Google Shape;947;g3ae4e76e858_0_9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1" name="Shape 951"/>
        <p:cNvGrpSpPr/>
        <p:nvPr/>
      </p:nvGrpSpPr>
      <p:grpSpPr>
        <a:xfrm>
          <a:off x="0" y="0"/>
          <a:ext cx="0" cy="0"/>
          <a:chOff x="0" y="0"/>
          <a:chExt cx="0" cy="0"/>
        </a:xfrm>
      </p:grpSpPr>
      <p:sp>
        <p:nvSpPr>
          <p:cNvPr id="952" name="Google Shape;952;g3ae4e76e858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3" name="Google Shape;953;g3ae4e76e858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000">
                <a:solidFill>
                  <a:schemeClr val="dk1"/>
                </a:solidFill>
                <a:latin typeface="Sora"/>
                <a:ea typeface="Sora"/>
                <a:cs typeface="Sora"/>
                <a:sym typeface="Sora"/>
              </a:rPr>
              <a:t>Determining feasibility of use of this lightweight cryptographic algorithm on very limited embedded platforms.</a:t>
            </a:r>
            <a:endParaRPr sz="1000">
              <a:solidFill>
                <a:schemeClr val="dk1"/>
              </a:solidFill>
              <a:latin typeface="Sora"/>
              <a:ea typeface="Sora"/>
              <a:cs typeface="Sora"/>
              <a:sym typeface="Sora"/>
            </a:endParaRPr>
          </a:p>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2" name="Shape 972"/>
        <p:cNvGrpSpPr/>
        <p:nvPr/>
      </p:nvGrpSpPr>
      <p:grpSpPr>
        <a:xfrm>
          <a:off x="0" y="0"/>
          <a:ext cx="0" cy="0"/>
          <a:chOff x="0" y="0"/>
          <a:chExt cx="0" cy="0"/>
        </a:xfrm>
      </p:grpSpPr>
      <p:sp>
        <p:nvSpPr>
          <p:cNvPr id="973" name="Google Shape;973;g3ae4e76e858_0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4" name="Google Shape;974;g3ae4e76e858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5" name="Shape 995"/>
        <p:cNvGrpSpPr/>
        <p:nvPr/>
      </p:nvGrpSpPr>
      <p:grpSpPr>
        <a:xfrm>
          <a:off x="0" y="0"/>
          <a:ext cx="0" cy="0"/>
          <a:chOff x="0" y="0"/>
          <a:chExt cx="0" cy="0"/>
        </a:xfrm>
      </p:grpSpPr>
      <p:sp>
        <p:nvSpPr>
          <p:cNvPr id="996" name="Google Shape;996;g3ae4e76e858_0_10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7" name="Google Shape;997;g3ae4e76e858_0_10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1" name="Shape 1001"/>
        <p:cNvGrpSpPr/>
        <p:nvPr/>
      </p:nvGrpSpPr>
      <p:grpSpPr>
        <a:xfrm>
          <a:off x="0" y="0"/>
          <a:ext cx="0" cy="0"/>
          <a:chOff x="0" y="0"/>
          <a:chExt cx="0" cy="0"/>
        </a:xfrm>
      </p:grpSpPr>
      <p:sp>
        <p:nvSpPr>
          <p:cNvPr id="1002" name="Google Shape;1002;g3ae2596716c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3" name="Google Shape;1003;g3ae2596716c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2" name="Shape 1022"/>
        <p:cNvGrpSpPr/>
        <p:nvPr/>
      </p:nvGrpSpPr>
      <p:grpSpPr>
        <a:xfrm>
          <a:off x="0" y="0"/>
          <a:ext cx="0" cy="0"/>
          <a:chOff x="0" y="0"/>
          <a:chExt cx="0" cy="0"/>
        </a:xfrm>
      </p:grpSpPr>
      <p:sp>
        <p:nvSpPr>
          <p:cNvPr id="1023" name="Google Shape;1023;g3ae2596716c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4" name="Google Shape;1024;g3ae2596716c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8" name="Shape 1028"/>
        <p:cNvGrpSpPr/>
        <p:nvPr/>
      </p:nvGrpSpPr>
      <p:grpSpPr>
        <a:xfrm>
          <a:off x="0" y="0"/>
          <a:ext cx="0" cy="0"/>
          <a:chOff x="0" y="0"/>
          <a:chExt cx="0" cy="0"/>
        </a:xfrm>
      </p:grpSpPr>
      <p:sp>
        <p:nvSpPr>
          <p:cNvPr id="1029" name="Google Shape;1029;g3ae2596716c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0" name="Google Shape;1030;g3ae2596716c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3" name="Shape 1033"/>
        <p:cNvGrpSpPr/>
        <p:nvPr/>
      </p:nvGrpSpPr>
      <p:grpSpPr>
        <a:xfrm>
          <a:off x="0" y="0"/>
          <a:ext cx="0" cy="0"/>
          <a:chOff x="0" y="0"/>
          <a:chExt cx="0" cy="0"/>
        </a:xfrm>
      </p:grpSpPr>
      <p:sp>
        <p:nvSpPr>
          <p:cNvPr id="1034" name="Google Shape;1034;g3ae2596716c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5" name="Google Shape;1035;g3ae2596716c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8" name="Shape 1038"/>
        <p:cNvGrpSpPr/>
        <p:nvPr/>
      </p:nvGrpSpPr>
      <p:grpSpPr>
        <a:xfrm>
          <a:off x="0" y="0"/>
          <a:ext cx="0" cy="0"/>
          <a:chOff x="0" y="0"/>
          <a:chExt cx="0" cy="0"/>
        </a:xfrm>
      </p:grpSpPr>
      <p:sp>
        <p:nvSpPr>
          <p:cNvPr id="1039" name="Google Shape;1039;g3ae2596716c_0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0" name="Google Shape;1040;g3ae2596716c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3" name="Shape 1043"/>
        <p:cNvGrpSpPr/>
        <p:nvPr/>
      </p:nvGrpSpPr>
      <p:grpSpPr>
        <a:xfrm>
          <a:off x="0" y="0"/>
          <a:ext cx="0" cy="0"/>
          <a:chOff x="0" y="0"/>
          <a:chExt cx="0" cy="0"/>
        </a:xfrm>
      </p:grpSpPr>
      <p:sp>
        <p:nvSpPr>
          <p:cNvPr id="1044" name="Google Shape;1044;g39e552c7304_0_5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5" name="Google Shape;1045;g39e552c7304_0_5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8" name="Shape 1048"/>
        <p:cNvGrpSpPr/>
        <p:nvPr/>
      </p:nvGrpSpPr>
      <p:grpSpPr>
        <a:xfrm>
          <a:off x="0" y="0"/>
          <a:ext cx="0" cy="0"/>
          <a:chOff x="0" y="0"/>
          <a:chExt cx="0" cy="0"/>
        </a:xfrm>
      </p:grpSpPr>
      <p:sp>
        <p:nvSpPr>
          <p:cNvPr id="1049" name="Google Shape;1049;g39e552c7304_0_5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0" name="Google Shape;1050;g39e552c7304_0_5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 Alt 2">
  <p:cSld name="BLANK_2">
    <p:bg>
      <p:bgPr>
        <a:solidFill>
          <a:schemeClr val="lt1"/>
        </a:solidFill>
      </p:bgPr>
    </p:bg>
    <p:spTree>
      <p:nvGrpSpPr>
        <p:cNvPr id="54" name="Shape 54"/>
        <p:cNvGrpSpPr/>
        <p:nvPr/>
      </p:nvGrpSpPr>
      <p:grpSpPr>
        <a:xfrm>
          <a:off x="0" y="0"/>
          <a:ext cx="0" cy="0"/>
          <a:chOff x="0" y="0"/>
          <a:chExt cx="0" cy="0"/>
        </a:xfrm>
      </p:grpSpPr>
      <p:sp>
        <p:nvSpPr>
          <p:cNvPr id="55" name="Google Shape;55;p14"/>
          <p:cNvSpPr txBox="1"/>
          <p:nvPr>
            <p:ph idx="1" type="subTitle"/>
          </p:nvPr>
        </p:nvSpPr>
        <p:spPr>
          <a:xfrm>
            <a:off x="130200" y="4291350"/>
            <a:ext cx="4922100" cy="739200"/>
          </a:xfrm>
          <a:prstGeom prst="rect">
            <a:avLst/>
          </a:prstGeom>
        </p:spPr>
        <p:txBody>
          <a:bodyPr anchorCtr="0" anchor="b" bIns="91425" lIns="91425" spcFirstLastPara="1" rIns="91425" wrap="square" tIns="91425">
            <a:noAutofit/>
          </a:bodyPr>
          <a:lstStyle>
            <a:lvl1pPr lvl="0">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1pPr>
            <a:lvl2pPr lvl="1">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2pPr>
            <a:lvl3pPr lvl="2">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3pPr>
            <a:lvl4pPr lvl="3">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4pPr>
            <a:lvl5pPr lvl="4">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5pPr>
            <a:lvl6pPr lvl="5">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6pPr>
            <a:lvl7pPr lvl="6">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7pPr>
            <a:lvl8pPr lvl="7">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8pPr>
            <a:lvl9pPr lvl="8">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9pPr>
          </a:lstStyle>
          <a:p/>
        </p:txBody>
      </p:sp>
      <p:sp>
        <p:nvSpPr>
          <p:cNvPr id="56" name="Google Shape;56;p14"/>
          <p:cNvSpPr/>
          <p:nvPr/>
        </p:nvSpPr>
        <p:spPr>
          <a:xfrm rot="-900003">
            <a:off x="2618331" y="-723216"/>
            <a:ext cx="4001240" cy="1687704"/>
          </a:xfrm>
          <a:prstGeom prst="chord">
            <a:avLst>
              <a:gd fmla="val 694140" name="adj1"/>
              <a:gd fmla="val 11948531"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7" name="Google Shape;57;p14"/>
          <p:cNvSpPr txBox="1"/>
          <p:nvPr>
            <p:ph idx="2" type="subTitle"/>
          </p:nvPr>
        </p:nvSpPr>
        <p:spPr>
          <a:xfrm>
            <a:off x="138475" y="228600"/>
            <a:ext cx="2164500" cy="3387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latin typeface="Sora Light"/>
                <a:ea typeface="Sora Light"/>
                <a:cs typeface="Sora Light"/>
                <a:sym typeface="Sora Light"/>
              </a:defRPr>
            </a:lvl1pPr>
            <a:lvl2pPr lvl="1">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2pPr>
            <a:lvl3pPr lvl="2">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3pPr>
            <a:lvl4pPr lvl="3">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4pPr>
            <a:lvl5pPr lvl="4">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5pPr>
            <a:lvl6pPr lvl="5">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6pPr>
            <a:lvl7pPr lvl="6">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7pPr>
            <a:lvl8pPr lvl="7">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8pPr>
            <a:lvl9pPr lvl="8">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9pPr>
          </a:lstStyle>
          <a:p/>
        </p:txBody>
      </p:sp>
      <p:sp>
        <p:nvSpPr>
          <p:cNvPr id="58" name="Google Shape;58;p14"/>
          <p:cNvSpPr/>
          <p:nvPr/>
        </p:nvSpPr>
        <p:spPr>
          <a:xfrm>
            <a:off x="228600" y="4445350"/>
            <a:ext cx="4823700" cy="210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59" name="Google Shape;59;p14"/>
          <p:cNvGrpSpPr/>
          <p:nvPr/>
        </p:nvGrpSpPr>
        <p:grpSpPr>
          <a:xfrm flipH="1" rot="10800000">
            <a:off x="4395238" y="-11"/>
            <a:ext cx="4748757" cy="2797859"/>
            <a:chOff x="3200875" y="1642950"/>
            <a:chExt cx="5970275" cy="3517550"/>
          </a:xfrm>
        </p:grpSpPr>
        <p:sp>
          <p:nvSpPr>
            <p:cNvPr id="60" name="Google Shape;60;p14"/>
            <p:cNvSpPr/>
            <p:nvPr/>
          </p:nvSpPr>
          <p:spPr>
            <a:xfrm>
              <a:off x="4208325" y="1644500"/>
              <a:ext cx="4962825" cy="3516000"/>
            </a:xfrm>
            <a:custGeom>
              <a:rect b="b" l="l" r="r" t="t"/>
              <a:pathLst>
                <a:path extrusionOk="0" h="140640" w="198513">
                  <a:moveTo>
                    <a:pt x="31387" y="0"/>
                  </a:moveTo>
                  <a:lnTo>
                    <a:pt x="0" y="140640"/>
                  </a:lnTo>
                  <a:lnTo>
                    <a:pt x="198513" y="140640"/>
                  </a:lnTo>
                  <a:lnTo>
                    <a:pt x="198513" y="63700"/>
                  </a:lnTo>
                  <a:close/>
                </a:path>
              </a:pathLst>
            </a:custGeom>
            <a:gradFill>
              <a:gsLst>
                <a:gs pos="0">
                  <a:schemeClr val="accent2"/>
                </a:gs>
                <a:gs pos="21000">
                  <a:schemeClr val="lt2"/>
                </a:gs>
                <a:gs pos="51000">
                  <a:schemeClr val="accent1"/>
                </a:gs>
                <a:gs pos="79000">
                  <a:schemeClr val="accent1"/>
                </a:gs>
                <a:gs pos="91000">
                  <a:schemeClr val="accent3"/>
                </a:gs>
                <a:gs pos="100000">
                  <a:schemeClr val="accent4"/>
                </a:gs>
              </a:gsLst>
              <a:lin ang="5400012" scaled="0"/>
            </a:gradFill>
            <a:ln>
              <a:noFill/>
            </a:ln>
          </p:spPr>
        </p:sp>
        <p:sp>
          <p:nvSpPr>
            <p:cNvPr id="61" name="Google Shape;61;p14"/>
            <p:cNvSpPr/>
            <p:nvPr/>
          </p:nvSpPr>
          <p:spPr>
            <a:xfrm>
              <a:off x="3200875" y="1642950"/>
              <a:ext cx="1795975" cy="3517550"/>
            </a:xfrm>
            <a:custGeom>
              <a:rect b="b" l="l" r="r" t="t"/>
              <a:pathLst>
                <a:path extrusionOk="0" h="140702" w="71839">
                  <a:moveTo>
                    <a:pt x="71839" y="0"/>
                  </a:moveTo>
                  <a:lnTo>
                    <a:pt x="40808" y="140702"/>
                  </a:lnTo>
                  <a:lnTo>
                    <a:pt x="0" y="140702"/>
                  </a:lnTo>
                  <a:close/>
                </a:path>
              </a:pathLst>
            </a:custGeom>
            <a:solidFill>
              <a:schemeClr val="accent5"/>
            </a:solidFill>
            <a:ln>
              <a:noFill/>
            </a:ln>
          </p:spPr>
        </p:sp>
      </p:grpSp>
      <p:grpSp>
        <p:nvGrpSpPr>
          <p:cNvPr id="62" name="Google Shape;62;p14"/>
          <p:cNvGrpSpPr/>
          <p:nvPr/>
        </p:nvGrpSpPr>
        <p:grpSpPr>
          <a:xfrm flipH="1">
            <a:off x="6309311" y="2793726"/>
            <a:ext cx="2834695" cy="1890116"/>
            <a:chOff x="312900" y="2793625"/>
            <a:chExt cx="2221200" cy="1481050"/>
          </a:xfrm>
        </p:grpSpPr>
        <p:grpSp>
          <p:nvGrpSpPr>
            <p:cNvPr id="63" name="Google Shape;63;p14"/>
            <p:cNvGrpSpPr/>
            <p:nvPr/>
          </p:nvGrpSpPr>
          <p:grpSpPr>
            <a:xfrm>
              <a:off x="312900" y="2793625"/>
              <a:ext cx="1851000" cy="1481050"/>
              <a:chOff x="461225" y="3249175"/>
              <a:chExt cx="1851000" cy="1481050"/>
            </a:xfrm>
          </p:grpSpPr>
          <p:grpSp>
            <p:nvGrpSpPr>
              <p:cNvPr id="64" name="Google Shape;64;p14"/>
              <p:cNvGrpSpPr/>
              <p:nvPr/>
            </p:nvGrpSpPr>
            <p:grpSpPr>
              <a:xfrm>
                <a:off x="461225" y="3249175"/>
                <a:ext cx="1851000" cy="370200"/>
                <a:chOff x="461225" y="3249175"/>
                <a:chExt cx="1851000" cy="370200"/>
              </a:xfrm>
            </p:grpSpPr>
            <p:sp>
              <p:nvSpPr>
                <p:cNvPr id="65" name="Google Shape;65;p14"/>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6" name="Google Shape;66;p14"/>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7" name="Google Shape;67;p14"/>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68" name="Google Shape;68;p14"/>
              <p:cNvGrpSpPr/>
              <p:nvPr/>
            </p:nvGrpSpPr>
            <p:grpSpPr>
              <a:xfrm>
                <a:off x="461225" y="3619500"/>
                <a:ext cx="1480800" cy="370200"/>
                <a:chOff x="461225" y="3249175"/>
                <a:chExt cx="1480800" cy="370200"/>
              </a:xfrm>
            </p:grpSpPr>
            <p:sp>
              <p:nvSpPr>
                <p:cNvPr id="69" name="Google Shape;69;p14"/>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0" name="Google Shape;70;p14"/>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1" name="Google Shape;71;p14"/>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2" name="Google Shape;72;p14"/>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3" name="Google Shape;73;p14"/>
              <p:cNvGrpSpPr/>
              <p:nvPr/>
            </p:nvGrpSpPr>
            <p:grpSpPr>
              <a:xfrm>
                <a:off x="461225" y="3989700"/>
                <a:ext cx="1851000" cy="370200"/>
                <a:chOff x="461225" y="3249175"/>
                <a:chExt cx="1851000" cy="370200"/>
              </a:xfrm>
            </p:grpSpPr>
            <p:sp>
              <p:nvSpPr>
                <p:cNvPr id="74" name="Google Shape;74;p14"/>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5" name="Google Shape;75;p14"/>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 name="Google Shape;76;p14"/>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7" name="Google Shape;77;p14"/>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8" name="Google Shape;78;p14"/>
              <p:cNvGrpSpPr/>
              <p:nvPr/>
            </p:nvGrpSpPr>
            <p:grpSpPr>
              <a:xfrm>
                <a:off x="461225" y="4360025"/>
                <a:ext cx="1480800" cy="370200"/>
                <a:chOff x="461225" y="3249175"/>
                <a:chExt cx="1480800" cy="370200"/>
              </a:xfrm>
            </p:grpSpPr>
            <p:sp>
              <p:nvSpPr>
                <p:cNvPr id="79" name="Google Shape;79;p14"/>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0" name="Google Shape;80;p14"/>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81" name="Google Shape;81;p14"/>
            <p:cNvSpPr/>
            <p:nvPr/>
          </p:nvSpPr>
          <p:spPr>
            <a:xfrm>
              <a:off x="2163900" y="390358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82" name="Google Shape;82;p14"/>
          <p:cNvSpPr txBox="1"/>
          <p:nvPr>
            <p:ph type="title"/>
          </p:nvPr>
        </p:nvSpPr>
        <p:spPr>
          <a:xfrm>
            <a:off x="74600" y="2891050"/>
            <a:ext cx="5876700" cy="1440000"/>
          </a:xfrm>
          <a:prstGeom prst="rect">
            <a:avLst/>
          </a:prstGeom>
        </p:spPr>
        <p:txBody>
          <a:bodyPr anchorCtr="0" anchor="b" bIns="91425" lIns="91425" spcFirstLastPara="1" rIns="91425" wrap="square" tIns="91425">
            <a:noAutofit/>
          </a:bodyPr>
          <a:lstStyle>
            <a:lvl1pPr lvl="0">
              <a:lnSpc>
                <a:spcPct val="70000"/>
              </a:lnSpc>
              <a:spcBef>
                <a:spcPts val="0"/>
              </a:spcBef>
              <a:spcAft>
                <a:spcPts val="0"/>
              </a:spcAft>
              <a:buNone/>
              <a:defRPr sz="5500">
                <a:solidFill>
                  <a:schemeClr val="dk1"/>
                </a:solidFill>
              </a:defRPr>
            </a:lvl1pPr>
            <a:lvl2pPr lvl="1">
              <a:spcBef>
                <a:spcPts val="0"/>
              </a:spcBef>
              <a:spcAft>
                <a:spcPts val="0"/>
              </a:spcAft>
              <a:buClr>
                <a:schemeClr val="dk1"/>
              </a:buClr>
              <a:buSzPts val="5500"/>
              <a:buFont typeface="IBM Plex Sans"/>
              <a:buNone/>
              <a:defRPr sz="5500">
                <a:solidFill>
                  <a:schemeClr val="dk1"/>
                </a:solidFill>
              </a:defRPr>
            </a:lvl2pPr>
            <a:lvl3pPr lvl="2">
              <a:spcBef>
                <a:spcPts val="0"/>
              </a:spcBef>
              <a:spcAft>
                <a:spcPts val="0"/>
              </a:spcAft>
              <a:buClr>
                <a:schemeClr val="dk1"/>
              </a:buClr>
              <a:buSzPts val="5500"/>
              <a:buFont typeface="IBM Plex Sans"/>
              <a:buNone/>
              <a:defRPr sz="5500">
                <a:solidFill>
                  <a:schemeClr val="dk1"/>
                </a:solidFill>
              </a:defRPr>
            </a:lvl3pPr>
            <a:lvl4pPr lvl="3">
              <a:spcBef>
                <a:spcPts val="0"/>
              </a:spcBef>
              <a:spcAft>
                <a:spcPts val="0"/>
              </a:spcAft>
              <a:buClr>
                <a:schemeClr val="dk1"/>
              </a:buClr>
              <a:buSzPts val="5500"/>
              <a:buFont typeface="IBM Plex Sans"/>
              <a:buNone/>
              <a:defRPr sz="5500">
                <a:solidFill>
                  <a:schemeClr val="dk1"/>
                </a:solidFill>
              </a:defRPr>
            </a:lvl4pPr>
            <a:lvl5pPr lvl="4">
              <a:spcBef>
                <a:spcPts val="0"/>
              </a:spcBef>
              <a:spcAft>
                <a:spcPts val="0"/>
              </a:spcAft>
              <a:buClr>
                <a:schemeClr val="dk1"/>
              </a:buClr>
              <a:buSzPts val="5500"/>
              <a:buFont typeface="IBM Plex Sans"/>
              <a:buNone/>
              <a:defRPr sz="5500">
                <a:solidFill>
                  <a:schemeClr val="dk1"/>
                </a:solidFill>
              </a:defRPr>
            </a:lvl5pPr>
            <a:lvl6pPr lvl="5">
              <a:spcBef>
                <a:spcPts val="0"/>
              </a:spcBef>
              <a:spcAft>
                <a:spcPts val="0"/>
              </a:spcAft>
              <a:buClr>
                <a:schemeClr val="dk1"/>
              </a:buClr>
              <a:buSzPts val="5500"/>
              <a:buFont typeface="IBM Plex Sans"/>
              <a:buNone/>
              <a:defRPr sz="5500">
                <a:solidFill>
                  <a:schemeClr val="dk1"/>
                </a:solidFill>
              </a:defRPr>
            </a:lvl6pPr>
            <a:lvl7pPr lvl="6">
              <a:spcBef>
                <a:spcPts val="0"/>
              </a:spcBef>
              <a:spcAft>
                <a:spcPts val="0"/>
              </a:spcAft>
              <a:buClr>
                <a:schemeClr val="dk1"/>
              </a:buClr>
              <a:buSzPts val="5500"/>
              <a:buFont typeface="IBM Plex Sans"/>
              <a:buNone/>
              <a:defRPr sz="5500">
                <a:solidFill>
                  <a:schemeClr val="dk1"/>
                </a:solidFill>
              </a:defRPr>
            </a:lvl7pPr>
            <a:lvl8pPr lvl="7">
              <a:spcBef>
                <a:spcPts val="0"/>
              </a:spcBef>
              <a:spcAft>
                <a:spcPts val="0"/>
              </a:spcAft>
              <a:buClr>
                <a:schemeClr val="dk1"/>
              </a:buClr>
              <a:buSzPts val="5500"/>
              <a:buFont typeface="IBM Plex Sans"/>
              <a:buNone/>
              <a:defRPr sz="5500">
                <a:solidFill>
                  <a:schemeClr val="dk1"/>
                </a:solidFill>
              </a:defRPr>
            </a:lvl8pPr>
            <a:lvl9pPr lvl="8">
              <a:spcBef>
                <a:spcPts val="0"/>
              </a:spcBef>
              <a:spcAft>
                <a:spcPts val="0"/>
              </a:spcAft>
              <a:buClr>
                <a:schemeClr val="dk1"/>
              </a:buClr>
              <a:buSzPts val="5500"/>
              <a:buFont typeface="IBM Plex Sans"/>
              <a:buNone/>
              <a:defRPr sz="5500">
                <a:solidFill>
                  <a:schemeClr val="dk1"/>
                </a:solidFill>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1">
  <p:cSld name="BLANK_1_1_3">
    <p:spTree>
      <p:nvGrpSpPr>
        <p:cNvPr id="83" name="Shape 83"/>
        <p:cNvGrpSpPr/>
        <p:nvPr/>
      </p:nvGrpSpPr>
      <p:grpSpPr>
        <a:xfrm>
          <a:off x="0" y="0"/>
          <a:ext cx="0" cy="0"/>
          <a:chOff x="0" y="0"/>
          <a:chExt cx="0" cy="0"/>
        </a:xfrm>
      </p:grpSpPr>
      <p:grpSp>
        <p:nvGrpSpPr>
          <p:cNvPr id="84" name="Google Shape;84;p15"/>
          <p:cNvGrpSpPr/>
          <p:nvPr/>
        </p:nvGrpSpPr>
        <p:grpSpPr>
          <a:xfrm flipH="1">
            <a:off x="6169505" y="2816179"/>
            <a:ext cx="2979740" cy="1986829"/>
            <a:chOff x="312900" y="2793625"/>
            <a:chExt cx="2221200" cy="1481050"/>
          </a:xfrm>
        </p:grpSpPr>
        <p:grpSp>
          <p:nvGrpSpPr>
            <p:cNvPr id="85" name="Google Shape;85;p15"/>
            <p:cNvGrpSpPr/>
            <p:nvPr/>
          </p:nvGrpSpPr>
          <p:grpSpPr>
            <a:xfrm>
              <a:off x="312900" y="2793625"/>
              <a:ext cx="1851000" cy="1481050"/>
              <a:chOff x="461225" y="3249175"/>
              <a:chExt cx="1851000" cy="1481050"/>
            </a:xfrm>
          </p:grpSpPr>
          <p:grpSp>
            <p:nvGrpSpPr>
              <p:cNvPr id="86" name="Google Shape;86;p15"/>
              <p:cNvGrpSpPr/>
              <p:nvPr/>
            </p:nvGrpSpPr>
            <p:grpSpPr>
              <a:xfrm>
                <a:off x="461225" y="3249175"/>
                <a:ext cx="1851000" cy="370200"/>
                <a:chOff x="461225" y="3249175"/>
                <a:chExt cx="1851000" cy="370200"/>
              </a:xfrm>
            </p:grpSpPr>
            <p:sp>
              <p:nvSpPr>
                <p:cNvPr id="87" name="Google Shape;87;p1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8" name="Google Shape;88;p1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9" name="Google Shape;89;p1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0" name="Google Shape;90;p1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1" name="Google Shape;91;p1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92" name="Google Shape;92;p15"/>
              <p:cNvGrpSpPr/>
              <p:nvPr/>
            </p:nvGrpSpPr>
            <p:grpSpPr>
              <a:xfrm>
                <a:off x="461225" y="3619500"/>
                <a:ext cx="1851000" cy="370200"/>
                <a:chOff x="461225" y="3249175"/>
                <a:chExt cx="1851000" cy="370200"/>
              </a:xfrm>
            </p:grpSpPr>
            <p:sp>
              <p:nvSpPr>
                <p:cNvPr id="93" name="Google Shape;93;p1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4" name="Google Shape;94;p1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5" name="Google Shape;95;p1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6" name="Google Shape;96;p1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7" name="Google Shape;97;p1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98" name="Google Shape;98;p15"/>
              <p:cNvGrpSpPr/>
              <p:nvPr/>
            </p:nvGrpSpPr>
            <p:grpSpPr>
              <a:xfrm>
                <a:off x="461225" y="3989700"/>
                <a:ext cx="1851000" cy="370200"/>
                <a:chOff x="461225" y="3249175"/>
                <a:chExt cx="1851000" cy="370200"/>
              </a:xfrm>
            </p:grpSpPr>
            <p:sp>
              <p:nvSpPr>
                <p:cNvPr id="99" name="Google Shape;99;p1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0" name="Google Shape;100;p1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1" name="Google Shape;101;p1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2" name="Google Shape;102;p1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3" name="Google Shape;103;p1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04" name="Google Shape;104;p15"/>
              <p:cNvGrpSpPr/>
              <p:nvPr/>
            </p:nvGrpSpPr>
            <p:grpSpPr>
              <a:xfrm>
                <a:off x="461225" y="4360025"/>
                <a:ext cx="1851000" cy="370200"/>
                <a:chOff x="461225" y="3249175"/>
                <a:chExt cx="1851000" cy="370200"/>
              </a:xfrm>
            </p:grpSpPr>
            <p:sp>
              <p:nvSpPr>
                <p:cNvPr id="105" name="Google Shape;105;p1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6" name="Google Shape;106;p1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7" name="Google Shape;107;p1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8" name="Google Shape;108;p1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9" name="Google Shape;109;p1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110" name="Google Shape;110;p15"/>
            <p:cNvSpPr/>
            <p:nvPr/>
          </p:nvSpPr>
          <p:spPr>
            <a:xfrm>
              <a:off x="2163900" y="279362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111" name="Google Shape;111;p15"/>
          <p:cNvSpPr/>
          <p:nvPr/>
        </p:nvSpPr>
        <p:spPr>
          <a:xfrm flipH="1">
            <a:off x="12" y="3308203"/>
            <a:ext cx="9143963" cy="1835315"/>
          </a:xfrm>
          <a:custGeom>
            <a:rect b="b" l="l" r="r" t="t"/>
            <a:pathLst>
              <a:path extrusionOk="0" h="29205" w="61561">
                <a:moveTo>
                  <a:pt x="61560" y="1"/>
                </a:moveTo>
                <a:lnTo>
                  <a:pt x="60172" y="120"/>
                </a:lnTo>
                <a:lnTo>
                  <a:pt x="58745" y="258"/>
                </a:lnTo>
                <a:lnTo>
                  <a:pt x="57318" y="417"/>
                </a:lnTo>
                <a:lnTo>
                  <a:pt x="55870" y="595"/>
                </a:lnTo>
                <a:lnTo>
                  <a:pt x="54403" y="814"/>
                </a:lnTo>
                <a:lnTo>
                  <a:pt x="52936" y="1051"/>
                </a:lnTo>
                <a:lnTo>
                  <a:pt x="51429" y="1309"/>
                </a:lnTo>
                <a:lnTo>
                  <a:pt x="49942" y="1587"/>
                </a:lnTo>
                <a:lnTo>
                  <a:pt x="48436" y="1884"/>
                </a:lnTo>
                <a:lnTo>
                  <a:pt x="46909" y="2221"/>
                </a:lnTo>
                <a:lnTo>
                  <a:pt x="45382" y="2578"/>
                </a:lnTo>
                <a:lnTo>
                  <a:pt x="43836" y="2955"/>
                </a:lnTo>
                <a:lnTo>
                  <a:pt x="42309" y="3351"/>
                </a:lnTo>
                <a:lnTo>
                  <a:pt x="40763" y="3787"/>
                </a:lnTo>
                <a:lnTo>
                  <a:pt x="39217" y="4224"/>
                </a:lnTo>
                <a:lnTo>
                  <a:pt x="37670" y="4699"/>
                </a:lnTo>
                <a:lnTo>
                  <a:pt x="35866" y="5274"/>
                </a:lnTo>
                <a:lnTo>
                  <a:pt x="34082" y="5869"/>
                </a:lnTo>
                <a:lnTo>
                  <a:pt x="32337" y="6484"/>
                </a:lnTo>
                <a:lnTo>
                  <a:pt x="30592" y="7118"/>
                </a:lnTo>
                <a:lnTo>
                  <a:pt x="28887" y="7792"/>
                </a:lnTo>
                <a:lnTo>
                  <a:pt x="27222" y="8466"/>
                </a:lnTo>
                <a:lnTo>
                  <a:pt x="25557" y="9160"/>
                </a:lnTo>
                <a:lnTo>
                  <a:pt x="23951" y="9894"/>
                </a:lnTo>
                <a:lnTo>
                  <a:pt x="22365" y="10627"/>
                </a:lnTo>
                <a:lnTo>
                  <a:pt x="20818" y="11381"/>
                </a:lnTo>
                <a:lnTo>
                  <a:pt x="19292" y="12154"/>
                </a:lnTo>
                <a:lnTo>
                  <a:pt x="17824" y="12927"/>
                </a:lnTo>
                <a:lnTo>
                  <a:pt x="16377" y="13740"/>
                </a:lnTo>
                <a:lnTo>
                  <a:pt x="14989" y="14553"/>
                </a:lnTo>
                <a:lnTo>
                  <a:pt x="13621" y="15386"/>
                </a:lnTo>
                <a:lnTo>
                  <a:pt x="12313" y="16218"/>
                </a:lnTo>
                <a:lnTo>
                  <a:pt x="11084" y="17051"/>
                </a:lnTo>
                <a:lnTo>
                  <a:pt x="9914" y="17884"/>
                </a:lnTo>
                <a:lnTo>
                  <a:pt x="8804" y="18716"/>
                </a:lnTo>
                <a:lnTo>
                  <a:pt x="7753" y="19549"/>
                </a:lnTo>
                <a:lnTo>
                  <a:pt x="6762" y="20382"/>
                </a:lnTo>
                <a:lnTo>
                  <a:pt x="5810" y="21214"/>
                </a:lnTo>
                <a:lnTo>
                  <a:pt x="4938" y="22027"/>
                </a:lnTo>
                <a:lnTo>
                  <a:pt x="4125" y="22860"/>
                </a:lnTo>
                <a:lnTo>
                  <a:pt x="3371" y="23693"/>
                </a:lnTo>
                <a:lnTo>
                  <a:pt x="2697" y="24505"/>
                </a:lnTo>
                <a:lnTo>
                  <a:pt x="2380" y="24902"/>
                </a:lnTo>
                <a:lnTo>
                  <a:pt x="2063" y="25298"/>
                </a:lnTo>
                <a:lnTo>
                  <a:pt x="1785" y="25715"/>
                </a:lnTo>
                <a:lnTo>
                  <a:pt x="1528" y="26111"/>
                </a:lnTo>
                <a:lnTo>
                  <a:pt x="1270" y="26508"/>
                </a:lnTo>
                <a:lnTo>
                  <a:pt x="1032" y="26904"/>
                </a:lnTo>
                <a:lnTo>
                  <a:pt x="814" y="27281"/>
                </a:lnTo>
                <a:lnTo>
                  <a:pt x="616" y="27678"/>
                </a:lnTo>
                <a:lnTo>
                  <a:pt x="437" y="28054"/>
                </a:lnTo>
                <a:lnTo>
                  <a:pt x="279" y="28451"/>
                </a:lnTo>
                <a:lnTo>
                  <a:pt x="120" y="28827"/>
                </a:lnTo>
                <a:lnTo>
                  <a:pt x="1" y="29204"/>
                </a:lnTo>
                <a:lnTo>
                  <a:pt x="61560" y="29204"/>
                </a:lnTo>
                <a:lnTo>
                  <a:pt x="6156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112" name="Google Shape;112;p15"/>
          <p:cNvSpPr/>
          <p:nvPr/>
        </p:nvSpPr>
        <p:spPr>
          <a:xfrm>
            <a:off x="11" y="2611497"/>
            <a:ext cx="725708" cy="1448283"/>
          </a:xfrm>
          <a:custGeom>
            <a:rect b="b" l="l" r="r" t="t"/>
            <a:pathLst>
              <a:path extrusionOk="0" h="50476" w="25297">
                <a:moveTo>
                  <a:pt x="1" y="1"/>
                </a:moveTo>
                <a:lnTo>
                  <a:pt x="1" y="50475"/>
                </a:lnTo>
                <a:lnTo>
                  <a:pt x="2694" y="50358"/>
                </a:lnTo>
                <a:lnTo>
                  <a:pt x="5154" y="50007"/>
                </a:lnTo>
                <a:lnTo>
                  <a:pt x="7613" y="49304"/>
                </a:lnTo>
                <a:lnTo>
                  <a:pt x="9838" y="48484"/>
                </a:lnTo>
                <a:lnTo>
                  <a:pt x="12063" y="47430"/>
                </a:lnTo>
                <a:lnTo>
                  <a:pt x="14171" y="46142"/>
                </a:lnTo>
                <a:lnTo>
                  <a:pt x="16162" y="44737"/>
                </a:lnTo>
                <a:lnTo>
                  <a:pt x="17919" y="43097"/>
                </a:lnTo>
                <a:lnTo>
                  <a:pt x="19558" y="41341"/>
                </a:lnTo>
                <a:lnTo>
                  <a:pt x="20964" y="39350"/>
                </a:lnTo>
                <a:lnTo>
                  <a:pt x="22252" y="37242"/>
                </a:lnTo>
                <a:lnTo>
                  <a:pt x="23306" y="35017"/>
                </a:lnTo>
                <a:lnTo>
                  <a:pt x="24126" y="32792"/>
                </a:lnTo>
                <a:lnTo>
                  <a:pt x="24828" y="30332"/>
                </a:lnTo>
                <a:lnTo>
                  <a:pt x="25180" y="27873"/>
                </a:lnTo>
                <a:lnTo>
                  <a:pt x="25297" y="25296"/>
                </a:lnTo>
                <a:lnTo>
                  <a:pt x="25180" y="22720"/>
                </a:lnTo>
                <a:lnTo>
                  <a:pt x="24828" y="20144"/>
                </a:lnTo>
                <a:lnTo>
                  <a:pt x="24126" y="17801"/>
                </a:lnTo>
                <a:lnTo>
                  <a:pt x="23306" y="15459"/>
                </a:lnTo>
                <a:lnTo>
                  <a:pt x="22252" y="13234"/>
                </a:lnTo>
                <a:lnTo>
                  <a:pt x="20964" y="11126"/>
                </a:lnTo>
                <a:lnTo>
                  <a:pt x="19558" y="9252"/>
                </a:lnTo>
                <a:lnTo>
                  <a:pt x="17919" y="7379"/>
                </a:lnTo>
                <a:lnTo>
                  <a:pt x="16162" y="5739"/>
                </a:lnTo>
                <a:lnTo>
                  <a:pt x="14171" y="4334"/>
                </a:lnTo>
                <a:lnTo>
                  <a:pt x="12063" y="3046"/>
                </a:lnTo>
                <a:lnTo>
                  <a:pt x="9838" y="1992"/>
                </a:lnTo>
                <a:lnTo>
                  <a:pt x="7613" y="1172"/>
                </a:lnTo>
                <a:lnTo>
                  <a:pt x="5154" y="586"/>
                </a:lnTo>
                <a:lnTo>
                  <a:pt x="2694" y="118"/>
                </a:lnTo>
                <a:lnTo>
                  <a:pt x="1" y="1"/>
                </a:lnTo>
                <a:close/>
              </a:path>
            </a:pathLst>
          </a:custGeom>
          <a:gradFill>
            <a:gsLst>
              <a:gs pos="0">
                <a:schemeClr val="accent3"/>
              </a:gs>
              <a:gs pos="56000">
                <a:schemeClr val="accent1"/>
              </a:gs>
              <a:gs pos="100000">
                <a:schemeClr val="accent1"/>
              </a:gs>
            </a:gsLst>
            <a:lin ang="1350003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13" name="Google Shape;113;p15"/>
          <p:cNvSpPr/>
          <p:nvPr/>
        </p:nvSpPr>
        <p:spPr>
          <a:xfrm flipH="1">
            <a:off x="3311207" y="2592556"/>
            <a:ext cx="1486200" cy="1486200"/>
          </a:xfrm>
          <a:prstGeom prst="ellipse">
            <a:avLst/>
          </a:prstGeom>
          <a:gradFill>
            <a:gsLst>
              <a:gs pos="0">
                <a:schemeClr val="accent3"/>
              </a:gs>
              <a:gs pos="56000">
                <a:schemeClr val="accent1"/>
              </a:gs>
              <a:gs pos="100000">
                <a:schemeClr val="accent1"/>
              </a:gs>
            </a:gsLst>
            <a:lin ang="1350003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14" name="Google Shape;114;p15"/>
          <p:cNvSpPr/>
          <p:nvPr/>
        </p:nvSpPr>
        <p:spPr>
          <a:xfrm flipH="1" rot="-5400000">
            <a:off x="1299729" y="2592569"/>
            <a:ext cx="1486200" cy="1486200"/>
          </a:xfrm>
          <a:prstGeom prst="ellipse">
            <a:avLst/>
          </a:prstGeom>
          <a:gradFill>
            <a:gsLst>
              <a:gs pos="0">
                <a:schemeClr val="accent3"/>
              </a:gs>
              <a:gs pos="35000">
                <a:schemeClr val="accent3"/>
              </a:gs>
              <a:gs pos="100000">
                <a:schemeClr val="accent1"/>
              </a:gs>
            </a:gsLst>
            <a:lin ang="8099331"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15" name="Google Shape;115;p15"/>
          <p:cNvSpPr txBox="1"/>
          <p:nvPr>
            <p:ph type="title"/>
          </p:nvPr>
        </p:nvSpPr>
        <p:spPr>
          <a:xfrm>
            <a:off x="115025" y="502775"/>
            <a:ext cx="4183800" cy="5877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116" name="Google Shape;116;p15"/>
          <p:cNvSpPr txBox="1"/>
          <p:nvPr>
            <p:ph idx="2"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117" name="Google Shape;117;p15"/>
          <p:cNvSpPr txBox="1"/>
          <p:nvPr>
            <p:ph idx="1" type="body"/>
          </p:nvPr>
        </p:nvSpPr>
        <p:spPr>
          <a:xfrm>
            <a:off x="3511550" y="587150"/>
            <a:ext cx="4371600" cy="2526300"/>
          </a:xfrm>
          <a:prstGeom prst="rect">
            <a:avLst/>
          </a:prstGeom>
        </p:spPr>
        <p:txBody>
          <a:bodyPr anchorCtr="0" anchor="t" bIns="91425" lIns="91425" spcFirstLastPara="1" rIns="91425" wrap="square" tIns="91425">
            <a:noAutofit/>
          </a:bodyPr>
          <a:lstStyle>
            <a:lvl1pPr indent="-292100" lvl="0" marL="457200">
              <a:lnSpc>
                <a:spcPct val="115000"/>
              </a:lnSpc>
              <a:spcBef>
                <a:spcPts val="0"/>
              </a:spcBef>
              <a:spcAft>
                <a:spcPts val="0"/>
              </a:spcAft>
              <a:buClr>
                <a:schemeClr val="lt1"/>
              </a:buClr>
              <a:buSzPts val="1000"/>
              <a:buFont typeface="Sora"/>
              <a:buChar char="●"/>
              <a:defRPr sz="1000"/>
            </a:lvl1pPr>
            <a:lvl2pPr indent="-292100" lvl="1" marL="914400">
              <a:lnSpc>
                <a:spcPct val="115000"/>
              </a:lnSpc>
              <a:spcBef>
                <a:spcPts val="800"/>
              </a:spcBef>
              <a:spcAft>
                <a:spcPts val="0"/>
              </a:spcAft>
              <a:buClr>
                <a:schemeClr val="lt1"/>
              </a:buClr>
              <a:buSzPts val="1000"/>
              <a:buFont typeface="Sora"/>
              <a:buChar char="○"/>
              <a:defRPr sz="1000"/>
            </a:lvl2pPr>
            <a:lvl3pPr indent="-292100" lvl="2" marL="1371600">
              <a:lnSpc>
                <a:spcPct val="115000"/>
              </a:lnSpc>
              <a:spcBef>
                <a:spcPts val="800"/>
              </a:spcBef>
              <a:spcAft>
                <a:spcPts val="0"/>
              </a:spcAft>
              <a:buClr>
                <a:schemeClr val="lt1"/>
              </a:buClr>
              <a:buSzPts val="1000"/>
              <a:buFont typeface="Sora"/>
              <a:buChar char="■"/>
              <a:defRPr sz="1000"/>
            </a:lvl3pPr>
            <a:lvl4pPr indent="-292100" lvl="3" marL="1828800">
              <a:lnSpc>
                <a:spcPct val="115000"/>
              </a:lnSpc>
              <a:spcBef>
                <a:spcPts val="800"/>
              </a:spcBef>
              <a:spcAft>
                <a:spcPts val="0"/>
              </a:spcAft>
              <a:buClr>
                <a:schemeClr val="lt1"/>
              </a:buClr>
              <a:buSzPts val="1000"/>
              <a:buFont typeface="Sora"/>
              <a:buChar char="●"/>
              <a:defRPr sz="1000"/>
            </a:lvl4pPr>
            <a:lvl5pPr indent="-292100" lvl="4" marL="2286000">
              <a:lnSpc>
                <a:spcPct val="115000"/>
              </a:lnSpc>
              <a:spcBef>
                <a:spcPts val="800"/>
              </a:spcBef>
              <a:spcAft>
                <a:spcPts val="0"/>
              </a:spcAft>
              <a:buClr>
                <a:schemeClr val="lt1"/>
              </a:buClr>
              <a:buSzPts val="1000"/>
              <a:buFont typeface="Sora"/>
              <a:buChar char="○"/>
              <a:defRPr sz="1000"/>
            </a:lvl5pPr>
            <a:lvl6pPr indent="-292100" lvl="5" marL="2743200">
              <a:lnSpc>
                <a:spcPct val="115000"/>
              </a:lnSpc>
              <a:spcBef>
                <a:spcPts val="800"/>
              </a:spcBef>
              <a:spcAft>
                <a:spcPts val="0"/>
              </a:spcAft>
              <a:buClr>
                <a:schemeClr val="lt1"/>
              </a:buClr>
              <a:buSzPts val="1000"/>
              <a:buFont typeface="Sora"/>
              <a:buChar char="■"/>
              <a:defRPr sz="1000"/>
            </a:lvl6pPr>
            <a:lvl7pPr indent="-292100" lvl="6" marL="3200400">
              <a:lnSpc>
                <a:spcPct val="115000"/>
              </a:lnSpc>
              <a:spcBef>
                <a:spcPts val="800"/>
              </a:spcBef>
              <a:spcAft>
                <a:spcPts val="0"/>
              </a:spcAft>
              <a:buClr>
                <a:schemeClr val="lt1"/>
              </a:buClr>
              <a:buSzPts val="1000"/>
              <a:buFont typeface="Sora"/>
              <a:buChar char="●"/>
              <a:defRPr sz="1000"/>
            </a:lvl7pPr>
            <a:lvl8pPr indent="-292100" lvl="7" marL="3657600">
              <a:lnSpc>
                <a:spcPct val="115000"/>
              </a:lnSpc>
              <a:spcBef>
                <a:spcPts val="800"/>
              </a:spcBef>
              <a:spcAft>
                <a:spcPts val="0"/>
              </a:spcAft>
              <a:buClr>
                <a:schemeClr val="lt1"/>
              </a:buClr>
              <a:buSzPts val="1000"/>
              <a:buFont typeface="Sora"/>
              <a:buChar char="○"/>
              <a:defRPr sz="1000"/>
            </a:lvl8pPr>
            <a:lvl9pPr indent="-292100" lvl="8" marL="4114800">
              <a:lnSpc>
                <a:spcPct val="115000"/>
              </a:lnSpc>
              <a:spcBef>
                <a:spcPts val="800"/>
              </a:spcBef>
              <a:spcAft>
                <a:spcPts val="800"/>
              </a:spcAft>
              <a:buClr>
                <a:schemeClr val="lt1"/>
              </a:buClr>
              <a:buSzPts val="1000"/>
              <a:buFont typeface="Sora"/>
              <a:buChar char="■"/>
              <a:defRPr sz="1000"/>
            </a:lvl9pPr>
          </a:lstStyle>
          <a:p/>
        </p:txBody>
      </p:sp>
      <p:sp>
        <p:nvSpPr>
          <p:cNvPr id="118" name="Google Shape;118;p15"/>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2">
  <p:cSld name="BLANK_1_1_2">
    <p:spTree>
      <p:nvGrpSpPr>
        <p:cNvPr id="119" name="Shape 119"/>
        <p:cNvGrpSpPr/>
        <p:nvPr/>
      </p:nvGrpSpPr>
      <p:grpSpPr>
        <a:xfrm>
          <a:off x="0" y="0"/>
          <a:ext cx="0" cy="0"/>
          <a:chOff x="0" y="0"/>
          <a:chExt cx="0" cy="0"/>
        </a:xfrm>
      </p:grpSpPr>
      <p:grpSp>
        <p:nvGrpSpPr>
          <p:cNvPr id="120" name="Google Shape;120;p16"/>
          <p:cNvGrpSpPr/>
          <p:nvPr/>
        </p:nvGrpSpPr>
        <p:grpSpPr>
          <a:xfrm flipH="1">
            <a:off x="6169505" y="228779"/>
            <a:ext cx="2979740" cy="1986829"/>
            <a:chOff x="312900" y="2793625"/>
            <a:chExt cx="2221200" cy="1481050"/>
          </a:xfrm>
        </p:grpSpPr>
        <p:grpSp>
          <p:nvGrpSpPr>
            <p:cNvPr id="121" name="Google Shape;121;p16"/>
            <p:cNvGrpSpPr/>
            <p:nvPr/>
          </p:nvGrpSpPr>
          <p:grpSpPr>
            <a:xfrm>
              <a:off x="312900" y="2793625"/>
              <a:ext cx="1851000" cy="1481050"/>
              <a:chOff x="461225" y="3249175"/>
              <a:chExt cx="1851000" cy="1481050"/>
            </a:xfrm>
          </p:grpSpPr>
          <p:grpSp>
            <p:nvGrpSpPr>
              <p:cNvPr id="122" name="Google Shape;122;p16"/>
              <p:cNvGrpSpPr/>
              <p:nvPr/>
            </p:nvGrpSpPr>
            <p:grpSpPr>
              <a:xfrm>
                <a:off x="461225" y="3249175"/>
                <a:ext cx="1851000" cy="370200"/>
                <a:chOff x="461225" y="3249175"/>
                <a:chExt cx="1851000" cy="370200"/>
              </a:xfrm>
            </p:grpSpPr>
            <p:sp>
              <p:nvSpPr>
                <p:cNvPr id="123" name="Google Shape;123;p16"/>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4" name="Google Shape;124;p16"/>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5" name="Google Shape;125;p16"/>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6" name="Google Shape;126;p16"/>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7" name="Google Shape;127;p16"/>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28" name="Google Shape;128;p16"/>
              <p:cNvGrpSpPr/>
              <p:nvPr/>
            </p:nvGrpSpPr>
            <p:grpSpPr>
              <a:xfrm>
                <a:off x="461225" y="3619500"/>
                <a:ext cx="1851000" cy="370200"/>
                <a:chOff x="461225" y="3249175"/>
                <a:chExt cx="1851000" cy="370200"/>
              </a:xfrm>
            </p:grpSpPr>
            <p:sp>
              <p:nvSpPr>
                <p:cNvPr id="129" name="Google Shape;129;p16"/>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0" name="Google Shape;130;p16"/>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1" name="Google Shape;131;p16"/>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2" name="Google Shape;132;p16"/>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3" name="Google Shape;133;p16"/>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34" name="Google Shape;134;p16"/>
              <p:cNvGrpSpPr/>
              <p:nvPr/>
            </p:nvGrpSpPr>
            <p:grpSpPr>
              <a:xfrm>
                <a:off x="461225" y="3989700"/>
                <a:ext cx="1851000" cy="370200"/>
                <a:chOff x="461225" y="3249175"/>
                <a:chExt cx="1851000" cy="370200"/>
              </a:xfrm>
            </p:grpSpPr>
            <p:sp>
              <p:nvSpPr>
                <p:cNvPr id="135" name="Google Shape;135;p16"/>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6" name="Google Shape;136;p16"/>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7" name="Google Shape;137;p16"/>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8" name="Google Shape;138;p16"/>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9" name="Google Shape;139;p16"/>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40" name="Google Shape;140;p16"/>
              <p:cNvGrpSpPr/>
              <p:nvPr/>
            </p:nvGrpSpPr>
            <p:grpSpPr>
              <a:xfrm>
                <a:off x="461225" y="4360025"/>
                <a:ext cx="1851000" cy="370200"/>
                <a:chOff x="461225" y="3249175"/>
                <a:chExt cx="1851000" cy="370200"/>
              </a:xfrm>
            </p:grpSpPr>
            <p:sp>
              <p:nvSpPr>
                <p:cNvPr id="141" name="Google Shape;141;p16"/>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2" name="Google Shape;142;p16"/>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3" name="Google Shape;143;p16"/>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4" name="Google Shape;144;p16"/>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5" name="Google Shape;145;p16"/>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146" name="Google Shape;146;p16"/>
            <p:cNvSpPr/>
            <p:nvPr/>
          </p:nvSpPr>
          <p:spPr>
            <a:xfrm>
              <a:off x="2163900" y="279362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147" name="Google Shape;147;p16"/>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148" name="Google Shape;148;p16"/>
          <p:cNvSpPr/>
          <p:nvPr/>
        </p:nvSpPr>
        <p:spPr>
          <a:xfrm flipH="1">
            <a:off x="8423546" y="3087297"/>
            <a:ext cx="725708" cy="1448283"/>
          </a:xfrm>
          <a:custGeom>
            <a:rect b="b" l="l" r="r" t="t"/>
            <a:pathLst>
              <a:path extrusionOk="0" h="50476" w="25297">
                <a:moveTo>
                  <a:pt x="1" y="1"/>
                </a:moveTo>
                <a:lnTo>
                  <a:pt x="1" y="50475"/>
                </a:lnTo>
                <a:lnTo>
                  <a:pt x="2694" y="50358"/>
                </a:lnTo>
                <a:lnTo>
                  <a:pt x="5154" y="50007"/>
                </a:lnTo>
                <a:lnTo>
                  <a:pt x="7613" y="49304"/>
                </a:lnTo>
                <a:lnTo>
                  <a:pt x="9838" y="48484"/>
                </a:lnTo>
                <a:lnTo>
                  <a:pt x="12063" y="47430"/>
                </a:lnTo>
                <a:lnTo>
                  <a:pt x="14171" y="46142"/>
                </a:lnTo>
                <a:lnTo>
                  <a:pt x="16162" y="44737"/>
                </a:lnTo>
                <a:lnTo>
                  <a:pt x="17919" y="43097"/>
                </a:lnTo>
                <a:lnTo>
                  <a:pt x="19558" y="41341"/>
                </a:lnTo>
                <a:lnTo>
                  <a:pt x="20964" y="39350"/>
                </a:lnTo>
                <a:lnTo>
                  <a:pt x="22252" y="37242"/>
                </a:lnTo>
                <a:lnTo>
                  <a:pt x="23306" y="35017"/>
                </a:lnTo>
                <a:lnTo>
                  <a:pt x="24126" y="32792"/>
                </a:lnTo>
                <a:lnTo>
                  <a:pt x="24828" y="30332"/>
                </a:lnTo>
                <a:lnTo>
                  <a:pt x="25180" y="27873"/>
                </a:lnTo>
                <a:lnTo>
                  <a:pt x="25297" y="25296"/>
                </a:lnTo>
                <a:lnTo>
                  <a:pt x="25180" y="22720"/>
                </a:lnTo>
                <a:lnTo>
                  <a:pt x="24828" y="20144"/>
                </a:lnTo>
                <a:lnTo>
                  <a:pt x="24126" y="17801"/>
                </a:lnTo>
                <a:lnTo>
                  <a:pt x="23306" y="15459"/>
                </a:lnTo>
                <a:lnTo>
                  <a:pt x="22252" y="13234"/>
                </a:lnTo>
                <a:lnTo>
                  <a:pt x="20964" y="11126"/>
                </a:lnTo>
                <a:lnTo>
                  <a:pt x="19558" y="9252"/>
                </a:lnTo>
                <a:lnTo>
                  <a:pt x="17919" y="7379"/>
                </a:lnTo>
                <a:lnTo>
                  <a:pt x="16162" y="5739"/>
                </a:lnTo>
                <a:lnTo>
                  <a:pt x="14171" y="4334"/>
                </a:lnTo>
                <a:lnTo>
                  <a:pt x="12063" y="3046"/>
                </a:lnTo>
                <a:lnTo>
                  <a:pt x="9838" y="1992"/>
                </a:lnTo>
                <a:lnTo>
                  <a:pt x="7613" y="1172"/>
                </a:lnTo>
                <a:lnTo>
                  <a:pt x="5154" y="586"/>
                </a:lnTo>
                <a:lnTo>
                  <a:pt x="2694" y="118"/>
                </a:lnTo>
                <a:lnTo>
                  <a:pt x="1" y="1"/>
                </a:lnTo>
                <a:close/>
              </a:path>
            </a:pathLst>
          </a:custGeom>
          <a:gradFill>
            <a:gsLst>
              <a:gs pos="0">
                <a:schemeClr val="accent3"/>
              </a:gs>
              <a:gs pos="56000">
                <a:schemeClr val="accent1"/>
              </a:gs>
              <a:gs pos="100000">
                <a:schemeClr val="accent1"/>
              </a:gs>
            </a:gsLst>
            <a:lin ang="13500032" scaled="0"/>
          </a:gradFill>
          <a:ln>
            <a:noFill/>
          </a:ln>
          <a:effectLst>
            <a:outerShdw blurRad="485775" rotWithShape="0" algn="bl" dir="7800000" dist="76200">
              <a:schemeClr val="accent1">
                <a:alpha val="27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9" name="Google Shape;149;p16"/>
          <p:cNvSpPr/>
          <p:nvPr/>
        </p:nvSpPr>
        <p:spPr>
          <a:xfrm rot="-5400000">
            <a:off x="4618961" y="3068375"/>
            <a:ext cx="1486200" cy="1486200"/>
          </a:xfrm>
          <a:prstGeom prst="ellipse">
            <a:avLst/>
          </a:prstGeom>
          <a:gradFill>
            <a:gsLst>
              <a:gs pos="0">
                <a:schemeClr val="accent3"/>
              </a:gs>
              <a:gs pos="56000">
                <a:schemeClr val="accent1"/>
              </a:gs>
              <a:gs pos="100000">
                <a:schemeClr val="accent1"/>
              </a:gs>
            </a:gsLst>
            <a:lin ang="13500032" scaled="0"/>
          </a:gradFill>
          <a:ln>
            <a:noFill/>
          </a:ln>
          <a:effectLst>
            <a:outerShdw blurRad="328613" rotWithShape="0" algn="bl" dir="2700000" dist="28575">
              <a:schemeClr val="accent1">
                <a:alpha val="28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50" name="Google Shape;150;p16"/>
          <p:cNvSpPr/>
          <p:nvPr/>
        </p:nvSpPr>
        <p:spPr>
          <a:xfrm>
            <a:off x="6521248" y="3068375"/>
            <a:ext cx="1486200" cy="1486200"/>
          </a:xfrm>
          <a:prstGeom prst="ellipse">
            <a:avLst/>
          </a:prstGeom>
          <a:gradFill>
            <a:gsLst>
              <a:gs pos="0">
                <a:schemeClr val="accent3"/>
              </a:gs>
              <a:gs pos="35000">
                <a:schemeClr val="accent3"/>
              </a:gs>
              <a:gs pos="100000">
                <a:schemeClr val="accent1"/>
              </a:gs>
            </a:gsLst>
            <a:lin ang="8099331" scaled="0"/>
          </a:gradFill>
          <a:ln>
            <a:noFill/>
          </a:ln>
          <a:effectLst>
            <a:outerShdw blurRad="342900" rotWithShape="0" algn="bl" dir="5400000" dist="38100">
              <a:schemeClr val="accent3">
                <a:alpha val="30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51" name="Google Shape;151;p16"/>
          <p:cNvSpPr txBox="1"/>
          <p:nvPr>
            <p:ph idx="1" type="body"/>
          </p:nvPr>
        </p:nvSpPr>
        <p:spPr>
          <a:xfrm>
            <a:off x="115025" y="908975"/>
            <a:ext cx="5369100" cy="2478000"/>
          </a:xfrm>
          <a:prstGeom prst="rect">
            <a:avLst/>
          </a:prstGeom>
        </p:spPr>
        <p:txBody>
          <a:bodyPr anchorCtr="0" anchor="t" bIns="91425" lIns="91425" spcFirstLastPara="1" rIns="91425" wrap="square" tIns="0">
            <a:noAutofit/>
          </a:bodyPr>
          <a:lstStyle>
            <a:lvl1pPr indent="-457200" lvl="0" marL="457200">
              <a:spcBef>
                <a:spcPts val="0"/>
              </a:spcBef>
              <a:spcAft>
                <a:spcPts val="0"/>
              </a:spcAft>
              <a:buClr>
                <a:schemeClr val="lt1"/>
              </a:buClr>
              <a:buSzPts val="3600"/>
              <a:buFont typeface="IBM Plex Sans"/>
              <a:buChar char="●"/>
              <a:defRPr sz="3600">
                <a:latin typeface="IBM Plex Sans"/>
                <a:ea typeface="IBM Plex Sans"/>
                <a:cs typeface="IBM Plex Sans"/>
                <a:sym typeface="IBM Plex Sans"/>
              </a:defRPr>
            </a:lvl1pPr>
            <a:lvl2pPr indent="-457200" lvl="1" marL="9144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2pPr>
            <a:lvl3pPr indent="-457200" lvl="2" marL="13716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3pPr>
            <a:lvl4pPr indent="-457200" lvl="3" marL="18288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4pPr>
            <a:lvl5pPr indent="-457200" lvl="4" marL="22860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5pPr>
            <a:lvl6pPr indent="-457200" lvl="5" marL="27432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6pPr>
            <a:lvl7pPr indent="-457200" lvl="6" marL="32004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7pPr>
            <a:lvl8pPr indent="-457200" lvl="7" marL="36576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8pPr>
            <a:lvl9pPr indent="-457200" lvl="8" marL="4114800">
              <a:spcBef>
                <a:spcPts val="800"/>
              </a:spcBef>
              <a:spcAft>
                <a:spcPts val="800"/>
              </a:spcAft>
              <a:buClr>
                <a:schemeClr val="lt1"/>
              </a:buClr>
              <a:buSzPts val="3600"/>
              <a:buFont typeface="IBM Plex Sans"/>
              <a:buChar char="■"/>
              <a:defRPr sz="3600">
                <a:latin typeface="IBM Plex Sans"/>
                <a:ea typeface="IBM Plex Sans"/>
                <a:cs typeface="IBM Plex Sans"/>
                <a:sym typeface="IBM Plex Sans"/>
              </a:defRPr>
            </a:lvl9pPr>
          </a:lstStyle>
          <a:p/>
        </p:txBody>
      </p:sp>
      <p:sp>
        <p:nvSpPr>
          <p:cNvPr id="152" name="Google Shape;152;p16"/>
          <p:cNvSpPr txBox="1"/>
          <p:nvPr>
            <p:ph idx="2" type="title"/>
          </p:nvPr>
        </p:nvSpPr>
        <p:spPr>
          <a:xfrm>
            <a:off x="115025" y="502775"/>
            <a:ext cx="4183800" cy="4062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1600">
                <a:solidFill>
                  <a:schemeClr val="accent3"/>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3600">
                <a:solidFill>
                  <a:schemeClr val="accent3"/>
                </a:solidFill>
              </a:defRPr>
            </a:lvl2pPr>
            <a:lvl3pPr lvl="2">
              <a:lnSpc>
                <a:spcPct val="115000"/>
              </a:lnSpc>
              <a:spcBef>
                <a:spcPts val="0"/>
              </a:spcBef>
              <a:spcAft>
                <a:spcPts val="0"/>
              </a:spcAft>
              <a:buNone/>
              <a:defRPr sz="3600">
                <a:solidFill>
                  <a:schemeClr val="accent3"/>
                </a:solidFill>
              </a:defRPr>
            </a:lvl3pPr>
            <a:lvl4pPr lvl="3">
              <a:lnSpc>
                <a:spcPct val="115000"/>
              </a:lnSpc>
              <a:spcBef>
                <a:spcPts val="0"/>
              </a:spcBef>
              <a:spcAft>
                <a:spcPts val="0"/>
              </a:spcAft>
              <a:buNone/>
              <a:defRPr sz="3600">
                <a:solidFill>
                  <a:schemeClr val="accent3"/>
                </a:solidFill>
              </a:defRPr>
            </a:lvl4pPr>
            <a:lvl5pPr lvl="4">
              <a:lnSpc>
                <a:spcPct val="115000"/>
              </a:lnSpc>
              <a:spcBef>
                <a:spcPts val="0"/>
              </a:spcBef>
              <a:spcAft>
                <a:spcPts val="0"/>
              </a:spcAft>
              <a:buNone/>
              <a:defRPr sz="3600">
                <a:solidFill>
                  <a:schemeClr val="accent3"/>
                </a:solidFill>
              </a:defRPr>
            </a:lvl5pPr>
            <a:lvl6pPr lvl="5">
              <a:lnSpc>
                <a:spcPct val="115000"/>
              </a:lnSpc>
              <a:spcBef>
                <a:spcPts val="0"/>
              </a:spcBef>
              <a:spcAft>
                <a:spcPts val="0"/>
              </a:spcAft>
              <a:buNone/>
              <a:defRPr sz="3600">
                <a:solidFill>
                  <a:schemeClr val="accent3"/>
                </a:solidFill>
              </a:defRPr>
            </a:lvl6pPr>
            <a:lvl7pPr lvl="6">
              <a:lnSpc>
                <a:spcPct val="115000"/>
              </a:lnSpc>
              <a:spcBef>
                <a:spcPts val="0"/>
              </a:spcBef>
              <a:spcAft>
                <a:spcPts val="0"/>
              </a:spcAft>
              <a:buNone/>
              <a:defRPr sz="3600">
                <a:solidFill>
                  <a:schemeClr val="accent3"/>
                </a:solidFill>
              </a:defRPr>
            </a:lvl7pPr>
            <a:lvl8pPr lvl="7">
              <a:lnSpc>
                <a:spcPct val="115000"/>
              </a:lnSpc>
              <a:spcBef>
                <a:spcPts val="0"/>
              </a:spcBef>
              <a:spcAft>
                <a:spcPts val="0"/>
              </a:spcAft>
              <a:buNone/>
              <a:defRPr sz="3600">
                <a:solidFill>
                  <a:schemeClr val="accent3"/>
                </a:solidFill>
              </a:defRPr>
            </a:lvl8pPr>
            <a:lvl9pPr lvl="8">
              <a:lnSpc>
                <a:spcPct val="115000"/>
              </a:lnSpc>
              <a:spcBef>
                <a:spcPts val="0"/>
              </a:spcBef>
              <a:spcAft>
                <a:spcPts val="0"/>
              </a:spcAft>
              <a:buNone/>
              <a:defRPr sz="3600">
                <a:solidFill>
                  <a:schemeClr val="accent3"/>
                </a:solidFill>
              </a:defRPr>
            </a:lvl9pPr>
          </a:lstStyle>
          <a:p/>
        </p:txBody>
      </p:sp>
      <p:sp>
        <p:nvSpPr>
          <p:cNvPr id="153" name="Google Shape;153;p16"/>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 Alt 1">
  <p:cSld name="BLANK_1_1_1">
    <p:spTree>
      <p:nvGrpSpPr>
        <p:cNvPr id="154" name="Shape 154"/>
        <p:cNvGrpSpPr/>
        <p:nvPr/>
      </p:nvGrpSpPr>
      <p:grpSpPr>
        <a:xfrm>
          <a:off x="0" y="0"/>
          <a:ext cx="0" cy="0"/>
          <a:chOff x="0" y="0"/>
          <a:chExt cx="0" cy="0"/>
        </a:xfrm>
      </p:grpSpPr>
      <p:grpSp>
        <p:nvGrpSpPr>
          <p:cNvPr id="155" name="Google Shape;155;p17"/>
          <p:cNvGrpSpPr/>
          <p:nvPr/>
        </p:nvGrpSpPr>
        <p:grpSpPr>
          <a:xfrm>
            <a:off x="228600" y="2793625"/>
            <a:ext cx="2221200" cy="1481050"/>
            <a:chOff x="312900" y="2793625"/>
            <a:chExt cx="2221200" cy="1481050"/>
          </a:xfrm>
        </p:grpSpPr>
        <p:grpSp>
          <p:nvGrpSpPr>
            <p:cNvPr id="156" name="Google Shape;156;p17"/>
            <p:cNvGrpSpPr/>
            <p:nvPr/>
          </p:nvGrpSpPr>
          <p:grpSpPr>
            <a:xfrm>
              <a:off x="312900" y="2793625"/>
              <a:ext cx="1851000" cy="1481050"/>
              <a:chOff x="461225" y="3249175"/>
              <a:chExt cx="1851000" cy="1481050"/>
            </a:xfrm>
          </p:grpSpPr>
          <p:grpSp>
            <p:nvGrpSpPr>
              <p:cNvPr id="157" name="Google Shape;157;p17"/>
              <p:cNvGrpSpPr/>
              <p:nvPr/>
            </p:nvGrpSpPr>
            <p:grpSpPr>
              <a:xfrm>
                <a:off x="461225" y="3249175"/>
                <a:ext cx="1851000" cy="370200"/>
                <a:chOff x="461225" y="3249175"/>
                <a:chExt cx="1851000" cy="370200"/>
              </a:xfrm>
            </p:grpSpPr>
            <p:sp>
              <p:nvSpPr>
                <p:cNvPr id="158" name="Google Shape;158;p17"/>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59" name="Google Shape;159;p17"/>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60" name="Google Shape;160;p17"/>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61" name="Google Shape;161;p17"/>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62" name="Google Shape;162;p17"/>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63" name="Google Shape;163;p17"/>
              <p:cNvGrpSpPr/>
              <p:nvPr/>
            </p:nvGrpSpPr>
            <p:grpSpPr>
              <a:xfrm>
                <a:off x="461225" y="3619500"/>
                <a:ext cx="1851000" cy="370200"/>
                <a:chOff x="461225" y="3249175"/>
                <a:chExt cx="1851000" cy="370200"/>
              </a:xfrm>
            </p:grpSpPr>
            <p:sp>
              <p:nvSpPr>
                <p:cNvPr id="164" name="Google Shape;164;p17"/>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65" name="Google Shape;165;p17"/>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66" name="Google Shape;166;p17"/>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67" name="Google Shape;167;p17"/>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68" name="Google Shape;168;p17"/>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69" name="Google Shape;169;p17"/>
              <p:cNvGrpSpPr/>
              <p:nvPr/>
            </p:nvGrpSpPr>
            <p:grpSpPr>
              <a:xfrm>
                <a:off x="461225" y="3989700"/>
                <a:ext cx="1851000" cy="370200"/>
                <a:chOff x="461225" y="3249175"/>
                <a:chExt cx="1851000" cy="370200"/>
              </a:xfrm>
            </p:grpSpPr>
            <p:sp>
              <p:nvSpPr>
                <p:cNvPr id="170" name="Google Shape;170;p17"/>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71" name="Google Shape;171;p17"/>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72" name="Google Shape;172;p17"/>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73" name="Google Shape;173;p17"/>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74" name="Google Shape;174;p17"/>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75" name="Google Shape;175;p17"/>
              <p:cNvGrpSpPr/>
              <p:nvPr/>
            </p:nvGrpSpPr>
            <p:grpSpPr>
              <a:xfrm>
                <a:off x="461225" y="4360025"/>
                <a:ext cx="1851000" cy="370200"/>
                <a:chOff x="461225" y="3249175"/>
                <a:chExt cx="1851000" cy="370200"/>
              </a:xfrm>
            </p:grpSpPr>
            <p:sp>
              <p:nvSpPr>
                <p:cNvPr id="176" name="Google Shape;176;p17"/>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77" name="Google Shape;177;p17"/>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78" name="Google Shape;178;p17"/>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79" name="Google Shape;179;p17"/>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80" name="Google Shape;180;p17"/>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181" name="Google Shape;181;p17"/>
            <p:cNvSpPr/>
            <p:nvPr/>
          </p:nvSpPr>
          <p:spPr>
            <a:xfrm>
              <a:off x="2163900" y="279362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82" name="Google Shape;182;p17"/>
          <p:cNvGrpSpPr/>
          <p:nvPr/>
        </p:nvGrpSpPr>
        <p:grpSpPr>
          <a:xfrm>
            <a:off x="7663200" y="-725"/>
            <a:ext cx="1480800" cy="1396025"/>
            <a:chOff x="461225" y="3334200"/>
            <a:chExt cx="1480800" cy="1396025"/>
          </a:xfrm>
        </p:grpSpPr>
        <p:grpSp>
          <p:nvGrpSpPr>
            <p:cNvPr id="183" name="Google Shape;183;p17"/>
            <p:cNvGrpSpPr/>
            <p:nvPr/>
          </p:nvGrpSpPr>
          <p:grpSpPr>
            <a:xfrm>
              <a:off x="461225" y="3334200"/>
              <a:ext cx="1480800" cy="285300"/>
              <a:chOff x="461225" y="3334200"/>
              <a:chExt cx="1480800" cy="285300"/>
            </a:xfrm>
          </p:grpSpPr>
          <p:sp>
            <p:nvSpPr>
              <p:cNvPr id="184" name="Google Shape;184;p17"/>
              <p:cNvSpPr/>
              <p:nvPr/>
            </p:nvSpPr>
            <p:spPr>
              <a:xfrm>
                <a:off x="461225" y="3334200"/>
                <a:ext cx="370200" cy="28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85" name="Google Shape;185;p17"/>
              <p:cNvSpPr/>
              <p:nvPr/>
            </p:nvSpPr>
            <p:spPr>
              <a:xfrm>
                <a:off x="831425" y="3334200"/>
                <a:ext cx="370200" cy="28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86" name="Google Shape;186;p17"/>
              <p:cNvSpPr/>
              <p:nvPr/>
            </p:nvSpPr>
            <p:spPr>
              <a:xfrm>
                <a:off x="1201625" y="3334200"/>
                <a:ext cx="370200" cy="28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87" name="Google Shape;187;p17"/>
              <p:cNvSpPr/>
              <p:nvPr/>
            </p:nvSpPr>
            <p:spPr>
              <a:xfrm>
                <a:off x="1571825" y="3334200"/>
                <a:ext cx="370200" cy="28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88" name="Google Shape;188;p17"/>
            <p:cNvGrpSpPr/>
            <p:nvPr/>
          </p:nvGrpSpPr>
          <p:grpSpPr>
            <a:xfrm>
              <a:off x="461225" y="3619500"/>
              <a:ext cx="1480800" cy="370200"/>
              <a:chOff x="461225" y="3249175"/>
              <a:chExt cx="1480800" cy="370200"/>
            </a:xfrm>
          </p:grpSpPr>
          <p:sp>
            <p:nvSpPr>
              <p:cNvPr id="189" name="Google Shape;189;p17"/>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90" name="Google Shape;190;p17"/>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91" name="Google Shape;191;p17"/>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92" name="Google Shape;192;p17"/>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93" name="Google Shape;193;p17"/>
            <p:cNvGrpSpPr/>
            <p:nvPr/>
          </p:nvGrpSpPr>
          <p:grpSpPr>
            <a:xfrm>
              <a:off x="461225" y="3989700"/>
              <a:ext cx="1480800" cy="370200"/>
              <a:chOff x="461225" y="3249175"/>
              <a:chExt cx="1480800" cy="370200"/>
            </a:xfrm>
          </p:grpSpPr>
          <p:sp>
            <p:nvSpPr>
              <p:cNvPr id="194" name="Google Shape;194;p17"/>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95" name="Google Shape;195;p17"/>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96" name="Google Shape;196;p17"/>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97" name="Google Shape;197;p17"/>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98" name="Google Shape;198;p17"/>
            <p:cNvGrpSpPr/>
            <p:nvPr/>
          </p:nvGrpSpPr>
          <p:grpSpPr>
            <a:xfrm>
              <a:off x="461225" y="4360025"/>
              <a:ext cx="1480800" cy="370200"/>
              <a:chOff x="461225" y="3249175"/>
              <a:chExt cx="1480800" cy="370200"/>
            </a:xfrm>
          </p:grpSpPr>
          <p:sp>
            <p:nvSpPr>
              <p:cNvPr id="199" name="Google Shape;199;p17"/>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00" name="Google Shape;200;p17"/>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01" name="Google Shape;201;p17"/>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02" name="Google Shape;202;p17"/>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grpSp>
        <p:nvGrpSpPr>
          <p:cNvPr id="203" name="Google Shape;203;p17"/>
          <p:cNvGrpSpPr/>
          <p:nvPr/>
        </p:nvGrpSpPr>
        <p:grpSpPr>
          <a:xfrm>
            <a:off x="1843925" y="-725"/>
            <a:ext cx="7300075" cy="5144088"/>
            <a:chOff x="1870575" y="-635"/>
            <a:chExt cx="7300075" cy="5174097"/>
          </a:xfrm>
        </p:grpSpPr>
        <p:sp>
          <p:nvSpPr>
            <p:cNvPr id="204" name="Google Shape;204;p17"/>
            <p:cNvSpPr/>
            <p:nvPr/>
          </p:nvSpPr>
          <p:spPr>
            <a:xfrm>
              <a:off x="1870575" y="-635"/>
              <a:ext cx="7300075" cy="4989625"/>
            </a:xfrm>
            <a:custGeom>
              <a:rect b="b" l="l" r="r" t="t"/>
              <a:pathLst>
                <a:path extrusionOk="0" h="199585" w="292003">
                  <a:moveTo>
                    <a:pt x="76429" y="0"/>
                  </a:moveTo>
                  <a:lnTo>
                    <a:pt x="0" y="163603"/>
                  </a:lnTo>
                  <a:lnTo>
                    <a:pt x="250486" y="199585"/>
                  </a:lnTo>
                  <a:lnTo>
                    <a:pt x="292003" y="107785"/>
                  </a:lnTo>
                  <a:lnTo>
                    <a:pt x="292003" y="52891"/>
                  </a:lnTo>
                  <a:lnTo>
                    <a:pt x="234162" y="0"/>
                  </a:lnTo>
                  <a:close/>
                </a:path>
              </a:pathLst>
            </a:custGeom>
            <a:gradFill>
              <a:gsLst>
                <a:gs pos="0">
                  <a:schemeClr val="accent3"/>
                </a:gs>
                <a:gs pos="77000">
                  <a:schemeClr val="accent1"/>
                </a:gs>
                <a:gs pos="100000">
                  <a:schemeClr val="accent1"/>
                </a:gs>
              </a:gsLst>
              <a:lin ang="8099331" scaled="0"/>
            </a:gradFill>
            <a:ln>
              <a:noFill/>
            </a:ln>
          </p:spPr>
        </p:sp>
        <p:sp>
          <p:nvSpPr>
            <p:cNvPr id="205" name="Google Shape;205;p17"/>
            <p:cNvSpPr/>
            <p:nvPr/>
          </p:nvSpPr>
          <p:spPr>
            <a:xfrm>
              <a:off x="1870575" y="4089437"/>
              <a:ext cx="6285225" cy="1084025"/>
            </a:xfrm>
            <a:custGeom>
              <a:rect b="b" l="l" r="r" t="t"/>
              <a:pathLst>
                <a:path extrusionOk="0" h="43361" w="251409">
                  <a:moveTo>
                    <a:pt x="0" y="0"/>
                  </a:moveTo>
                  <a:lnTo>
                    <a:pt x="6458" y="43361"/>
                  </a:lnTo>
                  <a:lnTo>
                    <a:pt x="251409" y="43361"/>
                  </a:lnTo>
                  <a:lnTo>
                    <a:pt x="250494" y="35931"/>
                  </a:lnTo>
                  <a:close/>
                </a:path>
              </a:pathLst>
            </a:custGeom>
            <a:solidFill>
              <a:schemeClr val="accent5"/>
            </a:solidFill>
            <a:ln>
              <a:noFill/>
            </a:ln>
          </p:spPr>
        </p:sp>
      </p:grpSp>
      <p:sp>
        <p:nvSpPr>
          <p:cNvPr id="206" name="Google Shape;206;p17"/>
          <p:cNvSpPr txBox="1"/>
          <p:nvPr>
            <p:ph idx="1" type="body"/>
          </p:nvPr>
        </p:nvSpPr>
        <p:spPr>
          <a:xfrm>
            <a:off x="4631450" y="2170025"/>
            <a:ext cx="2896200" cy="1887600"/>
          </a:xfrm>
          <a:prstGeom prst="rect">
            <a:avLst/>
          </a:prstGeom>
        </p:spPr>
        <p:txBody>
          <a:bodyPr anchorCtr="0" anchor="t" bIns="91425" lIns="91425" spcFirstLastPara="1" rIns="91425" wrap="square" tIns="91425">
            <a:noAutofit/>
          </a:bodyPr>
          <a:lstStyle>
            <a:lvl1pPr indent="-292100" lvl="0" marL="457200">
              <a:lnSpc>
                <a:spcPct val="115000"/>
              </a:lnSpc>
              <a:spcBef>
                <a:spcPts val="0"/>
              </a:spcBef>
              <a:spcAft>
                <a:spcPts val="0"/>
              </a:spcAft>
              <a:buClr>
                <a:schemeClr val="lt1"/>
              </a:buClr>
              <a:buSzPts val="1000"/>
              <a:buFont typeface="Sora"/>
              <a:buChar char="●"/>
              <a:defRPr sz="1000"/>
            </a:lvl1pPr>
            <a:lvl2pPr indent="-292100" lvl="1" marL="914400">
              <a:lnSpc>
                <a:spcPct val="115000"/>
              </a:lnSpc>
              <a:spcBef>
                <a:spcPts val="800"/>
              </a:spcBef>
              <a:spcAft>
                <a:spcPts val="0"/>
              </a:spcAft>
              <a:buClr>
                <a:schemeClr val="lt1"/>
              </a:buClr>
              <a:buSzPts val="1000"/>
              <a:buFont typeface="Sora"/>
              <a:buChar char="○"/>
              <a:defRPr sz="1000"/>
            </a:lvl2pPr>
            <a:lvl3pPr indent="-228600" lvl="2" marL="1371600">
              <a:lnSpc>
                <a:spcPct val="115000"/>
              </a:lnSpc>
              <a:spcBef>
                <a:spcPts val="800"/>
              </a:spcBef>
              <a:spcAft>
                <a:spcPts val="0"/>
              </a:spcAft>
              <a:buNone/>
              <a:defRPr sz="1000"/>
            </a:lvl3pPr>
            <a:lvl4pPr indent="-292100" lvl="3" marL="1828800">
              <a:lnSpc>
                <a:spcPct val="115000"/>
              </a:lnSpc>
              <a:spcBef>
                <a:spcPts val="0"/>
              </a:spcBef>
              <a:spcAft>
                <a:spcPts val="0"/>
              </a:spcAft>
              <a:buClr>
                <a:schemeClr val="lt1"/>
              </a:buClr>
              <a:buSzPts val="1000"/>
              <a:buFont typeface="Sora"/>
              <a:buChar char="●"/>
              <a:defRPr sz="1000"/>
            </a:lvl4pPr>
            <a:lvl5pPr indent="-292100" lvl="4" marL="2286000">
              <a:lnSpc>
                <a:spcPct val="115000"/>
              </a:lnSpc>
              <a:spcBef>
                <a:spcPts val="800"/>
              </a:spcBef>
              <a:spcAft>
                <a:spcPts val="0"/>
              </a:spcAft>
              <a:buClr>
                <a:schemeClr val="lt1"/>
              </a:buClr>
              <a:buSzPts val="1000"/>
              <a:buFont typeface="Sora"/>
              <a:buChar char="○"/>
              <a:defRPr sz="1000"/>
            </a:lvl5pPr>
            <a:lvl6pPr indent="-292100" lvl="5" marL="2743200">
              <a:lnSpc>
                <a:spcPct val="115000"/>
              </a:lnSpc>
              <a:spcBef>
                <a:spcPts val="800"/>
              </a:spcBef>
              <a:spcAft>
                <a:spcPts val="0"/>
              </a:spcAft>
              <a:buClr>
                <a:schemeClr val="lt1"/>
              </a:buClr>
              <a:buSzPts val="1000"/>
              <a:buFont typeface="Sora"/>
              <a:buChar char="■"/>
              <a:defRPr sz="1000"/>
            </a:lvl6pPr>
            <a:lvl7pPr indent="-292100" lvl="6" marL="3200400">
              <a:lnSpc>
                <a:spcPct val="115000"/>
              </a:lnSpc>
              <a:spcBef>
                <a:spcPts val="800"/>
              </a:spcBef>
              <a:spcAft>
                <a:spcPts val="0"/>
              </a:spcAft>
              <a:buClr>
                <a:schemeClr val="lt1"/>
              </a:buClr>
              <a:buSzPts val="1000"/>
              <a:buFont typeface="Sora"/>
              <a:buChar char="●"/>
              <a:defRPr sz="1000"/>
            </a:lvl7pPr>
            <a:lvl8pPr indent="-292100" lvl="7" marL="3657600">
              <a:lnSpc>
                <a:spcPct val="115000"/>
              </a:lnSpc>
              <a:spcBef>
                <a:spcPts val="800"/>
              </a:spcBef>
              <a:spcAft>
                <a:spcPts val="0"/>
              </a:spcAft>
              <a:buClr>
                <a:schemeClr val="lt1"/>
              </a:buClr>
              <a:buSzPts val="1000"/>
              <a:buFont typeface="Sora"/>
              <a:buChar char="○"/>
              <a:defRPr sz="1000"/>
            </a:lvl8pPr>
            <a:lvl9pPr indent="-228600" lvl="8" marL="4114800">
              <a:lnSpc>
                <a:spcPct val="115000"/>
              </a:lnSpc>
              <a:spcBef>
                <a:spcPts val="800"/>
              </a:spcBef>
              <a:spcAft>
                <a:spcPts val="0"/>
              </a:spcAft>
              <a:buNone/>
              <a:defRPr sz="1000"/>
            </a:lvl9pPr>
          </a:lstStyle>
          <a:p/>
        </p:txBody>
      </p:sp>
      <p:sp>
        <p:nvSpPr>
          <p:cNvPr id="207" name="Google Shape;207;p17"/>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208" name="Google Shape;208;p17"/>
          <p:cNvSpPr txBox="1"/>
          <p:nvPr>
            <p:ph idx="2" type="body"/>
          </p:nvPr>
        </p:nvSpPr>
        <p:spPr>
          <a:xfrm>
            <a:off x="4631450" y="827575"/>
            <a:ext cx="2896200" cy="12003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Font typeface="Sora"/>
              <a:buChar char="●"/>
              <a:defRPr sz="1000"/>
            </a:lvl1pPr>
            <a:lvl2pPr indent="-292100" lvl="1" marL="914400">
              <a:spcBef>
                <a:spcPts val="800"/>
              </a:spcBef>
              <a:spcAft>
                <a:spcPts val="0"/>
              </a:spcAft>
              <a:buSzPts val="1000"/>
              <a:buFont typeface="Sora"/>
              <a:buChar char="○"/>
              <a:defRPr sz="1000"/>
            </a:lvl2pPr>
            <a:lvl3pPr indent="-292100" lvl="2" marL="1371600">
              <a:spcBef>
                <a:spcPts val="800"/>
              </a:spcBef>
              <a:spcAft>
                <a:spcPts val="0"/>
              </a:spcAft>
              <a:buSzPts val="1000"/>
              <a:buFont typeface="Sora"/>
              <a:buChar char="■"/>
              <a:defRPr sz="1000"/>
            </a:lvl3pPr>
            <a:lvl4pPr indent="-292100" lvl="3" marL="1828800">
              <a:spcBef>
                <a:spcPts val="800"/>
              </a:spcBef>
              <a:spcAft>
                <a:spcPts val="0"/>
              </a:spcAft>
              <a:buSzPts val="1000"/>
              <a:buFont typeface="Sora"/>
              <a:buChar char="●"/>
              <a:defRPr sz="1000"/>
            </a:lvl4pPr>
            <a:lvl5pPr indent="-292100" lvl="4" marL="2286000">
              <a:spcBef>
                <a:spcPts val="800"/>
              </a:spcBef>
              <a:spcAft>
                <a:spcPts val="0"/>
              </a:spcAft>
              <a:buSzPts val="1000"/>
              <a:buFont typeface="Sora"/>
              <a:buChar char="○"/>
              <a:defRPr sz="1000"/>
            </a:lvl5pPr>
            <a:lvl6pPr indent="-292100" lvl="5" marL="2743200">
              <a:spcBef>
                <a:spcPts val="800"/>
              </a:spcBef>
              <a:spcAft>
                <a:spcPts val="0"/>
              </a:spcAft>
              <a:buSzPts val="1000"/>
              <a:buFont typeface="Sora"/>
              <a:buChar char="■"/>
              <a:defRPr sz="1000"/>
            </a:lvl6pPr>
            <a:lvl7pPr indent="-292100" lvl="6" marL="3200400">
              <a:spcBef>
                <a:spcPts val="800"/>
              </a:spcBef>
              <a:spcAft>
                <a:spcPts val="0"/>
              </a:spcAft>
              <a:buSzPts val="1000"/>
              <a:buFont typeface="Sora"/>
              <a:buChar char="●"/>
              <a:defRPr sz="1000"/>
            </a:lvl7pPr>
            <a:lvl8pPr indent="-292100" lvl="7" marL="3657600">
              <a:spcBef>
                <a:spcPts val="800"/>
              </a:spcBef>
              <a:spcAft>
                <a:spcPts val="0"/>
              </a:spcAft>
              <a:buSzPts val="1000"/>
              <a:buFont typeface="Sora"/>
              <a:buChar char="○"/>
              <a:defRPr sz="1000"/>
            </a:lvl8pPr>
            <a:lvl9pPr indent="-292100" lvl="8" marL="4114800">
              <a:spcBef>
                <a:spcPts val="800"/>
              </a:spcBef>
              <a:spcAft>
                <a:spcPts val="800"/>
              </a:spcAft>
              <a:buSzPts val="1000"/>
              <a:buFont typeface="Sora"/>
              <a:buChar char="■"/>
              <a:defRPr sz="1000"/>
            </a:lvl9pPr>
          </a:lstStyle>
          <a:p/>
        </p:txBody>
      </p:sp>
      <p:sp>
        <p:nvSpPr>
          <p:cNvPr id="209" name="Google Shape;209;p17"/>
          <p:cNvSpPr txBox="1"/>
          <p:nvPr>
            <p:ph idx="3" type="title"/>
          </p:nvPr>
        </p:nvSpPr>
        <p:spPr>
          <a:xfrm>
            <a:off x="115025" y="502775"/>
            <a:ext cx="3905400" cy="5877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210" name="Google Shape;210;p17"/>
          <p:cNvSpPr txBox="1"/>
          <p:nvPr>
            <p:ph idx="4"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3 images">
  <p:cSld name="BLANK_1_1_1_1_2">
    <p:bg>
      <p:bgPr>
        <a:solidFill>
          <a:schemeClr val="lt1"/>
        </a:solidFill>
      </p:bgPr>
    </p:bg>
    <p:spTree>
      <p:nvGrpSpPr>
        <p:cNvPr id="211" name="Shape 211"/>
        <p:cNvGrpSpPr/>
        <p:nvPr/>
      </p:nvGrpSpPr>
      <p:grpSpPr>
        <a:xfrm>
          <a:off x="0" y="0"/>
          <a:ext cx="0" cy="0"/>
          <a:chOff x="0" y="0"/>
          <a:chExt cx="0" cy="0"/>
        </a:xfrm>
      </p:grpSpPr>
      <p:sp>
        <p:nvSpPr>
          <p:cNvPr id="212" name="Google Shape;212;p18"/>
          <p:cNvSpPr/>
          <p:nvPr/>
        </p:nvSpPr>
        <p:spPr>
          <a:xfrm flipH="1" rot="10800000">
            <a:off x="4482600" y="741600"/>
            <a:ext cx="46404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13" name="Google Shape;213;p18"/>
          <p:cNvSpPr/>
          <p:nvPr/>
        </p:nvSpPr>
        <p:spPr>
          <a:xfrm flipH="1" rot="10800000">
            <a:off x="4482600" y="1014475"/>
            <a:ext cx="46404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14" name="Google Shape;214;p18"/>
          <p:cNvSpPr/>
          <p:nvPr/>
        </p:nvSpPr>
        <p:spPr>
          <a:xfrm flipH="1" rot="10800000">
            <a:off x="4482600" y="1594038"/>
            <a:ext cx="46404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15" name="Google Shape;215;p18"/>
          <p:cNvSpPr/>
          <p:nvPr/>
        </p:nvSpPr>
        <p:spPr>
          <a:xfrm flipH="1" rot="10800000">
            <a:off x="4482600" y="1291263"/>
            <a:ext cx="46404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16" name="Google Shape;216;p18"/>
          <p:cNvSpPr txBox="1"/>
          <p:nvPr>
            <p:ph type="title"/>
          </p:nvPr>
        </p:nvSpPr>
        <p:spPr>
          <a:xfrm>
            <a:off x="91950" y="292050"/>
            <a:ext cx="4390500" cy="16035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None/>
              <a:defRPr sz="5500">
                <a:solidFill>
                  <a:schemeClr val="dk2"/>
                </a:solidFill>
              </a:defRPr>
            </a:lvl1pPr>
            <a:lvl2pPr lvl="1">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2pPr>
            <a:lvl3pPr lvl="2">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3pPr>
            <a:lvl4pPr lvl="3">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4pPr>
            <a:lvl5pPr lvl="4">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5pPr>
            <a:lvl6pPr lvl="5">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6pPr>
            <a:lvl7pPr lvl="6">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7pPr>
            <a:lvl8pPr lvl="7">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8pPr>
            <a:lvl9pPr lvl="8">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9pPr>
          </a:lstStyle>
          <a:p/>
        </p:txBody>
      </p:sp>
      <p:sp>
        <p:nvSpPr>
          <p:cNvPr id="217" name="Google Shape;217;p18"/>
          <p:cNvSpPr/>
          <p:nvPr>
            <p:ph idx="2" type="pic"/>
          </p:nvPr>
        </p:nvSpPr>
        <p:spPr>
          <a:xfrm>
            <a:off x="225300" y="3132125"/>
            <a:ext cx="1849800" cy="1770300"/>
          </a:xfrm>
          <a:prstGeom prst="rect">
            <a:avLst/>
          </a:prstGeom>
          <a:noFill/>
          <a:ln>
            <a:noFill/>
          </a:ln>
        </p:spPr>
      </p:sp>
      <p:sp>
        <p:nvSpPr>
          <p:cNvPr id="218" name="Google Shape;218;p18"/>
          <p:cNvSpPr/>
          <p:nvPr>
            <p:ph idx="3" type="pic"/>
          </p:nvPr>
        </p:nvSpPr>
        <p:spPr>
          <a:xfrm>
            <a:off x="5262525" y="228600"/>
            <a:ext cx="1865100" cy="1790100"/>
          </a:xfrm>
          <a:prstGeom prst="rect">
            <a:avLst/>
          </a:prstGeom>
          <a:noFill/>
          <a:ln>
            <a:noFill/>
          </a:ln>
        </p:spPr>
      </p:sp>
      <p:sp>
        <p:nvSpPr>
          <p:cNvPr id="219" name="Google Shape;219;p18"/>
          <p:cNvSpPr/>
          <p:nvPr>
            <p:ph idx="4" type="pic"/>
          </p:nvPr>
        </p:nvSpPr>
        <p:spPr>
          <a:xfrm>
            <a:off x="7281675" y="228600"/>
            <a:ext cx="1849800" cy="1790100"/>
          </a:xfrm>
          <a:prstGeom prst="rect">
            <a:avLst/>
          </a:prstGeom>
          <a:noFill/>
          <a:ln>
            <a:noFill/>
          </a:ln>
        </p:spPr>
      </p:sp>
      <p:sp>
        <p:nvSpPr>
          <p:cNvPr id="220" name="Google Shape;220;p18"/>
          <p:cNvSpPr txBox="1"/>
          <p:nvPr>
            <p:ph idx="1" type="subTitle"/>
          </p:nvPr>
        </p:nvSpPr>
        <p:spPr>
          <a:xfrm>
            <a:off x="5262525" y="2153019"/>
            <a:ext cx="1566900" cy="480900"/>
          </a:xfrm>
          <a:prstGeom prst="rect">
            <a:avLst/>
          </a:prstGeom>
        </p:spPr>
        <p:txBody>
          <a:bodyPr anchorCtr="0" anchor="t" bIns="91425" lIns="0" spcFirstLastPara="1" rIns="91425" wrap="square" tIns="0">
            <a:noAutofit/>
          </a:bodyPr>
          <a:lstStyle>
            <a:lvl1pPr lvl="0">
              <a:spcBef>
                <a:spcPts val="0"/>
              </a:spcBef>
              <a:spcAft>
                <a:spcPts val="0"/>
              </a:spcAft>
              <a:buClr>
                <a:schemeClr val="dk2"/>
              </a:buClr>
              <a:buSzPts val="1000"/>
              <a:buFont typeface="Sora"/>
              <a:buNone/>
              <a:defRPr sz="1000">
                <a:solidFill>
                  <a:schemeClr val="dk2"/>
                </a:solidFill>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221" name="Google Shape;221;p18"/>
          <p:cNvSpPr txBox="1"/>
          <p:nvPr>
            <p:ph idx="5" type="subTitle"/>
          </p:nvPr>
        </p:nvSpPr>
        <p:spPr>
          <a:xfrm>
            <a:off x="7281675" y="2153019"/>
            <a:ext cx="1566900" cy="480900"/>
          </a:xfrm>
          <a:prstGeom prst="rect">
            <a:avLst/>
          </a:prstGeom>
        </p:spPr>
        <p:txBody>
          <a:bodyPr anchorCtr="0" anchor="t" bIns="91425" lIns="0" spcFirstLastPara="1" rIns="91425" wrap="square" tIns="0">
            <a:noAutofit/>
          </a:bodyPr>
          <a:lstStyle>
            <a:lvl1pPr lvl="0">
              <a:spcBef>
                <a:spcPts val="0"/>
              </a:spcBef>
              <a:spcAft>
                <a:spcPts val="0"/>
              </a:spcAft>
              <a:buClr>
                <a:schemeClr val="dk2"/>
              </a:buClr>
              <a:buSzPts val="1000"/>
              <a:buFont typeface="Sora"/>
              <a:buNone/>
              <a:defRPr sz="1000">
                <a:solidFill>
                  <a:schemeClr val="dk2"/>
                </a:solidFill>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222" name="Google Shape;222;p18"/>
          <p:cNvSpPr txBox="1"/>
          <p:nvPr>
            <p:ph idx="6"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223" name="Google Shape;223;p18"/>
          <p:cNvSpPr txBox="1"/>
          <p:nvPr>
            <p:ph idx="7" type="title"/>
          </p:nvPr>
        </p:nvSpPr>
        <p:spPr>
          <a:xfrm>
            <a:off x="7420225" y="4723025"/>
            <a:ext cx="1583400" cy="189300"/>
          </a:xfrm>
          <a:prstGeom prst="rect">
            <a:avLst/>
          </a:prstGeom>
        </p:spPr>
        <p:txBody>
          <a:bodyPr anchorCtr="0" anchor="b" bIns="0" lIns="182875" spcFirstLastPara="1" rIns="91425" wrap="square" tIns="91425">
            <a:noAutofit/>
          </a:bodyPr>
          <a:lstStyle>
            <a:lvl1pPr lvl="0" algn="r">
              <a:spcBef>
                <a:spcPts val="0"/>
              </a:spcBef>
              <a:spcAft>
                <a:spcPts val="0"/>
              </a:spcAft>
              <a:buNone/>
              <a:defRPr sz="900">
                <a:solidFill>
                  <a:schemeClr val="dk2"/>
                </a:solidFill>
                <a:latin typeface="Sora"/>
                <a:ea typeface="Sora"/>
                <a:cs typeface="Sora"/>
                <a:sym typeface="Sora"/>
              </a:defRPr>
            </a:lvl1pPr>
            <a:lvl2pPr lvl="1"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
        <p:nvSpPr>
          <p:cNvPr id="224" name="Google Shape;224;p18"/>
          <p:cNvSpPr txBox="1"/>
          <p:nvPr>
            <p:ph idx="8" type="subTitle"/>
          </p:nvPr>
        </p:nvSpPr>
        <p:spPr>
          <a:xfrm>
            <a:off x="2216381" y="3132125"/>
            <a:ext cx="1566900" cy="480900"/>
          </a:xfrm>
          <a:prstGeom prst="rect">
            <a:avLst/>
          </a:prstGeom>
        </p:spPr>
        <p:txBody>
          <a:bodyPr anchorCtr="0" anchor="t" bIns="91425" lIns="0" spcFirstLastPara="1" rIns="91425" wrap="square" tIns="0">
            <a:noAutofit/>
          </a:bodyPr>
          <a:lstStyle>
            <a:lvl1pPr lvl="0">
              <a:spcBef>
                <a:spcPts val="0"/>
              </a:spcBef>
              <a:spcAft>
                <a:spcPts val="0"/>
              </a:spcAft>
              <a:buClr>
                <a:schemeClr val="dk2"/>
              </a:buClr>
              <a:buSzPts val="1000"/>
              <a:buFont typeface="Sora"/>
              <a:buNone/>
              <a:defRPr sz="1000">
                <a:solidFill>
                  <a:schemeClr val="dk2"/>
                </a:solidFill>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grpSp>
        <p:nvGrpSpPr>
          <p:cNvPr id="225" name="Google Shape;225;p18"/>
          <p:cNvGrpSpPr/>
          <p:nvPr/>
        </p:nvGrpSpPr>
        <p:grpSpPr>
          <a:xfrm>
            <a:off x="4308382" y="2704009"/>
            <a:ext cx="4833127" cy="2437045"/>
            <a:chOff x="4308382" y="2704009"/>
            <a:chExt cx="4833127" cy="2437045"/>
          </a:xfrm>
        </p:grpSpPr>
        <p:sp>
          <p:nvSpPr>
            <p:cNvPr id="226" name="Google Shape;226;p18"/>
            <p:cNvSpPr/>
            <p:nvPr/>
          </p:nvSpPr>
          <p:spPr>
            <a:xfrm>
              <a:off x="4308382" y="4487840"/>
              <a:ext cx="4833127" cy="653214"/>
            </a:xfrm>
            <a:custGeom>
              <a:rect b="b" l="l" r="r" t="t"/>
              <a:pathLst>
                <a:path extrusionOk="0" h="12128" w="89735">
                  <a:moveTo>
                    <a:pt x="6834" y="1"/>
                  </a:moveTo>
                  <a:lnTo>
                    <a:pt x="6030" y="336"/>
                  </a:lnTo>
                  <a:lnTo>
                    <a:pt x="5271" y="671"/>
                  </a:lnTo>
                  <a:lnTo>
                    <a:pt x="4556" y="1006"/>
                  </a:lnTo>
                  <a:lnTo>
                    <a:pt x="3887" y="1363"/>
                  </a:lnTo>
                  <a:lnTo>
                    <a:pt x="3284" y="1720"/>
                  </a:lnTo>
                  <a:lnTo>
                    <a:pt x="2703" y="2078"/>
                  </a:lnTo>
                  <a:lnTo>
                    <a:pt x="2212" y="2457"/>
                  </a:lnTo>
                  <a:lnTo>
                    <a:pt x="1743" y="2815"/>
                  </a:lnTo>
                  <a:lnTo>
                    <a:pt x="1341" y="3194"/>
                  </a:lnTo>
                  <a:lnTo>
                    <a:pt x="983" y="3574"/>
                  </a:lnTo>
                  <a:lnTo>
                    <a:pt x="693" y="3954"/>
                  </a:lnTo>
                  <a:lnTo>
                    <a:pt x="447" y="4333"/>
                  </a:lnTo>
                  <a:lnTo>
                    <a:pt x="246" y="4713"/>
                  </a:lnTo>
                  <a:lnTo>
                    <a:pt x="112" y="5093"/>
                  </a:lnTo>
                  <a:lnTo>
                    <a:pt x="68" y="5294"/>
                  </a:lnTo>
                  <a:lnTo>
                    <a:pt x="45" y="5495"/>
                  </a:lnTo>
                  <a:lnTo>
                    <a:pt x="23" y="5673"/>
                  </a:lnTo>
                  <a:lnTo>
                    <a:pt x="1" y="5874"/>
                  </a:lnTo>
                  <a:lnTo>
                    <a:pt x="23" y="6098"/>
                  </a:lnTo>
                  <a:lnTo>
                    <a:pt x="45" y="6299"/>
                  </a:lnTo>
                  <a:lnTo>
                    <a:pt x="90" y="6500"/>
                  </a:lnTo>
                  <a:lnTo>
                    <a:pt x="135" y="6723"/>
                  </a:lnTo>
                  <a:lnTo>
                    <a:pt x="202" y="6924"/>
                  </a:lnTo>
                  <a:lnTo>
                    <a:pt x="291" y="7125"/>
                  </a:lnTo>
                  <a:lnTo>
                    <a:pt x="403" y="7326"/>
                  </a:lnTo>
                  <a:lnTo>
                    <a:pt x="514" y="7527"/>
                  </a:lnTo>
                  <a:lnTo>
                    <a:pt x="782" y="7951"/>
                  </a:lnTo>
                  <a:lnTo>
                    <a:pt x="1140" y="8353"/>
                  </a:lnTo>
                  <a:lnTo>
                    <a:pt x="1542" y="8755"/>
                  </a:lnTo>
                  <a:lnTo>
                    <a:pt x="2011" y="9157"/>
                  </a:lnTo>
                  <a:lnTo>
                    <a:pt x="2524" y="9537"/>
                  </a:lnTo>
                  <a:lnTo>
                    <a:pt x="3105" y="9939"/>
                  </a:lnTo>
                  <a:lnTo>
                    <a:pt x="3753" y="10319"/>
                  </a:lnTo>
                  <a:lnTo>
                    <a:pt x="4445" y="10698"/>
                  </a:lnTo>
                  <a:lnTo>
                    <a:pt x="5204" y="11056"/>
                  </a:lnTo>
                  <a:lnTo>
                    <a:pt x="6030" y="11435"/>
                  </a:lnTo>
                  <a:lnTo>
                    <a:pt x="6901" y="11793"/>
                  </a:lnTo>
                  <a:lnTo>
                    <a:pt x="7839" y="12128"/>
                  </a:lnTo>
                  <a:lnTo>
                    <a:pt x="84799" y="12128"/>
                  </a:lnTo>
                  <a:lnTo>
                    <a:pt x="89734" y="9783"/>
                  </a:lnTo>
                  <a:lnTo>
                    <a:pt x="89734" y="1966"/>
                  </a:lnTo>
                  <a:lnTo>
                    <a:pt x="89310" y="1698"/>
                  </a:lnTo>
                  <a:lnTo>
                    <a:pt x="88886" y="1452"/>
                  </a:lnTo>
                  <a:lnTo>
                    <a:pt x="88439" y="1207"/>
                  </a:lnTo>
                  <a:lnTo>
                    <a:pt x="87948" y="961"/>
                  </a:lnTo>
                  <a:lnTo>
                    <a:pt x="86920" y="470"/>
                  </a:lnTo>
                  <a:lnTo>
                    <a:pt x="85781" y="1"/>
                  </a:lnTo>
                  <a:lnTo>
                    <a:pt x="84977" y="314"/>
                  </a:lnTo>
                  <a:lnTo>
                    <a:pt x="84106" y="604"/>
                  </a:lnTo>
                  <a:lnTo>
                    <a:pt x="83235" y="917"/>
                  </a:lnTo>
                  <a:lnTo>
                    <a:pt x="82297" y="1185"/>
                  </a:lnTo>
                  <a:lnTo>
                    <a:pt x="81359" y="1475"/>
                  </a:lnTo>
                  <a:lnTo>
                    <a:pt x="80355" y="1743"/>
                  </a:lnTo>
                  <a:lnTo>
                    <a:pt x="79350" y="2011"/>
                  </a:lnTo>
                  <a:lnTo>
                    <a:pt x="78300" y="2256"/>
                  </a:lnTo>
                  <a:lnTo>
                    <a:pt x="77228" y="2502"/>
                  </a:lnTo>
                  <a:lnTo>
                    <a:pt x="76111" y="2725"/>
                  </a:lnTo>
                  <a:lnTo>
                    <a:pt x="74972" y="2971"/>
                  </a:lnTo>
                  <a:lnTo>
                    <a:pt x="73811" y="3172"/>
                  </a:lnTo>
                  <a:lnTo>
                    <a:pt x="72627" y="3395"/>
                  </a:lnTo>
                  <a:lnTo>
                    <a:pt x="71421" y="3574"/>
                  </a:lnTo>
                  <a:lnTo>
                    <a:pt x="68920" y="3954"/>
                  </a:lnTo>
                  <a:lnTo>
                    <a:pt x="66329" y="4266"/>
                  </a:lnTo>
                  <a:lnTo>
                    <a:pt x="63672" y="4557"/>
                  </a:lnTo>
                  <a:lnTo>
                    <a:pt x="60925" y="4802"/>
                  </a:lnTo>
                  <a:lnTo>
                    <a:pt x="58111" y="5003"/>
                  </a:lnTo>
                  <a:lnTo>
                    <a:pt x="55230" y="5160"/>
                  </a:lnTo>
                  <a:lnTo>
                    <a:pt x="52304" y="5271"/>
                  </a:lnTo>
                  <a:lnTo>
                    <a:pt x="49334" y="5361"/>
                  </a:lnTo>
                  <a:lnTo>
                    <a:pt x="46319" y="5383"/>
                  </a:lnTo>
                  <a:lnTo>
                    <a:pt x="43282" y="5361"/>
                  </a:lnTo>
                  <a:lnTo>
                    <a:pt x="40312" y="5271"/>
                  </a:lnTo>
                  <a:lnTo>
                    <a:pt x="37386" y="5160"/>
                  </a:lnTo>
                  <a:lnTo>
                    <a:pt x="34505" y="5003"/>
                  </a:lnTo>
                  <a:lnTo>
                    <a:pt x="31691" y="4802"/>
                  </a:lnTo>
                  <a:lnTo>
                    <a:pt x="28944" y="4557"/>
                  </a:lnTo>
                  <a:lnTo>
                    <a:pt x="26286" y="4266"/>
                  </a:lnTo>
                  <a:lnTo>
                    <a:pt x="23696" y="3954"/>
                  </a:lnTo>
                  <a:lnTo>
                    <a:pt x="21195" y="3574"/>
                  </a:lnTo>
                  <a:lnTo>
                    <a:pt x="19989" y="3395"/>
                  </a:lnTo>
                  <a:lnTo>
                    <a:pt x="18805" y="3172"/>
                  </a:lnTo>
                  <a:lnTo>
                    <a:pt x="17644" y="2971"/>
                  </a:lnTo>
                  <a:lnTo>
                    <a:pt x="16505" y="2725"/>
                  </a:lnTo>
                  <a:lnTo>
                    <a:pt x="15410" y="2502"/>
                  </a:lnTo>
                  <a:lnTo>
                    <a:pt x="14316" y="2256"/>
                  </a:lnTo>
                  <a:lnTo>
                    <a:pt x="13266" y="2011"/>
                  </a:lnTo>
                  <a:lnTo>
                    <a:pt x="12261" y="1743"/>
                  </a:lnTo>
                  <a:lnTo>
                    <a:pt x="11279" y="1475"/>
                  </a:lnTo>
                  <a:lnTo>
                    <a:pt x="10318" y="1185"/>
                  </a:lnTo>
                  <a:lnTo>
                    <a:pt x="9403" y="917"/>
                  </a:lnTo>
                  <a:lnTo>
                    <a:pt x="8509" y="604"/>
                  </a:lnTo>
                  <a:lnTo>
                    <a:pt x="7661" y="314"/>
                  </a:lnTo>
                  <a:lnTo>
                    <a:pt x="6834" y="1"/>
                  </a:lnTo>
                  <a:close/>
                </a:path>
              </a:pathLst>
            </a:cu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227" name="Google Shape;227;p18"/>
            <p:cNvSpPr/>
            <p:nvPr/>
          </p:nvSpPr>
          <p:spPr>
            <a:xfrm>
              <a:off x="4308382" y="3740892"/>
              <a:ext cx="4833127" cy="741006"/>
            </a:xfrm>
            <a:custGeom>
              <a:rect b="b" l="l" r="r" t="t"/>
              <a:pathLst>
                <a:path extrusionOk="0" h="13758" w="89735">
                  <a:moveTo>
                    <a:pt x="13289" y="0"/>
                  </a:moveTo>
                  <a:lnTo>
                    <a:pt x="11725" y="402"/>
                  </a:lnTo>
                  <a:lnTo>
                    <a:pt x="10251" y="826"/>
                  </a:lnTo>
                  <a:lnTo>
                    <a:pt x="8889" y="1251"/>
                  </a:lnTo>
                  <a:lnTo>
                    <a:pt x="7594" y="1697"/>
                  </a:lnTo>
                  <a:lnTo>
                    <a:pt x="6410" y="2166"/>
                  </a:lnTo>
                  <a:lnTo>
                    <a:pt x="5316" y="2635"/>
                  </a:lnTo>
                  <a:lnTo>
                    <a:pt x="4333" y="3127"/>
                  </a:lnTo>
                  <a:lnTo>
                    <a:pt x="3864" y="3372"/>
                  </a:lnTo>
                  <a:lnTo>
                    <a:pt x="3440" y="3618"/>
                  </a:lnTo>
                  <a:lnTo>
                    <a:pt x="3038" y="3886"/>
                  </a:lnTo>
                  <a:lnTo>
                    <a:pt x="2636" y="4132"/>
                  </a:lnTo>
                  <a:lnTo>
                    <a:pt x="2279" y="4377"/>
                  </a:lnTo>
                  <a:lnTo>
                    <a:pt x="1944" y="4645"/>
                  </a:lnTo>
                  <a:lnTo>
                    <a:pt x="1653" y="4913"/>
                  </a:lnTo>
                  <a:lnTo>
                    <a:pt x="1363" y="5159"/>
                  </a:lnTo>
                  <a:lnTo>
                    <a:pt x="1117" y="5427"/>
                  </a:lnTo>
                  <a:lnTo>
                    <a:pt x="872" y="5695"/>
                  </a:lnTo>
                  <a:lnTo>
                    <a:pt x="671" y="5963"/>
                  </a:lnTo>
                  <a:lnTo>
                    <a:pt x="492" y="6231"/>
                  </a:lnTo>
                  <a:lnTo>
                    <a:pt x="358" y="6499"/>
                  </a:lnTo>
                  <a:lnTo>
                    <a:pt x="224" y="6789"/>
                  </a:lnTo>
                  <a:lnTo>
                    <a:pt x="135" y="7057"/>
                  </a:lnTo>
                  <a:lnTo>
                    <a:pt x="68" y="7325"/>
                  </a:lnTo>
                  <a:lnTo>
                    <a:pt x="23" y="7616"/>
                  </a:lnTo>
                  <a:lnTo>
                    <a:pt x="1" y="7884"/>
                  </a:lnTo>
                  <a:lnTo>
                    <a:pt x="23" y="8085"/>
                  </a:lnTo>
                  <a:lnTo>
                    <a:pt x="45" y="8263"/>
                  </a:lnTo>
                  <a:lnTo>
                    <a:pt x="68" y="8464"/>
                  </a:lnTo>
                  <a:lnTo>
                    <a:pt x="112" y="8665"/>
                  </a:lnTo>
                  <a:lnTo>
                    <a:pt x="246" y="9045"/>
                  </a:lnTo>
                  <a:lnTo>
                    <a:pt x="447" y="9425"/>
                  </a:lnTo>
                  <a:lnTo>
                    <a:pt x="693" y="9804"/>
                  </a:lnTo>
                  <a:lnTo>
                    <a:pt x="983" y="10184"/>
                  </a:lnTo>
                  <a:lnTo>
                    <a:pt x="1341" y="10564"/>
                  </a:lnTo>
                  <a:lnTo>
                    <a:pt x="1743" y="10943"/>
                  </a:lnTo>
                  <a:lnTo>
                    <a:pt x="2212" y="11301"/>
                  </a:lnTo>
                  <a:lnTo>
                    <a:pt x="2703" y="11680"/>
                  </a:lnTo>
                  <a:lnTo>
                    <a:pt x="3284" y="12038"/>
                  </a:lnTo>
                  <a:lnTo>
                    <a:pt x="3887" y="12395"/>
                  </a:lnTo>
                  <a:lnTo>
                    <a:pt x="4556" y="12752"/>
                  </a:lnTo>
                  <a:lnTo>
                    <a:pt x="5271" y="13087"/>
                  </a:lnTo>
                  <a:lnTo>
                    <a:pt x="6030" y="13422"/>
                  </a:lnTo>
                  <a:lnTo>
                    <a:pt x="6834" y="13757"/>
                  </a:lnTo>
                  <a:lnTo>
                    <a:pt x="7661" y="13445"/>
                  </a:lnTo>
                  <a:lnTo>
                    <a:pt x="8509" y="13154"/>
                  </a:lnTo>
                  <a:lnTo>
                    <a:pt x="9403" y="12864"/>
                  </a:lnTo>
                  <a:lnTo>
                    <a:pt x="10318" y="12574"/>
                  </a:lnTo>
                  <a:lnTo>
                    <a:pt x="11279" y="12283"/>
                  </a:lnTo>
                  <a:lnTo>
                    <a:pt x="12261" y="12015"/>
                  </a:lnTo>
                  <a:lnTo>
                    <a:pt x="13266" y="11747"/>
                  </a:lnTo>
                  <a:lnTo>
                    <a:pt x="14316" y="11502"/>
                  </a:lnTo>
                  <a:lnTo>
                    <a:pt x="15410" y="11256"/>
                  </a:lnTo>
                  <a:lnTo>
                    <a:pt x="16505" y="11033"/>
                  </a:lnTo>
                  <a:lnTo>
                    <a:pt x="17644" y="10809"/>
                  </a:lnTo>
                  <a:lnTo>
                    <a:pt x="18805" y="10586"/>
                  </a:lnTo>
                  <a:lnTo>
                    <a:pt x="19989" y="10385"/>
                  </a:lnTo>
                  <a:lnTo>
                    <a:pt x="21195" y="10184"/>
                  </a:lnTo>
                  <a:lnTo>
                    <a:pt x="23696" y="9804"/>
                  </a:lnTo>
                  <a:lnTo>
                    <a:pt x="26286" y="9492"/>
                  </a:lnTo>
                  <a:lnTo>
                    <a:pt x="28944" y="9201"/>
                  </a:lnTo>
                  <a:lnTo>
                    <a:pt x="31691" y="8956"/>
                  </a:lnTo>
                  <a:lnTo>
                    <a:pt x="34505" y="8755"/>
                  </a:lnTo>
                  <a:lnTo>
                    <a:pt x="37386" y="8598"/>
                  </a:lnTo>
                  <a:lnTo>
                    <a:pt x="40312" y="8487"/>
                  </a:lnTo>
                  <a:lnTo>
                    <a:pt x="43282" y="8420"/>
                  </a:lnTo>
                  <a:lnTo>
                    <a:pt x="46319" y="8397"/>
                  </a:lnTo>
                  <a:lnTo>
                    <a:pt x="49334" y="8420"/>
                  </a:lnTo>
                  <a:lnTo>
                    <a:pt x="52304" y="8487"/>
                  </a:lnTo>
                  <a:lnTo>
                    <a:pt x="55230" y="8598"/>
                  </a:lnTo>
                  <a:lnTo>
                    <a:pt x="58111" y="8755"/>
                  </a:lnTo>
                  <a:lnTo>
                    <a:pt x="60925" y="8956"/>
                  </a:lnTo>
                  <a:lnTo>
                    <a:pt x="63672" y="9201"/>
                  </a:lnTo>
                  <a:lnTo>
                    <a:pt x="66329" y="9492"/>
                  </a:lnTo>
                  <a:lnTo>
                    <a:pt x="68920" y="9804"/>
                  </a:lnTo>
                  <a:lnTo>
                    <a:pt x="71421" y="10184"/>
                  </a:lnTo>
                  <a:lnTo>
                    <a:pt x="72627" y="10385"/>
                  </a:lnTo>
                  <a:lnTo>
                    <a:pt x="73811" y="10586"/>
                  </a:lnTo>
                  <a:lnTo>
                    <a:pt x="74972" y="10809"/>
                  </a:lnTo>
                  <a:lnTo>
                    <a:pt x="76111" y="11033"/>
                  </a:lnTo>
                  <a:lnTo>
                    <a:pt x="77228" y="11256"/>
                  </a:lnTo>
                  <a:lnTo>
                    <a:pt x="78300" y="11502"/>
                  </a:lnTo>
                  <a:lnTo>
                    <a:pt x="79350" y="11747"/>
                  </a:lnTo>
                  <a:lnTo>
                    <a:pt x="80355" y="12015"/>
                  </a:lnTo>
                  <a:lnTo>
                    <a:pt x="81359" y="12283"/>
                  </a:lnTo>
                  <a:lnTo>
                    <a:pt x="82297" y="12574"/>
                  </a:lnTo>
                  <a:lnTo>
                    <a:pt x="83235" y="12864"/>
                  </a:lnTo>
                  <a:lnTo>
                    <a:pt x="84106" y="13154"/>
                  </a:lnTo>
                  <a:lnTo>
                    <a:pt x="84977" y="13445"/>
                  </a:lnTo>
                  <a:lnTo>
                    <a:pt x="85781" y="13757"/>
                  </a:lnTo>
                  <a:lnTo>
                    <a:pt x="86920" y="13288"/>
                  </a:lnTo>
                  <a:lnTo>
                    <a:pt x="87948" y="12797"/>
                  </a:lnTo>
                  <a:lnTo>
                    <a:pt x="88439" y="12551"/>
                  </a:lnTo>
                  <a:lnTo>
                    <a:pt x="88886" y="12306"/>
                  </a:lnTo>
                  <a:lnTo>
                    <a:pt x="89310" y="12060"/>
                  </a:lnTo>
                  <a:lnTo>
                    <a:pt x="89734" y="11792"/>
                  </a:lnTo>
                  <a:lnTo>
                    <a:pt x="89734" y="3975"/>
                  </a:lnTo>
                  <a:lnTo>
                    <a:pt x="89288" y="3685"/>
                  </a:lnTo>
                  <a:lnTo>
                    <a:pt x="88819" y="3417"/>
                  </a:lnTo>
                  <a:lnTo>
                    <a:pt x="88305" y="3149"/>
                  </a:lnTo>
                  <a:lnTo>
                    <a:pt x="87791" y="2881"/>
                  </a:lnTo>
                  <a:lnTo>
                    <a:pt x="87233" y="2613"/>
                  </a:lnTo>
                  <a:lnTo>
                    <a:pt x="86652" y="2367"/>
                  </a:lnTo>
                  <a:lnTo>
                    <a:pt x="86049" y="2099"/>
                  </a:lnTo>
                  <a:lnTo>
                    <a:pt x="85402" y="1854"/>
                  </a:lnTo>
                  <a:lnTo>
                    <a:pt x="84039" y="1362"/>
                  </a:lnTo>
                  <a:lnTo>
                    <a:pt x="82588" y="893"/>
                  </a:lnTo>
                  <a:lnTo>
                    <a:pt x="81002" y="424"/>
                  </a:lnTo>
                  <a:lnTo>
                    <a:pt x="79327" y="0"/>
                  </a:lnTo>
                  <a:lnTo>
                    <a:pt x="77652" y="380"/>
                  </a:lnTo>
                  <a:lnTo>
                    <a:pt x="75910" y="759"/>
                  </a:lnTo>
                  <a:lnTo>
                    <a:pt x="74101" y="1117"/>
                  </a:lnTo>
                  <a:lnTo>
                    <a:pt x="72225" y="1429"/>
                  </a:lnTo>
                  <a:lnTo>
                    <a:pt x="70305" y="1742"/>
                  </a:lnTo>
                  <a:lnTo>
                    <a:pt x="68317" y="2010"/>
                  </a:lnTo>
                  <a:lnTo>
                    <a:pt x="66307" y="2278"/>
                  </a:lnTo>
                  <a:lnTo>
                    <a:pt x="64230" y="2501"/>
                  </a:lnTo>
                  <a:lnTo>
                    <a:pt x="62108" y="2702"/>
                  </a:lnTo>
                  <a:lnTo>
                    <a:pt x="59942" y="2881"/>
                  </a:lnTo>
                  <a:lnTo>
                    <a:pt x="57754" y="3015"/>
                  </a:lnTo>
                  <a:lnTo>
                    <a:pt x="55520" y="3149"/>
                  </a:lnTo>
                  <a:lnTo>
                    <a:pt x="53242" y="3238"/>
                  </a:lnTo>
                  <a:lnTo>
                    <a:pt x="50964" y="3305"/>
                  </a:lnTo>
                  <a:lnTo>
                    <a:pt x="48642" y="3350"/>
                  </a:lnTo>
                  <a:lnTo>
                    <a:pt x="46319" y="3372"/>
                  </a:lnTo>
                  <a:lnTo>
                    <a:pt x="43974" y="3350"/>
                  </a:lnTo>
                  <a:lnTo>
                    <a:pt x="41652" y="3305"/>
                  </a:lnTo>
                  <a:lnTo>
                    <a:pt x="39374" y="3238"/>
                  </a:lnTo>
                  <a:lnTo>
                    <a:pt x="37096" y="3149"/>
                  </a:lnTo>
                  <a:lnTo>
                    <a:pt x="34885" y="3015"/>
                  </a:lnTo>
                  <a:lnTo>
                    <a:pt x="32674" y="2881"/>
                  </a:lnTo>
                  <a:lnTo>
                    <a:pt x="30507" y="2702"/>
                  </a:lnTo>
                  <a:lnTo>
                    <a:pt x="28408" y="2501"/>
                  </a:lnTo>
                  <a:lnTo>
                    <a:pt x="26331" y="2278"/>
                  </a:lnTo>
                  <a:lnTo>
                    <a:pt x="24299" y="2010"/>
                  </a:lnTo>
                  <a:lnTo>
                    <a:pt x="22311" y="1742"/>
                  </a:lnTo>
                  <a:lnTo>
                    <a:pt x="20391" y="1429"/>
                  </a:lnTo>
                  <a:lnTo>
                    <a:pt x="18515" y="1117"/>
                  </a:lnTo>
                  <a:lnTo>
                    <a:pt x="16706" y="759"/>
                  </a:lnTo>
                  <a:lnTo>
                    <a:pt x="14964" y="380"/>
                  </a:lnTo>
                  <a:lnTo>
                    <a:pt x="13289" y="0"/>
                  </a:lnTo>
                  <a:close/>
                </a:path>
              </a:pathLst>
            </a:cu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228" name="Google Shape;228;p18"/>
            <p:cNvSpPr/>
            <p:nvPr/>
          </p:nvSpPr>
          <p:spPr>
            <a:xfrm>
              <a:off x="4308382" y="2704009"/>
              <a:ext cx="4833127" cy="1032065"/>
            </a:xfrm>
            <a:custGeom>
              <a:rect b="b" l="l" r="r" t="t"/>
              <a:pathLst>
                <a:path extrusionOk="0" h="19162" w="89735">
                  <a:moveTo>
                    <a:pt x="43929" y="0"/>
                  </a:moveTo>
                  <a:lnTo>
                    <a:pt x="41585" y="45"/>
                  </a:lnTo>
                  <a:lnTo>
                    <a:pt x="39262" y="134"/>
                  </a:lnTo>
                  <a:lnTo>
                    <a:pt x="36984" y="224"/>
                  </a:lnTo>
                  <a:lnTo>
                    <a:pt x="34751" y="358"/>
                  </a:lnTo>
                  <a:lnTo>
                    <a:pt x="32562" y="492"/>
                  </a:lnTo>
                  <a:lnTo>
                    <a:pt x="30396" y="670"/>
                  </a:lnTo>
                  <a:lnTo>
                    <a:pt x="28296" y="871"/>
                  </a:lnTo>
                  <a:lnTo>
                    <a:pt x="26264" y="1117"/>
                  </a:lnTo>
                  <a:lnTo>
                    <a:pt x="24254" y="1363"/>
                  </a:lnTo>
                  <a:lnTo>
                    <a:pt x="22311" y="1631"/>
                  </a:lnTo>
                  <a:lnTo>
                    <a:pt x="20435" y="1921"/>
                  </a:lnTo>
                  <a:lnTo>
                    <a:pt x="18626" y="2233"/>
                  </a:lnTo>
                  <a:lnTo>
                    <a:pt x="16884" y="2568"/>
                  </a:lnTo>
                  <a:lnTo>
                    <a:pt x="15187" y="2926"/>
                  </a:lnTo>
                  <a:lnTo>
                    <a:pt x="13579" y="3305"/>
                  </a:lnTo>
                  <a:lnTo>
                    <a:pt x="12060" y="3685"/>
                  </a:lnTo>
                  <a:lnTo>
                    <a:pt x="10586" y="4087"/>
                  </a:lnTo>
                  <a:lnTo>
                    <a:pt x="9224" y="4534"/>
                  </a:lnTo>
                  <a:lnTo>
                    <a:pt x="7929" y="4958"/>
                  </a:lnTo>
                  <a:lnTo>
                    <a:pt x="6723" y="5427"/>
                  </a:lnTo>
                  <a:lnTo>
                    <a:pt x="5606" y="5896"/>
                  </a:lnTo>
                  <a:lnTo>
                    <a:pt x="4579" y="6387"/>
                  </a:lnTo>
                  <a:lnTo>
                    <a:pt x="4110" y="6633"/>
                  </a:lnTo>
                  <a:lnTo>
                    <a:pt x="3663" y="6879"/>
                  </a:lnTo>
                  <a:lnTo>
                    <a:pt x="3217" y="7124"/>
                  </a:lnTo>
                  <a:lnTo>
                    <a:pt x="2815" y="7392"/>
                  </a:lnTo>
                  <a:lnTo>
                    <a:pt x="2435" y="7660"/>
                  </a:lnTo>
                  <a:lnTo>
                    <a:pt x="2100" y="7906"/>
                  </a:lnTo>
                  <a:lnTo>
                    <a:pt x="1765" y="8174"/>
                  </a:lnTo>
                  <a:lnTo>
                    <a:pt x="1475" y="8442"/>
                  </a:lnTo>
                  <a:lnTo>
                    <a:pt x="1207" y="8710"/>
                  </a:lnTo>
                  <a:lnTo>
                    <a:pt x="961" y="9000"/>
                  </a:lnTo>
                  <a:lnTo>
                    <a:pt x="738" y="9268"/>
                  </a:lnTo>
                  <a:lnTo>
                    <a:pt x="537" y="9559"/>
                  </a:lnTo>
                  <a:lnTo>
                    <a:pt x="380" y="9827"/>
                  </a:lnTo>
                  <a:lnTo>
                    <a:pt x="246" y="10117"/>
                  </a:lnTo>
                  <a:lnTo>
                    <a:pt x="135" y="10385"/>
                  </a:lnTo>
                  <a:lnTo>
                    <a:pt x="68" y="10675"/>
                  </a:lnTo>
                  <a:lnTo>
                    <a:pt x="23" y="10966"/>
                  </a:lnTo>
                  <a:lnTo>
                    <a:pt x="1" y="11256"/>
                  </a:lnTo>
                  <a:lnTo>
                    <a:pt x="23" y="11546"/>
                  </a:lnTo>
                  <a:lnTo>
                    <a:pt x="68" y="11814"/>
                  </a:lnTo>
                  <a:lnTo>
                    <a:pt x="135" y="12082"/>
                  </a:lnTo>
                  <a:lnTo>
                    <a:pt x="224" y="12373"/>
                  </a:lnTo>
                  <a:lnTo>
                    <a:pt x="358" y="12641"/>
                  </a:lnTo>
                  <a:lnTo>
                    <a:pt x="492" y="12909"/>
                  </a:lnTo>
                  <a:lnTo>
                    <a:pt x="671" y="13177"/>
                  </a:lnTo>
                  <a:lnTo>
                    <a:pt x="872" y="13445"/>
                  </a:lnTo>
                  <a:lnTo>
                    <a:pt x="1117" y="13713"/>
                  </a:lnTo>
                  <a:lnTo>
                    <a:pt x="1363" y="13981"/>
                  </a:lnTo>
                  <a:lnTo>
                    <a:pt x="1653" y="14249"/>
                  </a:lnTo>
                  <a:lnTo>
                    <a:pt x="1944" y="14494"/>
                  </a:lnTo>
                  <a:lnTo>
                    <a:pt x="2279" y="14762"/>
                  </a:lnTo>
                  <a:lnTo>
                    <a:pt x="2636" y="15008"/>
                  </a:lnTo>
                  <a:lnTo>
                    <a:pt x="3038" y="15276"/>
                  </a:lnTo>
                  <a:lnTo>
                    <a:pt x="3440" y="15522"/>
                  </a:lnTo>
                  <a:lnTo>
                    <a:pt x="3864" y="15767"/>
                  </a:lnTo>
                  <a:lnTo>
                    <a:pt x="4333" y="16013"/>
                  </a:lnTo>
                  <a:lnTo>
                    <a:pt x="5316" y="16504"/>
                  </a:lnTo>
                  <a:lnTo>
                    <a:pt x="6410" y="16973"/>
                  </a:lnTo>
                  <a:lnTo>
                    <a:pt x="7594" y="17442"/>
                  </a:lnTo>
                  <a:lnTo>
                    <a:pt x="8889" y="17889"/>
                  </a:lnTo>
                  <a:lnTo>
                    <a:pt x="10251" y="18335"/>
                  </a:lnTo>
                  <a:lnTo>
                    <a:pt x="11725" y="18737"/>
                  </a:lnTo>
                  <a:lnTo>
                    <a:pt x="13289" y="19162"/>
                  </a:lnTo>
                  <a:lnTo>
                    <a:pt x="14964" y="18760"/>
                  </a:lnTo>
                  <a:lnTo>
                    <a:pt x="16706" y="18380"/>
                  </a:lnTo>
                  <a:lnTo>
                    <a:pt x="18515" y="18023"/>
                  </a:lnTo>
                  <a:lnTo>
                    <a:pt x="20391" y="17710"/>
                  </a:lnTo>
                  <a:lnTo>
                    <a:pt x="22311" y="17398"/>
                  </a:lnTo>
                  <a:lnTo>
                    <a:pt x="24299" y="17130"/>
                  </a:lnTo>
                  <a:lnTo>
                    <a:pt x="26331" y="16884"/>
                  </a:lnTo>
                  <a:lnTo>
                    <a:pt x="28408" y="16638"/>
                  </a:lnTo>
                  <a:lnTo>
                    <a:pt x="30507" y="16437"/>
                  </a:lnTo>
                  <a:lnTo>
                    <a:pt x="32674" y="16281"/>
                  </a:lnTo>
                  <a:lnTo>
                    <a:pt x="34885" y="16125"/>
                  </a:lnTo>
                  <a:lnTo>
                    <a:pt x="37096" y="15991"/>
                  </a:lnTo>
                  <a:lnTo>
                    <a:pt x="39374" y="15901"/>
                  </a:lnTo>
                  <a:lnTo>
                    <a:pt x="41652" y="15834"/>
                  </a:lnTo>
                  <a:lnTo>
                    <a:pt x="43974" y="15790"/>
                  </a:lnTo>
                  <a:lnTo>
                    <a:pt x="46319" y="15767"/>
                  </a:lnTo>
                  <a:lnTo>
                    <a:pt x="48642" y="15790"/>
                  </a:lnTo>
                  <a:lnTo>
                    <a:pt x="50964" y="15834"/>
                  </a:lnTo>
                  <a:lnTo>
                    <a:pt x="53242" y="15901"/>
                  </a:lnTo>
                  <a:lnTo>
                    <a:pt x="55520" y="15991"/>
                  </a:lnTo>
                  <a:lnTo>
                    <a:pt x="57754" y="16125"/>
                  </a:lnTo>
                  <a:lnTo>
                    <a:pt x="59942" y="16281"/>
                  </a:lnTo>
                  <a:lnTo>
                    <a:pt x="62108" y="16437"/>
                  </a:lnTo>
                  <a:lnTo>
                    <a:pt x="64230" y="16638"/>
                  </a:lnTo>
                  <a:lnTo>
                    <a:pt x="66307" y="16884"/>
                  </a:lnTo>
                  <a:lnTo>
                    <a:pt x="68317" y="17130"/>
                  </a:lnTo>
                  <a:lnTo>
                    <a:pt x="70305" y="17398"/>
                  </a:lnTo>
                  <a:lnTo>
                    <a:pt x="72225" y="17710"/>
                  </a:lnTo>
                  <a:lnTo>
                    <a:pt x="74101" y="18023"/>
                  </a:lnTo>
                  <a:lnTo>
                    <a:pt x="75910" y="18380"/>
                  </a:lnTo>
                  <a:lnTo>
                    <a:pt x="77652" y="18760"/>
                  </a:lnTo>
                  <a:lnTo>
                    <a:pt x="79327" y="19162"/>
                  </a:lnTo>
                  <a:lnTo>
                    <a:pt x="81002" y="18715"/>
                  </a:lnTo>
                  <a:lnTo>
                    <a:pt x="82588" y="18269"/>
                  </a:lnTo>
                  <a:lnTo>
                    <a:pt x="84039" y="17777"/>
                  </a:lnTo>
                  <a:lnTo>
                    <a:pt x="85402" y="17286"/>
                  </a:lnTo>
                  <a:lnTo>
                    <a:pt x="86049" y="17040"/>
                  </a:lnTo>
                  <a:lnTo>
                    <a:pt x="86652" y="16795"/>
                  </a:lnTo>
                  <a:lnTo>
                    <a:pt x="87233" y="16527"/>
                  </a:lnTo>
                  <a:lnTo>
                    <a:pt x="87791" y="16259"/>
                  </a:lnTo>
                  <a:lnTo>
                    <a:pt x="88305" y="15991"/>
                  </a:lnTo>
                  <a:lnTo>
                    <a:pt x="88819" y="15723"/>
                  </a:lnTo>
                  <a:lnTo>
                    <a:pt x="89288" y="15455"/>
                  </a:lnTo>
                  <a:lnTo>
                    <a:pt x="89734" y="15187"/>
                  </a:lnTo>
                  <a:lnTo>
                    <a:pt x="89734" y="7348"/>
                  </a:lnTo>
                  <a:lnTo>
                    <a:pt x="89087" y="6946"/>
                  </a:lnTo>
                  <a:lnTo>
                    <a:pt x="88394" y="6566"/>
                  </a:lnTo>
                  <a:lnTo>
                    <a:pt x="87635" y="6186"/>
                  </a:lnTo>
                  <a:lnTo>
                    <a:pt x="86809" y="5807"/>
                  </a:lnTo>
                  <a:lnTo>
                    <a:pt x="85960" y="5449"/>
                  </a:lnTo>
                  <a:lnTo>
                    <a:pt x="85022" y="5092"/>
                  </a:lnTo>
                  <a:lnTo>
                    <a:pt x="84062" y="4735"/>
                  </a:lnTo>
                  <a:lnTo>
                    <a:pt x="83034" y="4400"/>
                  </a:lnTo>
                  <a:lnTo>
                    <a:pt x="81962" y="4065"/>
                  </a:lnTo>
                  <a:lnTo>
                    <a:pt x="80824" y="3752"/>
                  </a:lnTo>
                  <a:lnTo>
                    <a:pt x="79640" y="3439"/>
                  </a:lnTo>
                  <a:lnTo>
                    <a:pt x="78412" y="3149"/>
                  </a:lnTo>
                  <a:lnTo>
                    <a:pt x="77139" y="2859"/>
                  </a:lnTo>
                  <a:lnTo>
                    <a:pt x="75821" y="2591"/>
                  </a:lnTo>
                  <a:lnTo>
                    <a:pt x="74459" y="2323"/>
                  </a:lnTo>
                  <a:lnTo>
                    <a:pt x="73052" y="2055"/>
                  </a:lnTo>
                  <a:lnTo>
                    <a:pt x="71555" y="1809"/>
                  </a:lnTo>
                  <a:lnTo>
                    <a:pt x="70037" y="1586"/>
                  </a:lnTo>
                  <a:lnTo>
                    <a:pt x="68496" y="1363"/>
                  </a:lnTo>
                  <a:lnTo>
                    <a:pt x="66910" y="1162"/>
                  </a:lnTo>
                  <a:lnTo>
                    <a:pt x="65302" y="983"/>
                  </a:lnTo>
                  <a:lnTo>
                    <a:pt x="63672" y="804"/>
                  </a:lnTo>
                  <a:lnTo>
                    <a:pt x="62019" y="670"/>
                  </a:lnTo>
                  <a:lnTo>
                    <a:pt x="60344" y="514"/>
                  </a:lnTo>
                  <a:lnTo>
                    <a:pt x="58647" y="402"/>
                  </a:lnTo>
                  <a:lnTo>
                    <a:pt x="56950" y="291"/>
                  </a:lnTo>
                  <a:lnTo>
                    <a:pt x="55208" y="201"/>
                  </a:lnTo>
                  <a:lnTo>
                    <a:pt x="53443" y="134"/>
                  </a:lnTo>
                  <a:lnTo>
                    <a:pt x="51679" y="67"/>
                  </a:lnTo>
                  <a:lnTo>
                    <a:pt x="49915" y="23"/>
                  </a:lnTo>
                  <a:lnTo>
                    <a:pt x="48106" y="0"/>
                  </a:lnTo>
                  <a:close/>
                </a:path>
              </a:pathLst>
            </a:cu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Alt 1">
  <p:cSld name="BLANK_1_1_1_1_1_1_1">
    <p:spTree>
      <p:nvGrpSpPr>
        <p:cNvPr id="229" name="Shape 229"/>
        <p:cNvGrpSpPr/>
        <p:nvPr/>
      </p:nvGrpSpPr>
      <p:grpSpPr>
        <a:xfrm>
          <a:off x="0" y="0"/>
          <a:ext cx="0" cy="0"/>
          <a:chOff x="0" y="0"/>
          <a:chExt cx="0" cy="0"/>
        </a:xfrm>
      </p:grpSpPr>
      <p:sp>
        <p:nvSpPr>
          <p:cNvPr id="230" name="Google Shape;230;p19"/>
          <p:cNvSpPr/>
          <p:nvPr/>
        </p:nvSpPr>
        <p:spPr>
          <a:xfrm>
            <a:off x="6519500" y="2216800"/>
            <a:ext cx="4728600" cy="1604700"/>
          </a:xfrm>
          <a:prstGeom prst="chord">
            <a:avLst>
              <a:gd fmla="val 4346562" name="adj1"/>
              <a:gd fmla="val 17254322"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31" name="Google Shape;231;p19"/>
          <p:cNvSpPr/>
          <p:nvPr/>
        </p:nvSpPr>
        <p:spPr>
          <a:xfrm rot="1800032">
            <a:off x="6670150" y="2309109"/>
            <a:ext cx="4728524" cy="1869582"/>
          </a:xfrm>
          <a:prstGeom prst="chord">
            <a:avLst>
              <a:gd fmla="val 3282930" name="adj1"/>
              <a:gd fmla="val 14744228"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32" name="Google Shape;232;p19"/>
          <p:cNvSpPr/>
          <p:nvPr/>
        </p:nvSpPr>
        <p:spPr>
          <a:xfrm>
            <a:off x="6008850" y="3120100"/>
            <a:ext cx="3135148" cy="2023395"/>
          </a:xfrm>
          <a:custGeom>
            <a:rect b="b" l="l" r="r" t="t"/>
            <a:pathLst>
              <a:path extrusionOk="0" h="29205" w="61561">
                <a:moveTo>
                  <a:pt x="61560" y="1"/>
                </a:moveTo>
                <a:lnTo>
                  <a:pt x="60172" y="120"/>
                </a:lnTo>
                <a:lnTo>
                  <a:pt x="58745" y="258"/>
                </a:lnTo>
                <a:lnTo>
                  <a:pt x="57318" y="417"/>
                </a:lnTo>
                <a:lnTo>
                  <a:pt x="55870" y="595"/>
                </a:lnTo>
                <a:lnTo>
                  <a:pt x="54403" y="814"/>
                </a:lnTo>
                <a:lnTo>
                  <a:pt x="52936" y="1051"/>
                </a:lnTo>
                <a:lnTo>
                  <a:pt x="51429" y="1309"/>
                </a:lnTo>
                <a:lnTo>
                  <a:pt x="49942" y="1587"/>
                </a:lnTo>
                <a:lnTo>
                  <a:pt x="48436" y="1884"/>
                </a:lnTo>
                <a:lnTo>
                  <a:pt x="46909" y="2221"/>
                </a:lnTo>
                <a:lnTo>
                  <a:pt x="45382" y="2578"/>
                </a:lnTo>
                <a:lnTo>
                  <a:pt x="43836" y="2955"/>
                </a:lnTo>
                <a:lnTo>
                  <a:pt x="42309" y="3351"/>
                </a:lnTo>
                <a:lnTo>
                  <a:pt x="40763" y="3787"/>
                </a:lnTo>
                <a:lnTo>
                  <a:pt x="39217" y="4224"/>
                </a:lnTo>
                <a:lnTo>
                  <a:pt x="37670" y="4699"/>
                </a:lnTo>
                <a:lnTo>
                  <a:pt x="35866" y="5274"/>
                </a:lnTo>
                <a:lnTo>
                  <a:pt x="34082" y="5869"/>
                </a:lnTo>
                <a:lnTo>
                  <a:pt x="32337" y="6484"/>
                </a:lnTo>
                <a:lnTo>
                  <a:pt x="30592" y="7118"/>
                </a:lnTo>
                <a:lnTo>
                  <a:pt x="28887" y="7792"/>
                </a:lnTo>
                <a:lnTo>
                  <a:pt x="27222" y="8466"/>
                </a:lnTo>
                <a:lnTo>
                  <a:pt x="25557" y="9160"/>
                </a:lnTo>
                <a:lnTo>
                  <a:pt x="23951" y="9894"/>
                </a:lnTo>
                <a:lnTo>
                  <a:pt x="22365" y="10627"/>
                </a:lnTo>
                <a:lnTo>
                  <a:pt x="20818" y="11381"/>
                </a:lnTo>
                <a:lnTo>
                  <a:pt x="19292" y="12154"/>
                </a:lnTo>
                <a:lnTo>
                  <a:pt x="17824" y="12927"/>
                </a:lnTo>
                <a:lnTo>
                  <a:pt x="16377" y="13740"/>
                </a:lnTo>
                <a:lnTo>
                  <a:pt x="14989" y="14553"/>
                </a:lnTo>
                <a:lnTo>
                  <a:pt x="13621" y="15386"/>
                </a:lnTo>
                <a:lnTo>
                  <a:pt x="12313" y="16218"/>
                </a:lnTo>
                <a:lnTo>
                  <a:pt x="11084" y="17051"/>
                </a:lnTo>
                <a:lnTo>
                  <a:pt x="9914" y="17884"/>
                </a:lnTo>
                <a:lnTo>
                  <a:pt x="8804" y="18716"/>
                </a:lnTo>
                <a:lnTo>
                  <a:pt x="7753" y="19549"/>
                </a:lnTo>
                <a:lnTo>
                  <a:pt x="6762" y="20382"/>
                </a:lnTo>
                <a:lnTo>
                  <a:pt x="5810" y="21214"/>
                </a:lnTo>
                <a:lnTo>
                  <a:pt x="4938" y="22027"/>
                </a:lnTo>
                <a:lnTo>
                  <a:pt x="4125" y="22860"/>
                </a:lnTo>
                <a:lnTo>
                  <a:pt x="3371" y="23693"/>
                </a:lnTo>
                <a:lnTo>
                  <a:pt x="2697" y="24505"/>
                </a:lnTo>
                <a:lnTo>
                  <a:pt x="2380" y="24902"/>
                </a:lnTo>
                <a:lnTo>
                  <a:pt x="2063" y="25298"/>
                </a:lnTo>
                <a:lnTo>
                  <a:pt x="1785" y="25715"/>
                </a:lnTo>
                <a:lnTo>
                  <a:pt x="1528" y="26111"/>
                </a:lnTo>
                <a:lnTo>
                  <a:pt x="1270" y="26508"/>
                </a:lnTo>
                <a:lnTo>
                  <a:pt x="1032" y="26904"/>
                </a:lnTo>
                <a:lnTo>
                  <a:pt x="814" y="27281"/>
                </a:lnTo>
                <a:lnTo>
                  <a:pt x="616" y="27678"/>
                </a:lnTo>
                <a:lnTo>
                  <a:pt x="437" y="28054"/>
                </a:lnTo>
                <a:lnTo>
                  <a:pt x="279" y="28451"/>
                </a:lnTo>
                <a:lnTo>
                  <a:pt x="120" y="28827"/>
                </a:lnTo>
                <a:lnTo>
                  <a:pt x="1" y="29204"/>
                </a:lnTo>
                <a:lnTo>
                  <a:pt x="61560" y="29204"/>
                </a:lnTo>
                <a:lnTo>
                  <a:pt x="61560" y="1"/>
                </a:lnTo>
                <a:close/>
              </a:path>
            </a:pathLst>
          </a:custGeom>
          <a:gradFill>
            <a:gsLst>
              <a:gs pos="0">
                <a:schemeClr val="accent2"/>
              </a:gs>
              <a:gs pos="37000">
                <a:schemeClr val="lt2"/>
              </a:gs>
              <a:gs pos="92000">
                <a:schemeClr val="accent1"/>
              </a:gs>
              <a:gs pos="100000">
                <a:schemeClr val="accent1"/>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233" name="Google Shape;233;p19"/>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234" name="Google Shape;234;p19"/>
          <p:cNvSpPr txBox="1"/>
          <p:nvPr>
            <p:ph idx="2" type="title"/>
          </p:nvPr>
        </p:nvSpPr>
        <p:spPr>
          <a:xfrm>
            <a:off x="115025" y="406250"/>
            <a:ext cx="6507000" cy="2656800"/>
          </a:xfrm>
          <a:prstGeom prst="rect">
            <a:avLst/>
          </a:prstGeom>
        </p:spPr>
        <p:txBody>
          <a:bodyPr anchorCtr="0" anchor="t" bIns="91425" lIns="91425" spcFirstLastPara="1" rIns="91425" wrap="square" tIns="0">
            <a:noAutofit/>
          </a:bodyPr>
          <a:lstStyle>
            <a:lvl1pPr lvl="0">
              <a:lnSpc>
                <a:spcPct val="90000"/>
              </a:lnSpc>
              <a:spcBef>
                <a:spcPts val="0"/>
              </a:spcBef>
              <a:spcAft>
                <a:spcPts val="0"/>
              </a:spcAft>
              <a:buNone/>
              <a:defRPr sz="5500"/>
            </a:lvl1pPr>
            <a:lvl2pPr lvl="1">
              <a:lnSpc>
                <a:spcPct val="90000"/>
              </a:lnSpc>
              <a:spcBef>
                <a:spcPts val="0"/>
              </a:spcBef>
              <a:spcAft>
                <a:spcPts val="0"/>
              </a:spcAft>
              <a:buNone/>
              <a:defRPr sz="5500"/>
            </a:lvl2pPr>
            <a:lvl3pPr lvl="2">
              <a:lnSpc>
                <a:spcPct val="90000"/>
              </a:lnSpc>
              <a:spcBef>
                <a:spcPts val="0"/>
              </a:spcBef>
              <a:spcAft>
                <a:spcPts val="0"/>
              </a:spcAft>
              <a:buNone/>
              <a:defRPr sz="5500"/>
            </a:lvl3pPr>
            <a:lvl4pPr lvl="3">
              <a:lnSpc>
                <a:spcPct val="90000"/>
              </a:lnSpc>
              <a:spcBef>
                <a:spcPts val="0"/>
              </a:spcBef>
              <a:spcAft>
                <a:spcPts val="0"/>
              </a:spcAft>
              <a:buNone/>
              <a:defRPr sz="5500"/>
            </a:lvl4pPr>
            <a:lvl5pPr lvl="4">
              <a:lnSpc>
                <a:spcPct val="90000"/>
              </a:lnSpc>
              <a:spcBef>
                <a:spcPts val="0"/>
              </a:spcBef>
              <a:spcAft>
                <a:spcPts val="0"/>
              </a:spcAft>
              <a:buNone/>
              <a:defRPr sz="5500"/>
            </a:lvl5pPr>
            <a:lvl6pPr lvl="5">
              <a:lnSpc>
                <a:spcPct val="90000"/>
              </a:lnSpc>
              <a:spcBef>
                <a:spcPts val="0"/>
              </a:spcBef>
              <a:spcAft>
                <a:spcPts val="0"/>
              </a:spcAft>
              <a:buNone/>
              <a:defRPr sz="5500"/>
            </a:lvl6pPr>
            <a:lvl7pPr lvl="6">
              <a:lnSpc>
                <a:spcPct val="90000"/>
              </a:lnSpc>
              <a:spcBef>
                <a:spcPts val="0"/>
              </a:spcBef>
              <a:spcAft>
                <a:spcPts val="0"/>
              </a:spcAft>
              <a:buNone/>
              <a:defRPr sz="5500"/>
            </a:lvl7pPr>
            <a:lvl8pPr lvl="7">
              <a:lnSpc>
                <a:spcPct val="90000"/>
              </a:lnSpc>
              <a:spcBef>
                <a:spcPts val="0"/>
              </a:spcBef>
              <a:spcAft>
                <a:spcPts val="0"/>
              </a:spcAft>
              <a:buNone/>
              <a:defRPr sz="5500"/>
            </a:lvl8pPr>
            <a:lvl9pPr lvl="8">
              <a:lnSpc>
                <a:spcPct val="90000"/>
              </a:lnSpc>
              <a:spcBef>
                <a:spcPts val="0"/>
              </a:spcBef>
              <a:spcAft>
                <a:spcPts val="0"/>
              </a:spcAft>
              <a:buNone/>
              <a:defRPr sz="5500"/>
            </a:lvl9pPr>
          </a:lstStyle>
          <a:p/>
        </p:txBody>
      </p:sp>
      <p:sp>
        <p:nvSpPr>
          <p:cNvPr id="235" name="Google Shape;235;p19"/>
          <p:cNvSpPr txBox="1"/>
          <p:nvPr>
            <p:ph idx="1" type="subTitle"/>
          </p:nvPr>
        </p:nvSpPr>
        <p:spPr>
          <a:xfrm>
            <a:off x="115025" y="3062925"/>
            <a:ext cx="3759600" cy="1659900"/>
          </a:xfrm>
          <a:prstGeom prst="rect">
            <a:avLst/>
          </a:prstGeom>
        </p:spPr>
        <p:txBody>
          <a:bodyPr anchorCtr="0" anchor="b" bIns="91425" lIns="91425" spcFirstLastPara="1" rIns="91425" wrap="square" tIns="91425">
            <a:noAutofit/>
          </a:bodyPr>
          <a:lstStyle>
            <a:lvl1pPr lvl="0">
              <a:lnSpc>
                <a:spcPct val="115000"/>
              </a:lnSpc>
              <a:spcBef>
                <a:spcPts val="0"/>
              </a:spcBef>
              <a:spcAft>
                <a:spcPts val="0"/>
              </a:spcAft>
              <a:buClr>
                <a:schemeClr val="lt1"/>
              </a:buClr>
              <a:buSzPts val="1000"/>
              <a:buFont typeface="Sora"/>
              <a:buNone/>
              <a:defRPr sz="1000"/>
            </a:lvl1pPr>
            <a:lvl2pPr lvl="1">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2pPr>
            <a:lvl3pPr lvl="2">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3pPr>
            <a:lvl4pPr lvl="3">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4pPr>
            <a:lvl5pPr lvl="4">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5pPr>
            <a:lvl6pPr lvl="5">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6pPr>
            <a:lvl7pPr lvl="6">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7pPr>
            <a:lvl8pPr lvl="7">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8pPr>
            <a:lvl9pPr lvl="8">
              <a:lnSpc>
                <a:spcPct val="115000"/>
              </a:lnSpc>
              <a:spcBef>
                <a:spcPts val="1000"/>
              </a:spcBef>
              <a:spcAft>
                <a:spcPts val="1000"/>
              </a:spcAft>
              <a:buClr>
                <a:schemeClr val="lt1"/>
              </a:buClr>
              <a:buSzPts val="1000"/>
              <a:buFont typeface="Sora"/>
              <a:buNone/>
              <a:defRPr sz="1000">
                <a:solidFill>
                  <a:schemeClr val="lt1"/>
                </a:solidFill>
                <a:latin typeface="Sora"/>
                <a:ea typeface="Sora"/>
                <a:cs typeface="Sora"/>
                <a:sym typeface="Sora"/>
              </a:defRPr>
            </a:lvl9pPr>
          </a:lstStyle>
          <a:p/>
        </p:txBody>
      </p:sp>
      <p:sp>
        <p:nvSpPr>
          <p:cNvPr id="236" name="Google Shape;236;p19"/>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Alt 2">
  <p:cSld name="BLANK_1_1_1_1_1_1_1_2">
    <p:spTree>
      <p:nvGrpSpPr>
        <p:cNvPr id="237" name="Shape 237"/>
        <p:cNvGrpSpPr/>
        <p:nvPr/>
      </p:nvGrpSpPr>
      <p:grpSpPr>
        <a:xfrm>
          <a:off x="0" y="0"/>
          <a:ext cx="0" cy="0"/>
          <a:chOff x="0" y="0"/>
          <a:chExt cx="0" cy="0"/>
        </a:xfrm>
      </p:grpSpPr>
      <p:sp>
        <p:nvSpPr>
          <p:cNvPr id="238" name="Google Shape;238;p20"/>
          <p:cNvSpPr/>
          <p:nvPr/>
        </p:nvSpPr>
        <p:spPr>
          <a:xfrm>
            <a:off x="5861425" y="3065475"/>
            <a:ext cx="3282600" cy="2078950"/>
          </a:xfrm>
          <a:custGeom>
            <a:rect b="b" l="l" r="r" t="t"/>
            <a:pathLst>
              <a:path extrusionOk="0" h="83158" w="131304">
                <a:moveTo>
                  <a:pt x="131286" y="0"/>
                </a:moveTo>
                <a:lnTo>
                  <a:pt x="131304" y="83132"/>
                </a:lnTo>
                <a:lnTo>
                  <a:pt x="0" y="83158"/>
                </a:lnTo>
                <a:lnTo>
                  <a:pt x="55816" y="4343"/>
                </a:lnTo>
                <a:close/>
              </a:path>
            </a:pathLst>
          </a:custGeom>
          <a:solidFill>
            <a:schemeClr val="accent5"/>
          </a:solidFill>
          <a:ln>
            <a:noFill/>
          </a:ln>
        </p:spPr>
      </p:sp>
      <p:sp>
        <p:nvSpPr>
          <p:cNvPr id="239" name="Google Shape;239;p20"/>
          <p:cNvSpPr/>
          <p:nvPr/>
        </p:nvSpPr>
        <p:spPr>
          <a:xfrm>
            <a:off x="6818025" y="1675"/>
            <a:ext cx="2326300" cy="3183925"/>
          </a:xfrm>
          <a:custGeom>
            <a:rect b="b" l="l" r="r" t="t"/>
            <a:pathLst>
              <a:path extrusionOk="0" h="127357" w="93052">
                <a:moveTo>
                  <a:pt x="17353" y="127357"/>
                </a:moveTo>
                <a:lnTo>
                  <a:pt x="0" y="18662"/>
                </a:lnTo>
                <a:lnTo>
                  <a:pt x="93052" y="0"/>
                </a:lnTo>
                <a:lnTo>
                  <a:pt x="93019" y="122556"/>
                </a:lnTo>
                <a:close/>
              </a:path>
            </a:pathLst>
          </a:custGeom>
          <a:gradFill>
            <a:gsLst>
              <a:gs pos="0">
                <a:schemeClr val="accent2"/>
              </a:gs>
              <a:gs pos="37000">
                <a:schemeClr val="lt2"/>
              </a:gs>
              <a:gs pos="92000">
                <a:schemeClr val="accent1"/>
              </a:gs>
              <a:gs pos="100000">
                <a:schemeClr val="accent1"/>
              </a:gs>
            </a:gsLst>
            <a:lin ang="13500032" scaled="0"/>
          </a:gradFill>
          <a:ln>
            <a:noFill/>
          </a:ln>
        </p:spPr>
      </p:sp>
      <p:grpSp>
        <p:nvGrpSpPr>
          <p:cNvPr id="240" name="Google Shape;240;p20"/>
          <p:cNvGrpSpPr/>
          <p:nvPr/>
        </p:nvGrpSpPr>
        <p:grpSpPr>
          <a:xfrm>
            <a:off x="25" y="4625"/>
            <a:ext cx="2329791" cy="795413"/>
            <a:chOff x="21" y="-511"/>
            <a:chExt cx="2329791" cy="800617"/>
          </a:xfrm>
        </p:grpSpPr>
        <p:grpSp>
          <p:nvGrpSpPr>
            <p:cNvPr id="241" name="Google Shape;241;p20"/>
            <p:cNvGrpSpPr/>
            <p:nvPr/>
          </p:nvGrpSpPr>
          <p:grpSpPr>
            <a:xfrm flipH="1" rot="10800000">
              <a:off x="25" y="392516"/>
              <a:ext cx="1927788" cy="407590"/>
              <a:chOff x="537425" y="3249175"/>
              <a:chExt cx="1774800" cy="370200"/>
            </a:xfrm>
          </p:grpSpPr>
          <p:sp>
            <p:nvSpPr>
              <p:cNvPr id="242" name="Google Shape;242;p20"/>
              <p:cNvSpPr/>
              <p:nvPr/>
            </p:nvSpPr>
            <p:spPr>
              <a:xfrm>
                <a:off x="537425" y="3249175"/>
                <a:ext cx="2940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43" name="Google Shape;243;p20"/>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44" name="Google Shape;244;p20"/>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45" name="Google Shape;245;p20"/>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46" name="Google Shape;246;p20"/>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247" name="Google Shape;247;p20"/>
            <p:cNvGrpSpPr/>
            <p:nvPr/>
          </p:nvGrpSpPr>
          <p:grpSpPr>
            <a:xfrm flipH="1" rot="10800000">
              <a:off x="21" y="-511"/>
              <a:ext cx="1927788" cy="393115"/>
              <a:chOff x="537425" y="3249175"/>
              <a:chExt cx="1774800" cy="370200"/>
            </a:xfrm>
          </p:grpSpPr>
          <p:sp>
            <p:nvSpPr>
              <p:cNvPr id="248" name="Google Shape;248;p20"/>
              <p:cNvSpPr/>
              <p:nvPr/>
            </p:nvSpPr>
            <p:spPr>
              <a:xfrm>
                <a:off x="537425" y="3249175"/>
                <a:ext cx="2940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49" name="Google Shape;249;p20"/>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50" name="Google Shape;250;p20"/>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51" name="Google Shape;251;p20"/>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52" name="Google Shape;252;p20"/>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253" name="Google Shape;253;p20"/>
            <p:cNvSpPr/>
            <p:nvPr/>
          </p:nvSpPr>
          <p:spPr>
            <a:xfrm flipH="1" rot="10800000">
              <a:off x="1927813" y="392406"/>
              <a:ext cx="402000" cy="4077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254" name="Google Shape;254;p20"/>
          <p:cNvSpPr txBox="1"/>
          <p:nvPr>
            <p:ph type="title"/>
          </p:nvPr>
        </p:nvSpPr>
        <p:spPr>
          <a:xfrm>
            <a:off x="96025" y="1206300"/>
            <a:ext cx="6507000" cy="1876200"/>
          </a:xfrm>
          <a:prstGeom prst="rect">
            <a:avLst/>
          </a:prstGeom>
        </p:spPr>
        <p:txBody>
          <a:bodyPr anchorCtr="0" anchor="t" bIns="91425" lIns="91425" spcFirstLastPara="1" rIns="91425" wrap="square" tIns="91425">
            <a:noAutofit/>
          </a:bodyPr>
          <a:lstStyle>
            <a:lvl1pPr lvl="0">
              <a:spcBef>
                <a:spcPts val="0"/>
              </a:spcBef>
              <a:spcAft>
                <a:spcPts val="0"/>
              </a:spcAft>
              <a:buNone/>
              <a:defRPr sz="3600"/>
            </a:lvl1pPr>
            <a:lvl2pPr lvl="1">
              <a:spcBef>
                <a:spcPts val="0"/>
              </a:spcBef>
              <a:spcAft>
                <a:spcPts val="0"/>
              </a:spcAft>
              <a:buClr>
                <a:schemeClr val="lt1"/>
              </a:buClr>
              <a:buSzPts val="3600"/>
              <a:buFont typeface="IBM Plex Sans"/>
              <a:buNone/>
              <a:defRPr sz="3600">
                <a:solidFill>
                  <a:schemeClr val="lt1"/>
                </a:solidFill>
              </a:defRPr>
            </a:lvl2pPr>
            <a:lvl3pPr lvl="2">
              <a:spcBef>
                <a:spcPts val="0"/>
              </a:spcBef>
              <a:spcAft>
                <a:spcPts val="0"/>
              </a:spcAft>
              <a:buClr>
                <a:schemeClr val="lt1"/>
              </a:buClr>
              <a:buSzPts val="3600"/>
              <a:buFont typeface="IBM Plex Sans"/>
              <a:buNone/>
              <a:defRPr sz="3600">
                <a:solidFill>
                  <a:schemeClr val="lt1"/>
                </a:solidFill>
              </a:defRPr>
            </a:lvl3pPr>
            <a:lvl4pPr lvl="3">
              <a:spcBef>
                <a:spcPts val="0"/>
              </a:spcBef>
              <a:spcAft>
                <a:spcPts val="0"/>
              </a:spcAft>
              <a:buClr>
                <a:schemeClr val="lt1"/>
              </a:buClr>
              <a:buSzPts val="3600"/>
              <a:buFont typeface="IBM Plex Sans"/>
              <a:buNone/>
              <a:defRPr sz="3600">
                <a:solidFill>
                  <a:schemeClr val="lt1"/>
                </a:solidFill>
              </a:defRPr>
            </a:lvl4pPr>
            <a:lvl5pPr lvl="4">
              <a:spcBef>
                <a:spcPts val="0"/>
              </a:spcBef>
              <a:spcAft>
                <a:spcPts val="0"/>
              </a:spcAft>
              <a:buClr>
                <a:schemeClr val="lt1"/>
              </a:buClr>
              <a:buSzPts val="3600"/>
              <a:buFont typeface="IBM Plex Sans"/>
              <a:buNone/>
              <a:defRPr sz="3600">
                <a:solidFill>
                  <a:schemeClr val="lt1"/>
                </a:solidFill>
              </a:defRPr>
            </a:lvl5pPr>
            <a:lvl6pPr lvl="5">
              <a:spcBef>
                <a:spcPts val="0"/>
              </a:spcBef>
              <a:spcAft>
                <a:spcPts val="0"/>
              </a:spcAft>
              <a:buClr>
                <a:schemeClr val="lt1"/>
              </a:buClr>
              <a:buSzPts val="3600"/>
              <a:buFont typeface="IBM Plex Sans"/>
              <a:buNone/>
              <a:defRPr sz="3600">
                <a:solidFill>
                  <a:schemeClr val="lt1"/>
                </a:solidFill>
              </a:defRPr>
            </a:lvl6pPr>
            <a:lvl7pPr lvl="6">
              <a:spcBef>
                <a:spcPts val="0"/>
              </a:spcBef>
              <a:spcAft>
                <a:spcPts val="0"/>
              </a:spcAft>
              <a:buClr>
                <a:schemeClr val="lt1"/>
              </a:buClr>
              <a:buSzPts val="3600"/>
              <a:buFont typeface="IBM Plex Sans"/>
              <a:buNone/>
              <a:defRPr sz="3600">
                <a:solidFill>
                  <a:schemeClr val="lt1"/>
                </a:solidFill>
              </a:defRPr>
            </a:lvl7pPr>
            <a:lvl8pPr lvl="7">
              <a:spcBef>
                <a:spcPts val="0"/>
              </a:spcBef>
              <a:spcAft>
                <a:spcPts val="0"/>
              </a:spcAft>
              <a:buClr>
                <a:schemeClr val="lt1"/>
              </a:buClr>
              <a:buSzPts val="3600"/>
              <a:buFont typeface="IBM Plex Sans"/>
              <a:buNone/>
              <a:defRPr sz="3600">
                <a:solidFill>
                  <a:schemeClr val="lt1"/>
                </a:solidFill>
              </a:defRPr>
            </a:lvl8pPr>
            <a:lvl9pPr lvl="8">
              <a:spcBef>
                <a:spcPts val="0"/>
              </a:spcBef>
              <a:spcAft>
                <a:spcPts val="0"/>
              </a:spcAft>
              <a:buClr>
                <a:schemeClr val="lt1"/>
              </a:buClr>
              <a:buSzPts val="3600"/>
              <a:buFont typeface="IBM Plex Sans"/>
              <a:buNone/>
              <a:defRPr sz="3600">
                <a:solidFill>
                  <a:schemeClr val="lt1"/>
                </a:solidFill>
              </a:defRPr>
            </a:lvl9pPr>
          </a:lstStyle>
          <a:p/>
        </p:txBody>
      </p:sp>
      <p:sp>
        <p:nvSpPr>
          <p:cNvPr id="255" name="Google Shape;255;p20"/>
          <p:cNvSpPr/>
          <p:nvPr/>
        </p:nvSpPr>
        <p:spPr>
          <a:xfrm rot="386111">
            <a:off x="5422314" y="2861786"/>
            <a:ext cx="5875319" cy="1732905"/>
          </a:xfrm>
          <a:prstGeom prst="chord">
            <a:avLst>
              <a:gd fmla="val 2600939" name="adj1"/>
              <a:gd fmla="val 18561181"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56" name="Google Shape;256;p20"/>
          <p:cNvSpPr/>
          <p:nvPr/>
        </p:nvSpPr>
        <p:spPr>
          <a:xfrm rot="1800094">
            <a:off x="5534438" y="2649896"/>
            <a:ext cx="4427191" cy="1750358"/>
          </a:xfrm>
          <a:prstGeom prst="chord">
            <a:avLst>
              <a:gd fmla="val 837048" name="adj1"/>
              <a:gd fmla="val 19665286"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57" name="Google Shape;257;p20"/>
          <p:cNvSpPr txBox="1"/>
          <p:nvPr>
            <p:ph idx="2"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258" name="Google Shape;258;p20"/>
          <p:cNvSpPr txBox="1"/>
          <p:nvPr>
            <p:ph idx="1" type="subTitle"/>
          </p:nvPr>
        </p:nvSpPr>
        <p:spPr>
          <a:xfrm>
            <a:off x="115025" y="3062925"/>
            <a:ext cx="3759600" cy="1659900"/>
          </a:xfrm>
          <a:prstGeom prst="rect">
            <a:avLst/>
          </a:prstGeom>
        </p:spPr>
        <p:txBody>
          <a:bodyPr anchorCtr="0" anchor="b" bIns="91425" lIns="91425" spcFirstLastPara="1" rIns="91425" wrap="square" tIns="91425">
            <a:noAutofit/>
          </a:bodyPr>
          <a:lstStyle>
            <a:lvl1pPr lvl="0">
              <a:lnSpc>
                <a:spcPct val="115000"/>
              </a:lnSpc>
              <a:spcBef>
                <a:spcPts val="0"/>
              </a:spcBef>
              <a:spcAft>
                <a:spcPts val="0"/>
              </a:spcAft>
              <a:buClr>
                <a:schemeClr val="lt1"/>
              </a:buClr>
              <a:buSzPts val="1000"/>
              <a:buFont typeface="Sora"/>
              <a:buNone/>
              <a:defRPr sz="1000"/>
            </a:lvl1pPr>
            <a:lvl2pPr lvl="1">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2pPr>
            <a:lvl3pPr lvl="2">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3pPr>
            <a:lvl4pPr lvl="3">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4pPr>
            <a:lvl5pPr lvl="4">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5pPr>
            <a:lvl6pPr lvl="5">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6pPr>
            <a:lvl7pPr lvl="6">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7pPr>
            <a:lvl8pPr lvl="7">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8pPr>
            <a:lvl9pPr lvl="8">
              <a:lnSpc>
                <a:spcPct val="115000"/>
              </a:lnSpc>
              <a:spcBef>
                <a:spcPts val="1000"/>
              </a:spcBef>
              <a:spcAft>
                <a:spcPts val="1000"/>
              </a:spcAft>
              <a:buClr>
                <a:schemeClr val="lt1"/>
              </a:buClr>
              <a:buSzPts val="1000"/>
              <a:buFont typeface="Sora"/>
              <a:buNone/>
              <a:defRPr sz="1000">
                <a:solidFill>
                  <a:schemeClr val="lt1"/>
                </a:solidFill>
                <a:latin typeface="Sora"/>
                <a:ea typeface="Sora"/>
                <a:cs typeface="Sora"/>
                <a:sym typeface="Sora"/>
              </a:defRPr>
            </a:lvl9pPr>
          </a:lstStyle>
          <a:p/>
        </p:txBody>
      </p:sp>
      <p:sp>
        <p:nvSpPr>
          <p:cNvPr id="259" name="Google Shape;259;p20"/>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LANK_1_1_1_1_1_1_1_1_1_1_10">
    <p:spTree>
      <p:nvGrpSpPr>
        <p:cNvPr id="260" name="Shape 260"/>
        <p:cNvGrpSpPr/>
        <p:nvPr/>
      </p:nvGrpSpPr>
      <p:grpSpPr>
        <a:xfrm>
          <a:off x="0" y="0"/>
          <a:ext cx="0" cy="0"/>
          <a:chOff x="0" y="0"/>
          <a:chExt cx="0" cy="0"/>
        </a:xfrm>
      </p:grpSpPr>
      <p:sp>
        <p:nvSpPr>
          <p:cNvPr id="261" name="Google Shape;261;p21"/>
          <p:cNvSpPr/>
          <p:nvPr/>
        </p:nvSpPr>
        <p:spPr>
          <a:xfrm flipH="1" rot="-900031">
            <a:off x="1792020" y="1182391"/>
            <a:ext cx="5560068" cy="1963507"/>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62" name="Google Shape;262;p21"/>
          <p:cNvSpPr/>
          <p:nvPr/>
        </p:nvSpPr>
        <p:spPr>
          <a:xfrm rot="10800000">
            <a:off x="1792025" y="1182400"/>
            <a:ext cx="5559900" cy="1963500"/>
          </a:xfrm>
          <a:prstGeom prst="ellipse">
            <a:avLst/>
          </a:prstGeom>
          <a:gradFill>
            <a:gsLst>
              <a:gs pos="0">
                <a:schemeClr val="accent2"/>
              </a:gs>
              <a:gs pos="37000">
                <a:schemeClr val="lt2"/>
              </a:gs>
              <a:gs pos="92000">
                <a:schemeClr val="accent1"/>
              </a:gs>
              <a:gs pos="100000">
                <a:schemeClr val="accent1"/>
              </a:gs>
            </a:gsLst>
            <a:lin ang="10800025"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63" name="Google Shape;263;p21"/>
          <p:cNvSpPr txBox="1"/>
          <p:nvPr>
            <p:ph idx="1" type="body"/>
          </p:nvPr>
        </p:nvSpPr>
        <p:spPr>
          <a:xfrm>
            <a:off x="2351750" y="3857450"/>
            <a:ext cx="4346700" cy="4527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Font typeface="Sora"/>
              <a:buChar char="●"/>
              <a:defRPr/>
            </a:lvl1pPr>
            <a:lvl2pPr indent="-304800" lvl="1" marL="914400">
              <a:spcBef>
                <a:spcPts val="0"/>
              </a:spcBef>
              <a:spcAft>
                <a:spcPts val="0"/>
              </a:spcAft>
              <a:buClr>
                <a:schemeClr val="lt1"/>
              </a:buClr>
              <a:buSzPts val="1200"/>
              <a:buFont typeface="Sora"/>
              <a:buChar char="○"/>
              <a:defRPr/>
            </a:lvl2pPr>
            <a:lvl3pPr indent="-304800" lvl="2" marL="1371600">
              <a:spcBef>
                <a:spcPts val="0"/>
              </a:spcBef>
              <a:spcAft>
                <a:spcPts val="0"/>
              </a:spcAft>
              <a:buClr>
                <a:schemeClr val="lt1"/>
              </a:buClr>
              <a:buSzPts val="1200"/>
              <a:buFont typeface="Sora"/>
              <a:buChar char="■"/>
              <a:defRPr/>
            </a:lvl3pPr>
            <a:lvl4pPr indent="-304800" lvl="3" marL="1828800">
              <a:spcBef>
                <a:spcPts val="0"/>
              </a:spcBef>
              <a:spcAft>
                <a:spcPts val="0"/>
              </a:spcAft>
              <a:buClr>
                <a:schemeClr val="lt1"/>
              </a:buClr>
              <a:buSzPts val="1200"/>
              <a:buFont typeface="Sora"/>
              <a:buChar char="●"/>
              <a:defRPr/>
            </a:lvl4pPr>
            <a:lvl5pPr indent="-304800" lvl="4" marL="2286000">
              <a:spcBef>
                <a:spcPts val="0"/>
              </a:spcBef>
              <a:spcAft>
                <a:spcPts val="0"/>
              </a:spcAft>
              <a:buClr>
                <a:schemeClr val="lt1"/>
              </a:buClr>
              <a:buSzPts val="1200"/>
              <a:buFont typeface="Sora"/>
              <a:buChar char="○"/>
              <a:defRPr/>
            </a:lvl5pPr>
            <a:lvl6pPr indent="-304800" lvl="5" marL="2743200">
              <a:spcBef>
                <a:spcPts val="0"/>
              </a:spcBef>
              <a:spcAft>
                <a:spcPts val="0"/>
              </a:spcAft>
              <a:buClr>
                <a:schemeClr val="lt1"/>
              </a:buClr>
              <a:buSzPts val="1200"/>
              <a:buFont typeface="Sora"/>
              <a:buChar char="■"/>
              <a:defRPr/>
            </a:lvl6pPr>
            <a:lvl7pPr indent="-304800" lvl="6" marL="3200400">
              <a:spcBef>
                <a:spcPts val="0"/>
              </a:spcBef>
              <a:spcAft>
                <a:spcPts val="0"/>
              </a:spcAft>
              <a:buClr>
                <a:schemeClr val="lt1"/>
              </a:buClr>
              <a:buSzPts val="1200"/>
              <a:buFont typeface="Sora"/>
              <a:buChar char="●"/>
              <a:defRPr/>
            </a:lvl7pPr>
            <a:lvl8pPr indent="-304800" lvl="7" marL="3657600">
              <a:spcBef>
                <a:spcPts val="0"/>
              </a:spcBef>
              <a:spcAft>
                <a:spcPts val="0"/>
              </a:spcAft>
              <a:buClr>
                <a:schemeClr val="lt1"/>
              </a:buClr>
              <a:buSzPts val="1200"/>
              <a:buFont typeface="Sora"/>
              <a:buChar char="○"/>
              <a:defRPr/>
            </a:lvl8pPr>
            <a:lvl9pPr indent="-304800" lvl="8" marL="4114800">
              <a:spcBef>
                <a:spcPts val="0"/>
              </a:spcBef>
              <a:spcAft>
                <a:spcPts val="0"/>
              </a:spcAft>
              <a:buClr>
                <a:schemeClr val="lt1"/>
              </a:buClr>
              <a:buSzPts val="1200"/>
              <a:buFont typeface="Sora"/>
              <a:buChar char="■"/>
              <a:defRPr/>
            </a:lvl9pPr>
          </a:lstStyle>
          <a:p/>
        </p:txBody>
      </p:sp>
      <p:sp>
        <p:nvSpPr>
          <p:cNvPr id="264" name="Google Shape;264;p21"/>
          <p:cNvSpPr txBox="1"/>
          <p:nvPr>
            <p:ph hasCustomPrompt="1" type="title"/>
          </p:nvPr>
        </p:nvSpPr>
        <p:spPr>
          <a:xfrm>
            <a:off x="2662050" y="1182350"/>
            <a:ext cx="3819900" cy="1963500"/>
          </a:xfrm>
          <a:prstGeom prst="rect">
            <a:avLst/>
          </a:prstGeom>
        </p:spPr>
        <p:txBody>
          <a:bodyPr anchorCtr="0" anchor="t" bIns="91425" lIns="91425" spcFirstLastPara="1" rIns="91425" wrap="square" tIns="91425">
            <a:spAutoFit/>
          </a:bodyPr>
          <a:lstStyle>
            <a:lvl1pPr lvl="0" algn="ctr">
              <a:spcBef>
                <a:spcPts val="0"/>
              </a:spcBef>
              <a:spcAft>
                <a:spcPts val="0"/>
              </a:spcAft>
              <a:buClr>
                <a:schemeClr val="lt1"/>
              </a:buClr>
              <a:buSzPts val="5500"/>
              <a:buFont typeface="IBM Plex Sans"/>
              <a:buNone/>
              <a:defRPr sz="5500"/>
            </a:lvl1pPr>
            <a:lvl2pPr lvl="1" algn="ctr">
              <a:spcBef>
                <a:spcPts val="0"/>
              </a:spcBef>
              <a:spcAft>
                <a:spcPts val="0"/>
              </a:spcAft>
              <a:buClr>
                <a:schemeClr val="lt1"/>
              </a:buClr>
              <a:buSzPts val="5500"/>
              <a:buFont typeface="IBM Plex Sans"/>
              <a:buNone/>
              <a:defRPr sz="5500">
                <a:solidFill>
                  <a:schemeClr val="lt1"/>
                </a:solidFill>
              </a:defRPr>
            </a:lvl2pPr>
            <a:lvl3pPr lvl="2" algn="ctr">
              <a:spcBef>
                <a:spcPts val="0"/>
              </a:spcBef>
              <a:spcAft>
                <a:spcPts val="0"/>
              </a:spcAft>
              <a:buClr>
                <a:schemeClr val="lt1"/>
              </a:buClr>
              <a:buSzPts val="5500"/>
              <a:buFont typeface="IBM Plex Sans"/>
              <a:buNone/>
              <a:defRPr sz="5500">
                <a:solidFill>
                  <a:schemeClr val="lt1"/>
                </a:solidFill>
              </a:defRPr>
            </a:lvl3pPr>
            <a:lvl4pPr lvl="3" algn="ctr">
              <a:spcBef>
                <a:spcPts val="0"/>
              </a:spcBef>
              <a:spcAft>
                <a:spcPts val="0"/>
              </a:spcAft>
              <a:buClr>
                <a:schemeClr val="lt1"/>
              </a:buClr>
              <a:buSzPts val="5500"/>
              <a:buFont typeface="IBM Plex Sans"/>
              <a:buNone/>
              <a:defRPr sz="5500">
                <a:solidFill>
                  <a:schemeClr val="lt1"/>
                </a:solidFill>
              </a:defRPr>
            </a:lvl4pPr>
            <a:lvl5pPr lvl="4" algn="ctr">
              <a:spcBef>
                <a:spcPts val="0"/>
              </a:spcBef>
              <a:spcAft>
                <a:spcPts val="0"/>
              </a:spcAft>
              <a:buClr>
                <a:schemeClr val="lt1"/>
              </a:buClr>
              <a:buSzPts val="5500"/>
              <a:buFont typeface="IBM Plex Sans"/>
              <a:buNone/>
              <a:defRPr sz="5500">
                <a:solidFill>
                  <a:schemeClr val="lt1"/>
                </a:solidFill>
              </a:defRPr>
            </a:lvl5pPr>
            <a:lvl6pPr lvl="5" algn="ctr">
              <a:spcBef>
                <a:spcPts val="0"/>
              </a:spcBef>
              <a:spcAft>
                <a:spcPts val="0"/>
              </a:spcAft>
              <a:buClr>
                <a:schemeClr val="lt1"/>
              </a:buClr>
              <a:buSzPts val="5500"/>
              <a:buFont typeface="IBM Plex Sans"/>
              <a:buNone/>
              <a:defRPr sz="5500">
                <a:solidFill>
                  <a:schemeClr val="lt1"/>
                </a:solidFill>
              </a:defRPr>
            </a:lvl6pPr>
            <a:lvl7pPr lvl="6" algn="ctr">
              <a:spcBef>
                <a:spcPts val="0"/>
              </a:spcBef>
              <a:spcAft>
                <a:spcPts val="0"/>
              </a:spcAft>
              <a:buClr>
                <a:schemeClr val="lt1"/>
              </a:buClr>
              <a:buSzPts val="5500"/>
              <a:buFont typeface="IBM Plex Sans"/>
              <a:buNone/>
              <a:defRPr sz="5500">
                <a:solidFill>
                  <a:schemeClr val="lt1"/>
                </a:solidFill>
              </a:defRPr>
            </a:lvl7pPr>
            <a:lvl8pPr lvl="7" algn="ctr">
              <a:spcBef>
                <a:spcPts val="0"/>
              </a:spcBef>
              <a:spcAft>
                <a:spcPts val="0"/>
              </a:spcAft>
              <a:buClr>
                <a:schemeClr val="lt1"/>
              </a:buClr>
              <a:buSzPts val="5500"/>
              <a:buFont typeface="IBM Plex Sans"/>
              <a:buNone/>
              <a:defRPr sz="5500">
                <a:solidFill>
                  <a:schemeClr val="lt1"/>
                </a:solidFill>
              </a:defRPr>
            </a:lvl8pPr>
            <a:lvl9pPr lvl="8" algn="ctr">
              <a:spcBef>
                <a:spcPts val="0"/>
              </a:spcBef>
              <a:spcAft>
                <a:spcPts val="0"/>
              </a:spcAft>
              <a:buClr>
                <a:schemeClr val="lt1"/>
              </a:buClr>
              <a:buSzPts val="5500"/>
              <a:buFont typeface="IBM Plex Sans"/>
              <a:buNone/>
              <a:defRPr sz="5500">
                <a:solidFill>
                  <a:schemeClr val="lt1"/>
                </a:solidFill>
              </a:defRPr>
            </a:lvl9pPr>
          </a:lstStyle>
          <a:p>
            <a:r>
              <a:t>xx%</a:t>
            </a:r>
          </a:p>
        </p:txBody>
      </p:sp>
      <p:sp>
        <p:nvSpPr>
          <p:cNvPr id="265" name="Google Shape;265;p21"/>
          <p:cNvSpPr/>
          <p:nvPr/>
        </p:nvSpPr>
        <p:spPr>
          <a:xfrm flipH="1" rot="900031">
            <a:off x="1791931" y="1182353"/>
            <a:ext cx="5560068" cy="1963507"/>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2">
  <p:cSld name="BLANK_1_1_1_1_1_1_1_1_1_1_9">
    <p:spTree>
      <p:nvGrpSpPr>
        <p:cNvPr id="266" name="Shape 266"/>
        <p:cNvGrpSpPr/>
        <p:nvPr/>
      </p:nvGrpSpPr>
      <p:grpSpPr>
        <a:xfrm>
          <a:off x="0" y="0"/>
          <a:ext cx="0" cy="0"/>
          <a:chOff x="0" y="0"/>
          <a:chExt cx="0" cy="0"/>
        </a:xfrm>
      </p:grpSpPr>
      <p:grpSp>
        <p:nvGrpSpPr>
          <p:cNvPr id="267" name="Google Shape;267;p22"/>
          <p:cNvGrpSpPr/>
          <p:nvPr/>
        </p:nvGrpSpPr>
        <p:grpSpPr>
          <a:xfrm flipH="1">
            <a:off x="3212200" y="0"/>
            <a:ext cx="1851000" cy="1225325"/>
            <a:chOff x="461225" y="3875100"/>
            <a:chExt cx="1851000" cy="1225325"/>
          </a:xfrm>
        </p:grpSpPr>
        <p:grpSp>
          <p:nvGrpSpPr>
            <p:cNvPr id="268" name="Google Shape;268;p22"/>
            <p:cNvGrpSpPr/>
            <p:nvPr/>
          </p:nvGrpSpPr>
          <p:grpSpPr>
            <a:xfrm>
              <a:off x="461225" y="3875100"/>
              <a:ext cx="1851000" cy="114600"/>
              <a:chOff x="461225" y="3504775"/>
              <a:chExt cx="1851000" cy="114600"/>
            </a:xfrm>
          </p:grpSpPr>
          <p:sp>
            <p:nvSpPr>
              <p:cNvPr id="269" name="Google Shape;269;p22"/>
              <p:cNvSpPr/>
              <p:nvPr/>
            </p:nvSpPr>
            <p:spPr>
              <a:xfrm>
                <a:off x="4612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70" name="Google Shape;270;p22"/>
              <p:cNvSpPr/>
              <p:nvPr/>
            </p:nvSpPr>
            <p:spPr>
              <a:xfrm>
                <a:off x="8314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71" name="Google Shape;271;p22"/>
              <p:cNvSpPr/>
              <p:nvPr/>
            </p:nvSpPr>
            <p:spPr>
              <a:xfrm>
                <a:off x="12016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72" name="Google Shape;272;p22"/>
              <p:cNvSpPr/>
              <p:nvPr/>
            </p:nvSpPr>
            <p:spPr>
              <a:xfrm>
                <a:off x="15718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73" name="Google Shape;273;p22"/>
              <p:cNvSpPr/>
              <p:nvPr/>
            </p:nvSpPr>
            <p:spPr>
              <a:xfrm>
                <a:off x="19420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274" name="Google Shape;274;p22"/>
            <p:cNvGrpSpPr/>
            <p:nvPr/>
          </p:nvGrpSpPr>
          <p:grpSpPr>
            <a:xfrm>
              <a:off x="461225" y="3989700"/>
              <a:ext cx="1480800" cy="1110725"/>
              <a:chOff x="461225" y="3249175"/>
              <a:chExt cx="1480800" cy="1110725"/>
            </a:xfrm>
          </p:grpSpPr>
          <p:sp>
            <p:nvSpPr>
              <p:cNvPr id="275" name="Google Shape;275;p22"/>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76" name="Google Shape;276;p22"/>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77" name="Google Shape;277;p22"/>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78" name="Google Shape;278;p22"/>
              <p:cNvSpPr/>
              <p:nvPr/>
            </p:nvSpPr>
            <p:spPr>
              <a:xfrm>
                <a:off x="1201625" y="3989700"/>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279" name="Google Shape;279;p22"/>
            <p:cNvGrpSpPr/>
            <p:nvPr/>
          </p:nvGrpSpPr>
          <p:grpSpPr>
            <a:xfrm>
              <a:off x="831425" y="4360025"/>
              <a:ext cx="1480800" cy="370200"/>
              <a:chOff x="831425" y="3249175"/>
              <a:chExt cx="1480800" cy="370200"/>
            </a:xfrm>
          </p:grpSpPr>
          <p:sp>
            <p:nvSpPr>
              <p:cNvPr id="280" name="Google Shape;280;p22"/>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81" name="Google Shape;281;p22"/>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82" name="Google Shape;282;p22"/>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83" name="Google Shape;283;p22"/>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284" name="Google Shape;284;p22"/>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285" name="Google Shape;285;p22"/>
          <p:cNvSpPr txBox="1"/>
          <p:nvPr>
            <p:ph idx="2" type="title"/>
          </p:nvPr>
        </p:nvSpPr>
        <p:spPr>
          <a:xfrm>
            <a:off x="115025" y="502775"/>
            <a:ext cx="58290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286" name="Google Shape;286;p22"/>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oadmap">
  <p:cSld name="CUSTOM_2">
    <p:spTree>
      <p:nvGrpSpPr>
        <p:cNvPr id="287" name="Shape 287"/>
        <p:cNvGrpSpPr/>
        <p:nvPr/>
      </p:nvGrpSpPr>
      <p:grpSpPr>
        <a:xfrm>
          <a:off x="0" y="0"/>
          <a:ext cx="0" cy="0"/>
          <a:chOff x="0" y="0"/>
          <a:chExt cx="0" cy="0"/>
        </a:xfrm>
      </p:grpSpPr>
      <p:sp>
        <p:nvSpPr>
          <p:cNvPr id="288" name="Google Shape;288;p23"/>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289" name="Google Shape;289;p23"/>
          <p:cNvSpPr txBox="1"/>
          <p:nvPr>
            <p:ph idx="2" type="title"/>
          </p:nvPr>
        </p:nvSpPr>
        <p:spPr>
          <a:xfrm>
            <a:off x="115025" y="502775"/>
            <a:ext cx="5400000" cy="6888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grpSp>
        <p:nvGrpSpPr>
          <p:cNvPr id="290" name="Google Shape;290;p23"/>
          <p:cNvGrpSpPr/>
          <p:nvPr/>
        </p:nvGrpSpPr>
        <p:grpSpPr>
          <a:xfrm flipH="1" rot="10800000">
            <a:off x="6179902" y="24"/>
            <a:ext cx="2963226" cy="1495659"/>
            <a:chOff x="4306084" y="2701610"/>
            <a:chExt cx="4837921" cy="2441893"/>
          </a:xfrm>
        </p:grpSpPr>
        <p:sp>
          <p:nvSpPr>
            <p:cNvPr id="291" name="Google Shape;291;p23"/>
            <p:cNvSpPr/>
            <p:nvPr/>
          </p:nvSpPr>
          <p:spPr>
            <a:xfrm>
              <a:off x="4306084" y="4485495"/>
              <a:ext cx="4837921" cy="658008"/>
            </a:xfrm>
            <a:custGeom>
              <a:rect b="b" l="l" r="r" t="t"/>
              <a:pathLst>
                <a:path extrusionOk="0" fill="none" h="12217" w="89824">
                  <a:moveTo>
                    <a:pt x="85826" y="0"/>
                  </a:moveTo>
                  <a:lnTo>
                    <a:pt x="85826" y="0"/>
                  </a:lnTo>
                  <a:lnTo>
                    <a:pt x="85045" y="291"/>
                  </a:lnTo>
                  <a:lnTo>
                    <a:pt x="84218" y="581"/>
                  </a:lnTo>
                  <a:lnTo>
                    <a:pt x="83370" y="871"/>
                  </a:lnTo>
                  <a:lnTo>
                    <a:pt x="82476" y="1139"/>
                  </a:lnTo>
                  <a:lnTo>
                    <a:pt x="81538" y="1430"/>
                  </a:lnTo>
                  <a:lnTo>
                    <a:pt x="80578" y="1697"/>
                  </a:lnTo>
                  <a:lnTo>
                    <a:pt x="79596" y="1943"/>
                  </a:lnTo>
                  <a:lnTo>
                    <a:pt x="78568" y="2189"/>
                  </a:lnTo>
                  <a:lnTo>
                    <a:pt x="77496" y="2434"/>
                  </a:lnTo>
                  <a:lnTo>
                    <a:pt x="76424" y="2680"/>
                  </a:lnTo>
                  <a:lnTo>
                    <a:pt x="75308" y="2903"/>
                  </a:lnTo>
                  <a:lnTo>
                    <a:pt x="74146" y="3104"/>
                  </a:lnTo>
                  <a:lnTo>
                    <a:pt x="71779" y="3529"/>
                  </a:lnTo>
                  <a:lnTo>
                    <a:pt x="69278" y="3886"/>
                  </a:lnTo>
                  <a:lnTo>
                    <a:pt x="66709" y="4221"/>
                  </a:lnTo>
                  <a:lnTo>
                    <a:pt x="64029" y="4511"/>
                  </a:lnTo>
                  <a:lnTo>
                    <a:pt x="61260" y="4779"/>
                  </a:lnTo>
                  <a:lnTo>
                    <a:pt x="58424" y="4980"/>
                  </a:lnTo>
                  <a:lnTo>
                    <a:pt x="55498" y="5159"/>
                  </a:lnTo>
                  <a:lnTo>
                    <a:pt x="52506" y="5271"/>
                  </a:lnTo>
                  <a:lnTo>
                    <a:pt x="49468" y="5338"/>
                  </a:lnTo>
                  <a:lnTo>
                    <a:pt x="46364" y="5382"/>
                  </a:lnTo>
                  <a:lnTo>
                    <a:pt x="46364" y="5382"/>
                  </a:lnTo>
                  <a:lnTo>
                    <a:pt x="43260" y="5338"/>
                  </a:lnTo>
                  <a:lnTo>
                    <a:pt x="40200" y="5271"/>
                  </a:lnTo>
                  <a:lnTo>
                    <a:pt x="37208" y="5159"/>
                  </a:lnTo>
                  <a:lnTo>
                    <a:pt x="34304" y="4980"/>
                  </a:lnTo>
                  <a:lnTo>
                    <a:pt x="31446" y="4779"/>
                  </a:lnTo>
                  <a:lnTo>
                    <a:pt x="28676" y="4511"/>
                  </a:lnTo>
                  <a:lnTo>
                    <a:pt x="25996" y="4221"/>
                  </a:lnTo>
                  <a:lnTo>
                    <a:pt x="23428" y="3886"/>
                  </a:lnTo>
                  <a:lnTo>
                    <a:pt x="20927" y="3529"/>
                  </a:lnTo>
                  <a:lnTo>
                    <a:pt x="18560" y="3104"/>
                  </a:lnTo>
                  <a:lnTo>
                    <a:pt x="17421" y="2903"/>
                  </a:lnTo>
                  <a:lnTo>
                    <a:pt x="16282" y="2680"/>
                  </a:lnTo>
                  <a:lnTo>
                    <a:pt x="15210" y="2434"/>
                  </a:lnTo>
                  <a:lnTo>
                    <a:pt x="14138" y="2189"/>
                  </a:lnTo>
                  <a:lnTo>
                    <a:pt x="13110" y="1943"/>
                  </a:lnTo>
                  <a:lnTo>
                    <a:pt x="12128" y="1697"/>
                  </a:lnTo>
                  <a:lnTo>
                    <a:pt x="11167" y="1430"/>
                  </a:lnTo>
                  <a:lnTo>
                    <a:pt x="10229" y="1139"/>
                  </a:lnTo>
                  <a:lnTo>
                    <a:pt x="9336" y="871"/>
                  </a:lnTo>
                  <a:lnTo>
                    <a:pt x="8487" y="581"/>
                  </a:lnTo>
                  <a:lnTo>
                    <a:pt x="7661" y="291"/>
                  </a:lnTo>
                  <a:lnTo>
                    <a:pt x="6879" y="0"/>
                  </a:lnTo>
                  <a:lnTo>
                    <a:pt x="6879" y="0"/>
                  </a:lnTo>
                  <a:lnTo>
                    <a:pt x="6075" y="313"/>
                  </a:lnTo>
                  <a:lnTo>
                    <a:pt x="5338" y="648"/>
                  </a:lnTo>
                  <a:lnTo>
                    <a:pt x="4624" y="983"/>
                  </a:lnTo>
                  <a:lnTo>
                    <a:pt x="3976" y="1340"/>
                  </a:lnTo>
                  <a:lnTo>
                    <a:pt x="3351" y="1697"/>
                  </a:lnTo>
                  <a:lnTo>
                    <a:pt x="2793" y="2055"/>
                  </a:lnTo>
                  <a:lnTo>
                    <a:pt x="2279" y="2412"/>
                  </a:lnTo>
                  <a:lnTo>
                    <a:pt x="1810" y="2792"/>
                  </a:lnTo>
                  <a:lnTo>
                    <a:pt x="1386" y="3171"/>
                  </a:lnTo>
                  <a:lnTo>
                    <a:pt x="1028" y="3551"/>
                  </a:lnTo>
                  <a:lnTo>
                    <a:pt x="716" y="3931"/>
                  </a:lnTo>
                  <a:lnTo>
                    <a:pt x="470" y="4310"/>
                  </a:lnTo>
                  <a:lnTo>
                    <a:pt x="269" y="4712"/>
                  </a:lnTo>
                  <a:lnTo>
                    <a:pt x="180" y="4913"/>
                  </a:lnTo>
                  <a:lnTo>
                    <a:pt x="135" y="5114"/>
                  </a:lnTo>
                  <a:lnTo>
                    <a:pt x="68" y="5315"/>
                  </a:lnTo>
                  <a:lnTo>
                    <a:pt x="46" y="5516"/>
                  </a:lnTo>
                  <a:lnTo>
                    <a:pt x="23" y="5717"/>
                  </a:lnTo>
                  <a:lnTo>
                    <a:pt x="1" y="5918"/>
                  </a:lnTo>
                  <a:lnTo>
                    <a:pt x="1" y="5918"/>
                  </a:lnTo>
                  <a:lnTo>
                    <a:pt x="23" y="6142"/>
                  </a:lnTo>
                  <a:lnTo>
                    <a:pt x="46" y="6365"/>
                  </a:lnTo>
                  <a:lnTo>
                    <a:pt x="90" y="6566"/>
                  </a:lnTo>
                  <a:lnTo>
                    <a:pt x="135" y="6789"/>
                  </a:lnTo>
                  <a:lnTo>
                    <a:pt x="224" y="7013"/>
                  </a:lnTo>
                  <a:lnTo>
                    <a:pt x="314" y="7214"/>
                  </a:lnTo>
                  <a:lnTo>
                    <a:pt x="425" y="7437"/>
                  </a:lnTo>
                  <a:lnTo>
                    <a:pt x="537" y="7638"/>
                  </a:lnTo>
                  <a:lnTo>
                    <a:pt x="671" y="7839"/>
                  </a:lnTo>
                  <a:lnTo>
                    <a:pt x="827" y="8062"/>
                  </a:lnTo>
                  <a:lnTo>
                    <a:pt x="1185" y="8464"/>
                  </a:lnTo>
                  <a:lnTo>
                    <a:pt x="1609" y="8866"/>
                  </a:lnTo>
                  <a:lnTo>
                    <a:pt x="2078" y="9268"/>
                  </a:lnTo>
                  <a:lnTo>
                    <a:pt x="2614" y="9670"/>
                  </a:lnTo>
                  <a:lnTo>
                    <a:pt x="3195" y="10050"/>
                  </a:lnTo>
                  <a:lnTo>
                    <a:pt x="3842" y="10430"/>
                  </a:lnTo>
                  <a:lnTo>
                    <a:pt x="4557" y="10809"/>
                  </a:lnTo>
                  <a:lnTo>
                    <a:pt x="5294" y="11167"/>
                  </a:lnTo>
                  <a:lnTo>
                    <a:pt x="6098" y="11524"/>
                  </a:lnTo>
                  <a:lnTo>
                    <a:pt x="6969" y="11881"/>
                  </a:lnTo>
                  <a:lnTo>
                    <a:pt x="7862" y="12216"/>
                  </a:lnTo>
                  <a:lnTo>
                    <a:pt x="84844" y="12216"/>
                  </a:lnTo>
                  <a:lnTo>
                    <a:pt x="89824" y="9871"/>
                  </a:lnTo>
                  <a:lnTo>
                    <a:pt x="89824" y="1988"/>
                  </a:lnTo>
                  <a:lnTo>
                    <a:pt x="89824" y="1988"/>
                  </a:lnTo>
                  <a:lnTo>
                    <a:pt x="89400" y="1720"/>
                  </a:lnTo>
                  <a:lnTo>
                    <a:pt x="88975" y="1474"/>
                  </a:lnTo>
                  <a:lnTo>
                    <a:pt x="88506" y="1206"/>
                  </a:lnTo>
                  <a:lnTo>
                    <a:pt x="88015" y="961"/>
                  </a:lnTo>
                  <a:lnTo>
                    <a:pt x="87501" y="715"/>
                  </a:lnTo>
                  <a:lnTo>
                    <a:pt x="86965" y="469"/>
                  </a:lnTo>
                  <a:lnTo>
                    <a:pt x="85826" y="0"/>
                  </a:lnTo>
                  <a:lnTo>
                    <a:pt x="85826" y="0"/>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292" name="Google Shape;292;p23"/>
            <p:cNvSpPr/>
            <p:nvPr/>
          </p:nvSpPr>
          <p:spPr>
            <a:xfrm>
              <a:off x="4306084" y="3738493"/>
              <a:ext cx="4837921" cy="747038"/>
            </a:xfrm>
            <a:custGeom>
              <a:rect b="b" l="l" r="r" t="t"/>
              <a:pathLst>
                <a:path extrusionOk="0" fill="none" h="13870" w="89824">
                  <a:moveTo>
                    <a:pt x="79372" y="0"/>
                  </a:moveTo>
                  <a:lnTo>
                    <a:pt x="79372" y="0"/>
                  </a:lnTo>
                  <a:lnTo>
                    <a:pt x="77764" y="380"/>
                  </a:lnTo>
                  <a:lnTo>
                    <a:pt x="76067" y="737"/>
                  </a:lnTo>
                  <a:lnTo>
                    <a:pt x="74325" y="1072"/>
                  </a:lnTo>
                  <a:lnTo>
                    <a:pt x="72494" y="1407"/>
                  </a:lnTo>
                  <a:lnTo>
                    <a:pt x="70595" y="1698"/>
                  </a:lnTo>
                  <a:lnTo>
                    <a:pt x="68652" y="1966"/>
                  </a:lnTo>
                  <a:lnTo>
                    <a:pt x="66642" y="2234"/>
                  </a:lnTo>
                  <a:lnTo>
                    <a:pt x="64565" y="2457"/>
                  </a:lnTo>
                  <a:lnTo>
                    <a:pt x="62444" y="2658"/>
                  </a:lnTo>
                  <a:lnTo>
                    <a:pt x="60278" y="2859"/>
                  </a:lnTo>
                  <a:lnTo>
                    <a:pt x="58044" y="3015"/>
                  </a:lnTo>
                  <a:lnTo>
                    <a:pt x="55789" y="3127"/>
                  </a:lnTo>
                  <a:lnTo>
                    <a:pt x="53488" y="3239"/>
                  </a:lnTo>
                  <a:lnTo>
                    <a:pt x="51143" y="3306"/>
                  </a:lnTo>
                  <a:lnTo>
                    <a:pt x="48754" y="3350"/>
                  </a:lnTo>
                  <a:lnTo>
                    <a:pt x="46364" y="3373"/>
                  </a:lnTo>
                  <a:lnTo>
                    <a:pt x="46364" y="3373"/>
                  </a:lnTo>
                  <a:lnTo>
                    <a:pt x="43952" y="3350"/>
                  </a:lnTo>
                  <a:lnTo>
                    <a:pt x="41563" y="3306"/>
                  </a:lnTo>
                  <a:lnTo>
                    <a:pt x="39218" y="3239"/>
                  </a:lnTo>
                  <a:lnTo>
                    <a:pt x="36917" y="3127"/>
                  </a:lnTo>
                  <a:lnTo>
                    <a:pt x="34662" y="3015"/>
                  </a:lnTo>
                  <a:lnTo>
                    <a:pt x="32451" y="2859"/>
                  </a:lnTo>
                  <a:lnTo>
                    <a:pt x="30262" y="2658"/>
                  </a:lnTo>
                  <a:lnTo>
                    <a:pt x="28140" y="2457"/>
                  </a:lnTo>
                  <a:lnTo>
                    <a:pt x="26086" y="2234"/>
                  </a:lnTo>
                  <a:lnTo>
                    <a:pt x="24053" y="1966"/>
                  </a:lnTo>
                  <a:lnTo>
                    <a:pt x="22111" y="1698"/>
                  </a:lnTo>
                  <a:lnTo>
                    <a:pt x="20212" y="1407"/>
                  </a:lnTo>
                  <a:lnTo>
                    <a:pt x="18381" y="1072"/>
                  </a:lnTo>
                  <a:lnTo>
                    <a:pt x="16639" y="737"/>
                  </a:lnTo>
                  <a:lnTo>
                    <a:pt x="14942" y="380"/>
                  </a:lnTo>
                  <a:lnTo>
                    <a:pt x="13334" y="0"/>
                  </a:lnTo>
                  <a:lnTo>
                    <a:pt x="13334" y="0"/>
                  </a:lnTo>
                  <a:lnTo>
                    <a:pt x="11815" y="380"/>
                  </a:lnTo>
                  <a:lnTo>
                    <a:pt x="10386" y="782"/>
                  </a:lnTo>
                  <a:lnTo>
                    <a:pt x="9046" y="1229"/>
                  </a:lnTo>
                  <a:lnTo>
                    <a:pt x="7773" y="1653"/>
                  </a:lnTo>
                  <a:lnTo>
                    <a:pt x="6589" y="2122"/>
                  </a:lnTo>
                  <a:lnTo>
                    <a:pt x="5495" y="2591"/>
                  </a:lnTo>
                  <a:lnTo>
                    <a:pt x="4490" y="3060"/>
                  </a:lnTo>
                  <a:lnTo>
                    <a:pt x="4021" y="3328"/>
                  </a:lnTo>
                  <a:lnTo>
                    <a:pt x="3574" y="3574"/>
                  </a:lnTo>
                  <a:lnTo>
                    <a:pt x="3150" y="3819"/>
                  </a:lnTo>
                  <a:lnTo>
                    <a:pt x="2770" y="4087"/>
                  </a:lnTo>
                  <a:lnTo>
                    <a:pt x="2391" y="4333"/>
                  </a:lnTo>
                  <a:lnTo>
                    <a:pt x="2056" y="4601"/>
                  </a:lnTo>
                  <a:lnTo>
                    <a:pt x="1743" y="4869"/>
                  </a:lnTo>
                  <a:lnTo>
                    <a:pt x="1430" y="5137"/>
                  </a:lnTo>
                  <a:lnTo>
                    <a:pt x="1162" y="5405"/>
                  </a:lnTo>
                  <a:lnTo>
                    <a:pt x="939" y="5673"/>
                  </a:lnTo>
                  <a:lnTo>
                    <a:pt x="716" y="5941"/>
                  </a:lnTo>
                  <a:lnTo>
                    <a:pt x="537" y="6231"/>
                  </a:lnTo>
                  <a:lnTo>
                    <a:pt x="381" y="6499"/>
                  </a:lnTo>
                  <a:lnTo>
                    <a:pt x="247" y="6790"/>
                  </a:lnTo>
                  <a:lnTo>
                    <a:pt x="135" y="7058"/>
                  </a:lnTo>
                  <a:lnTo>
                    <a:pt x="68" y="7348"/>
                  </a:lnTo>
                  <a:lnTo>
                    <a:pt x="23" y="7638"/>
                  </a:lnTo>
                  <a:lnTo>
                    <a:pt x="1" y="7929"/>
                  </a:lnTo>
                  <a:lnTo>
                    <a:pt x="1" y="7929"/>
                  </a:lnTo>
                  <a:lnTo>
                    <a:pt x="23" y="8130"/>
                  </a:lnTo>
                  <a:lnTo>
                    <a:pt x="46" y="8331"/>
                  </a:lnTo>
                  <a:lnTo>
                    <a:pt x="68" y="8532"/>
                  </a:lnTo>
                  <a:lnTo>
                    <a:pt x="135" y="8733"/>
                  </a:lnTo>
                  <a:lnTo>
                    <a:pt x="180" y="8934"/>
                  </a:lnTo>
                  <a:lnTo>
                    <a:pt x="269" y="9135"/>
                  </a:lnTo>
                  <a:lnTo>
                    <a:pt x="470" y="9537"/>
                  </a:lnTo>
                  <a:lnTo>
                    <a:pt x="716" y="9916"/>
                  </a:lnTo>
                  <a:lnTo>
                    <a:pt x="1028" y="10318"/>
                  </a:lnTo>
                  <a:lnTo>
                    <a:pt x="1386" y="10698"/>
                  </a:lnTo>
                  <a:lnTo>
                    <a:pt x="1810" y="11055"/>
                  </a:lnTo>
                  <a:lnTo>
                    <a:pt x="2279" y="11435"/>
                  </a:lnTo>
                  <a:lnTo>
                    <a:pt x="2793" y="11792"/>
                  </a:lnTo>
                  <a:lnTo>
                    <a:pt x="3351" y="12150"/>
                  </a:lnTo>
                  <a:lnTo>
                    <a:pt x="3976" y="12507"/>
                  </a:lnTo>
                  <a:lnTo>
                    <a:pt x="4624" y="12864"/>
                  </a:lnTo>
                  <a:lnTo>
                    <a:pt x="5338" y="13199"/>
                  </a:lnTo>
                  <a:lnTo>
                    <a:pt x="6075" y="13534"/>
                  </a:lnTo>
                  <a:lnTo>
                    <a:pt x="6879" y="13869"/>
                  </a:lnTo>
                  <a:lnTo>
                    <a:pt x="6879" y="13869"/>
                  </a:lnTo>
                  <a:lnTo>
                    <a:pt x="7661" y="13557"/>
                  </a:lnTo>
                  <a:lnTo>
                    <a:pt x="8487" y="13266"/>
                  </a:lnTo>
                  <a:lnTo>
                    <a:pt x="9336" y="12976"/>
                  </a:lnTo>
                  <a:lnTo>
                    <a:pt x="10229" y="12708"/>
                  </a:lnTo>
                  <a:lnTo>
                    <a:pt x="11167" y="12440"/>
                  </a:lnTo>
                  <a:lnTo>
                    <a:pt x="12128" y="12172"/>
                  </a:lnTo>
                  <a:lnTo>
                    <a:pt x="13110" y="11904"/>
                  </a:lnTo>
                  <a:lnTo>
                    <a:pt x="14138" y="11658"/>
                  </a:lnTo>
                  <a:lnTo>
                    <a:pt x="15210" y="11413"/>
                  </a:lnTo>
                  <a:lnTo>
                    <a:pt x="16282" y="11189"/>
                  </a:lnTo>
                  <a:lnTo>
                    <a:pt x="17421" y="10966"/>
                  </a:lnTo>
                  <a:lnTo>
                    <a:pt x="18560" y="10743"/>
                  </a:lnTo>
                  <a:lnTo>
                    <a:pt x="20927" y="10318"/>
                  </a:lnTo>
                  <a:lnTo>
                    <a:pt x="23428" y="9961"/>
                  </a:lnTo>
                  <a:lnTo>
                    <a:pt x="25996" y="9626"/>
                  </a:lnTo>
                  <a:lnTo>
                    <a:pt x="28676" y="9336"/>
                  </a:lnTo>
                  <a:lnTo>
                    <a:pt x="31446" y="9068"/>
                  </a:lnTo>
                  <a:lnTo>
                    <a:pt x="34304" y="8867"/>
                  </a:lnTo>
                  <a:lnTo>
                    <a:pt x="37208" y="8688"/>
                  </a:lnTo>
                  <a:lnTo>
                    <a:pt x="40200" y="8576"/>
                  </a:lnTo>
                  <a:lnTo>
                    <a:pt x="43260" y="8509"/>
                  </a:lnTo>
                  <a:lnTo>
                    <a:pt x="46364" y="8487"/>
                  </a:lnTo>
                  <a:lnTo>
                    <a:pt x="46364" y="8487"/>
                  </a:lnTo>
                  <a:lnTo>
                    <a:pt x="49468" y="8509"/>
                  </a:lnTo>
                  <a:lnTo>
                    <a:pt x="52506" y="8576"/>
                  </a:lnTo>
                  <a:lnTo>
                    <a:pt x="55498" y="8688"/>
                  </a:lnTo>
                  <a:lnTo>
                    <a:pt x="58424" y="8867"/>
                  </a:lnTo>
                  <a:lnTo>
                    <a:pt x="61260" y="9068"/>
                  </a:lnTo>
                  <a:lnTo>
                    <a:pt x="64029" y="9336"/>
                  </a:lnTo>
                  <a:lnTo>
                    <a:pt x="66709" y="9626"/>
                  </a:lnTo>
                  <a:lnTo>
                    <a:pt x="69278" y="9961"/>
                  </a:lnTo>
                  <a:lnTo>
                    <a:pt x="71779" y="10318"/>
                  </a:lnTo>
                  <a:lnTo>
                    <a:pt x="74146" y="10743"/>
                  </a:lnTo>
                  <a:lnTo>
                    <a:pt x="75308" y="10966"/>
                  </a:lnTo>
                  <a:lnTo>
                    <a:pt x="76424" y="11189"/>
                  </a:lnTo>
                  <a:lnTo>
                    <a:pt x="77496" y="11413"/>
                  </a:lnTo>
                  <a:lnTo>
                    <a:pt x="78568" y="11658"/>
                  </a:lnTo>
                  <a:lnTo>
                    <a:pt x="79596" y="11904"/>
                  </a:lnTo>
                  <a:lnTo>
                    <a:pt x="80578" y="12172"/>
                  </a:lnTo>
                  <a:lnTo>
                    <a:pt x="81538" y="12440"/>
                  </a:lnTo>
                  <a:lnTo>
                    <a:pt x="82476" y="12708"/>
                  </a:lnTo>
                  <a:lnTo>
                    <a:pt x="83370" y="12976"/>
                  </a:lnTo>
                  <a:lnTo>
                    <a:pt x="84218" y="13266"/>
                  </a:lnTo>
                  <a:lnTo>
                    <a:pt x="85045" y="13557"/>
                  </a:lnTo>
                  <a:lnTo>
                    <a:pt x="85826" y="13869"/>
                  </a:lnTo>
                  <a:lnTo>
                    <a:pt x="85826" y="13869"/>
                  </a:lnTo>
                  <a:lnTo>
                    <a:pt x="86965" y="13378"/>
                  </a:lnTo>
                  <a:lnTo>
                    <a:pt x="88015" y="12887"/>
                  </a:lnTo>
                  <a:lnTo>
                    <a:pt x="88506" y="12641"/>
                  </a:lnTo>
                  <a:lnTo>
                    <a:pt x="88975" y="12395"/>
                  </a:lnTo>
                  <a:lnTo>
                    <a:pt x="89400" y="12127"/>
                  </a:lnTo>
                  <a:lnTo>
                    <a:pt x="89824" y="11859"/>
                  </a:lnTo>
                  <a:lnTo>
                    <a:pt x="89824" y="3998"/>
                  </a:lnTo>
                  <a:lnTo>
                    <a:pt x="89824" y="3998"/>
                  </a:lnTo>
                  <a:lnTo>
                    <a:pt x="89377" y="3708"/>
                  </a:lnTo>
                  <a:lnTo>
                    <a:pt x="88886" y="3440"/>
                  </a:lnTo>
                  <a:lnTo>
                    <a:pt x="88395" y="3149"/>
                  </a:lnTo>
                  <a:lnTo>
                    <a:pt x="87859" y="2881"/>
                  </a:lnTo>
                  <a:lnTo>
                    <a:pt x="87300" y="2613"/>
                  </a:lnTo>
                  <a:lnTo>
                    <a:pt x="86697" y="2368"/>
                  </a:lnTo>
                  <a:lnTo>
                    <a:pt x="86094" y="2100"/>
                  </a:lnTo>
                  <a:lnTo>
                    <a:pt x="85447" y="1854"/>
                  </a:lnTo>
                  <a:lnTo>
                    <a:pt x="84084" y="1363"/>
                  </a:lnTo>
                  <a:lnTo>
                    <a:pt x="82610" y="871"/>
                  </a:lnTo>
                  <a:lnTo>
                    <a:pt x="81047" y="425"/>
                  </a:lnTo>
                  <a:lnTo>
                    <a:pt x="79372" y="0"/>
                  </a:lnTo>
                  <a:lnTo>
                    <a:pt x="79372" y="0"/>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293" name="Google Shape;293;p23"/>
            <p:cNvSpPr/>
            <p:nvPr/>
          </p:nvSpPr>
          <p:spPr>
            <a:xfrm>
              <a:off x="4306084" y="2701610"/>
              <a:ext cx="4837921" cy="1036913"/>
            </a:xfrm>
            <a:custGeom>
              <a:rect b="b" l="l" r="r" t="t"/>
              <a:pathLst>
                <a:path extrusionOk="0" fill="none" h="19252" w="89824">
                  <a:moveTo>
                    <a:pt x="46364" y="1"/>
                  </a:moveTo>
                  <a:lnTo>
                    <a:pt x="46364" y="1"/>
                  </a:lnTo>
                  <a:lnTo>
                    <a:pt x="43974" y="1"/>
                  </a:lnTo>
                  <a:lnTo>
                    <a:pt x="41607" y="45"/>
                  </a:lnTo>
                  <a:lnTo>
                    <a:pt x="39307" y="135"/>
                  </a:lnTo>
                  <a:lnTo>
                    <a:pt x="37007" y="224"/>
                  </a:lnTo>
                  <a:lnTo>
                    <a:pt x="34773" y="358"/>
                  </a:lnTo>
                  <a:lnTo>
                    <a:pt x="32562" y="492"/>
                  </a:lnTo>
                  <a:lnTo>
                    <a:pt x="30418" y="671"/>
                  </a:lnTo>
                  <a:lnTo>
                    <a:pt x="28319" y="872"/>
                  </a:lnTo>
                  <a:lnTo>
                    <a:pt x="26264" y="1117"/>
                  </a:lnTo>
                  <a:lnTo>
                    <a:pt x="24254" y="1363"/>
                  </a:lnTo>
                  <a:lnTo>
                    <a:pt x="22334" y="1631"/>
                  </a:lnTo>
                  <a:lnTo>
                    <a:pt x="20436" y="1921"/>
                  </a:lnTo>
                  <a:lnTo>
                    <a:pt x="18627" y="2234"/>
                  </a:lnTo>
                  <a:lnTo>
                    <a:pt x="16885" y="2569"/>
                  </a:lnTo>
                  <a:lnTo>
                    <a:pt x="15187" y="2926"/>
                  </a:lnTo>
                  <a:lnTo>
                    <a:pt x="13579" y="3306"/>
                  </a:lnTo>
                  <a:lnTo>
                    <a:pt x="12038" y="3708"/>
                  </a:lnTo>
                  <a:lnTo>
                    <a:pt x="10587" y="4110"/>
                  </a:lnTo>
                  <a:lnTo>
                    <a:pt x="9224" y="4534"/>
                  </a:lnTo>
                  <a:lnTo>
                    <a:pt x="7929" y="4981"/>
                  </a:lnTo>
                  <a:lnTo>
                    <a:pt x="6723" y="5450"/>
                  </a:lnTo>
                  <a:lnTo>
                    <a:pt x="5606" y="5919"/>
                  </a:lnTo>
                  <a:lnTo>
                    <a:pt x="4579" y="6410"/>
                  </a:lnTo>
                  <a:lnTo>
                    <a:pt x="4110" y="6656"/>
                  </a:lnTo>
                  <a:lnTo>
                    <a:pt x="3641" y="6901"/>
                  </a:lnTo>
                  <a:lnTo>
                    <a:pt x="3217" y="7169"/>
                  </a:lnTo>
                  <a:lnTo>
                    <a:pt x="2815" y="7415"/>
                  </a:lnTo>
                  <a:lnTo>
                    <a:pt x="2435" y="7683"/>
                  </a:lnTo>
                  <a:lnTo>
                    <a:pt x="2100" y="7951"/>
                  </a:lnTo>
                  <a:lnTo>
                    <a:pt x="1765" y="8219"/>
                  </a:lnTo>
                  <a:lnTo>
                    <a:pt x="1475" y="8487"/>
                  </a:lnTo>
                  <a:lnTo>
                    <a:pt x="1185" y="8755"/>
                  </a:lnTo>
                  <a:lnTo>
                    <a:pt x="961" y="9023"/>
                  </a:lnTo>
                  <a:lnTo>
                    <a:pt x="738" y="9313"/>
                  </a:lnTo>
                  <a:lnTo>
                    <a:pt x="537" y="9581"/>
                  </a:lnTo>
                  <a:lnTo>
                    <a:pt x="381" y="9872"/>
                  </a:lnTo>
                  <a:lnTo>
                    <a:pt x="247" y="10140"/>
                  </a:lnTo>
                  <a:lnTo>
                    <a:pt x="135" y="10430"/>
                  </a:lnTo>
                  <a:lnTo>
                    <a:pt x="68" y="10720"/>
                  </a:lnTo>
                  <a:lnTo>
                    <a:pt x="23" y="11011"/>
                  </a:lnTo>
                  <a:lnTo>
                    <a:pt x="1" y="11301"/>
                  </a:lnTo>
                  <a:lnTo>
                    <a:pt x="1" y="11301"/>
                  </a:lnTo>
                  <a:lnTo>
                    <a:pt x="23" y="11591"/>
                  </a:lnTo>
                  <a:lnTo>
                    <a:pt x="68" y="11882"/>
                  </a:lnTo>
                  <a:lnTo>
                    <a:pt x="135" y="12172"/>
                  </a:lnTo>
                  <a:lnTo>
                    <a:pt x="247" y="12462"/>
                  </a:lnTo>
                  <a:lnTo>
                    <a:pt x="381" y="12730"/>
                  </a:lnTo>
                  <a:lnTo>
                    <a:pt x="537" y="13021"/>
                  </a:lnTo>
                  <a:lnTo>
                    <a:pt x="716" y="13289"/>
                  </a:lnTo>
                  <a:lnTo>
                    <a:pt x="939" y="13557"/>
                  </a:lnTo>
                  <a:lnTo>
                    <a:pt x="1162" y="13847"/>
                  </a:lnTo>
                  <a:lnTo>
                    <a:pt x="1430" y="14115"/>
                  </a:lnTo>
                  <a:lnTo>
                    <a:pt x="1743" y="14383"/>
                  </a:lnTo>
                  <a:lnTo>
                    <a:pt x="2056" y="14629"/>
                  </a:lnTo>
                  <a:lnTo>
                    <a:pt x="2391" y="14897"/>
                  </a:lnTo>
                  <a:lnTo>
                    <a:pt x="2770" y="15165"/>
                  </a:lnTo>
                  <a:lnTo>
                    <a:pt x="3150" y="15410"/>
                  </a:lnTo>
                  <a:lnTo>
                    <a:pt x="3574" y="15678"/>
                  </a:lnTo>
                  <a:lnTo>
                    <a:pt x="4021" y="15924"/>
                  </a:lnTo>
                  <a:lnTo>
                    <a:pt x="4490" y="16170"/>
                  </a:lnTo>
                  <a:lnTo>
                    <a:pt x="5495" y="16661"/>
                  </a:lnTo>
                  <a:lnTo>
                    <a:pt x="6589" y="17130"/>
                  </a:lnTo>
                  <a:lnTo>
                    <a:pt x="7773" y="17577"/>
                  </a:lnTo>
                  <a:lnTo>
                    <a:pt x="9046" y="18023"/>
                  </a:lnTo>
                  <a:lnTo>
                    <a:pt x="10386" y="18447"/>
                  </a:lnTo>
                  <a:lnTo>
                    <a:pt x="11815" y="18849"/>
                  </a:lnTo>
                  <a:lnTo>
                    <a:pt x="13334" y="19251"/>
                  </a:lnTo>
                  <a:lnTo>
                    <a:pt x="13334" y="19251"/>
                  </a:lnTo>
                  <a:lnTo>
                    <a:pt x="14942" y="18872"/>
                  </a:lnTo>
                  <a:lnTo>
                    <a:pt x="16639" y="18492"/>
                  </a:lnTo>
                  <a:lnTo>
                    <a:pt x="18381" y="18157"/>
                  </a:lnTo>
                  <a:lnTo>
                    <a:pt x="20212" y="17845"/>
                  </a:lnTo>
                  <a:lnTo>
                    <a:pt x="22111" y="17532"/>
                  </a:lnTo>
                  <a:lnTo>
                    <a:pt x="24053" y="17264"/>
                  </a:lnTo>
                  <a:lnTo>
                    <a:pt x="26086" y="16996"/>
                  </a:lnTo>
                  <a:lnTo>
                    <a:pt x="28140" y="16773"/>
                  </a:lnTo>
                  <a:lnTo>
                    <a:pt x="30262" y="16572"/>
                  </a:lnTo>
                  <a:lnTo>
                    <a:pt x="32451" y="16393"/>
                  </a:lnTo>
                  <a:lnTo>
                    <a:pt x="34662" y="16237"/>
                  </a:lnTo>
                  <a:lnTo>
                    <a:pt x="36917" y="16103"/>
                  </a:lnTo>
                  <a:lnTo>
                    <a:pt x="39218" y="15991"/>
                  </a:lnTo>
                  <a:lnTo>
                    <a:pt x="41563" y="15924"/>
                  </a:lnTo>
                  <a:lnTo>
                    <a:pt x="43952" y="15879"/>
                  </a:lnTo>
                  <a:lnTo>
                    <a:pt x="46364" y="15857"/>
                  </a:lnTo>
                  <a:lnTo>
                    <a:pt x="46364" y="15857"/>
                  </a:lnTo>
                  <a:lnTo>
                    <a:pt x="48754" y="15879"/>
                  </a:lnTo>
                  <a:lnTo>
                    <a:pt x="51143" y="15924"/>
                  </a:lnTo>
                  <a:lnTo>
                    <a:pt x="53488" y="15991"/>
                  </a:lnTo>
                  <a:lnTo>
                    <a:pt x="55789" y="16103"/>
                  </a:lnTo>
                  <a:lnTo>
                    <a:pt x="58044" y="16237"/>
                  </a:lnTo>
                  <a:lnTo>
                    <a:pt x="60278" y="16393"/>
                  </a:lnTo>
                  <a:lnTo>
                    <a:pt x="62444" y="16572"/>
                  </a:lnTo>
                  <a:lnTo>
                    <a:pt x="64565" y="16773"/>
                  </a:lnTo>
                  <a:lnTo>
                    <a:pt x="66642" y="16996"/>
                  </a:lnTo>
                  <a:lnTo>
                    <a:pt x="68652" y="17264"/>
                  </a:lnTo>
                  <a:lnTo>
                    <a:pt x="70595" y="17532"/>
                  </a:lnTo>
                  <a:lnTo>
                    <a:pt x="72494" y="17845"/>
                  </a:lnTo>
                  <a:lnTo>
                    <a:pt x="74325" y="18157"/>
                  </a:lnTo>
                  <a:lnTo>
                    <a:pt x="76067" y="18492"/>
                  </a:lnTo>
                  <a:lnTo>
                    <a:pt x="77764" y="18872"/>
                  </a:lnTo>
                  <a:lnTo>
                    <a:pt x="79372" y="19251"/>
                  </a:lnTo>
                  <a:lnTo>
                    <a:pt x="79372" y="19251"/>
                  </a:lnTo>
                  <a:lnTo>
                    <a:pt x="81047" y="18805"/>
                  </a:lnTo>
                  <a:lnTo>
                    <a:pt x="82610" y="18358"/>
                  </a:lnTo>
                  <a:lnTo>
                    <a:pt x="84084" y="17889"/>
                  </a:lnTo>
                  <a:lnTo>
                    <a:pt x="85447" y="17398"/>
                  </a:lnTo>
                  <a:lnTo>
                    <a:pt x="86094" y="17130"/>
                  </a:lnTo>
                  <a:lnTo>
                    <a:pt x="86697" y="16884"/>
                  </a:lnTo>
                  <a:lnTo>
                    <a:pt x="87300" y="16616"/>
                  </a:lnTo>
                  <a:lnTo>
                    <a:pt x="87859" y="16348"/>
                  </a:lnTo>
                  <a:lnTo>
                    <a:pt x="88395" y="16080"/>
                  </a:lnTo>
                  <a:lnTo>
                    <a:pt x="88886" y="15812"/>
                  </a:lnTo>
                  <a:lnTo>
                    <a:pt x="89377" y="15522"/>
                  </a:lnTo>
                  <a:lnTo>
                    <a:pt x="89824" y="15254"/>
                  </a:lnTo>
                  <a:lnTo>
                    <a:pt x="89824" y="7370"/>
                  </a:lnTo>
                  <a:lnTo>
                    <a:pt x="89824" y="7370"/>
                  </a:lnTo>
                  <a:lnTo>
                    <a:pt x="89176" y="6968"/>
                  </a:lnTo>
                  <a:lnTo>
                    <a:pt x="88462" y="6566"/>
                  </a:lnTo>
                  <a:lnTo>
                    <a:pt x="87702" y="6187"/>
                  </a:lnTo>
                  <a:lnTo>
                    <a:pt x="86876" y="5807"/>
                  </a:lnTo>
                  <a:lnTo>
                    <a:pt x="86005" y="5450"/>
                  </a:lnTo>
                  <a:lnTo>
                    <a:pt x="85067" y="5092"/>
                  </a:lnTo>
                  <a:lnTo>
                    <a:pt x="84084" y="4735"/>
                  </a:lnTo>
                  <a:lnTo>
                    <a:pt x="83057" y="4400"/>
                  </a:lnTo>
                  <a:lnTo>
                    <a:pt x="81985" y="4065"/>
                  </a:lnTo>
                  <a:lnTo>
                    <a:pt x="80846" y="3752"/>
                  </a:lnTo>
                  <a:lnTo>
                    <a:pt x="79663" y="3440"/>
                  </a:lnTo>
                  <a:lnTo>
                    <a:pt x="78434" y="3149"/>
                  </a:lnTo>
                  <a:lnTo>
                    <a:pt x="77161" y="2859"/>
                  </a:lnTo>
                  <a:lnTo>
                    <a:pt x="75844" y="2569"/>
                  </a:lnTo>
                  <a:lnTo>
                    <a:pt x="74504" y="2323"/>
                  </a:lnTo>
                  <a:lnTo>
                    <a:pt x="73097" y="2055"/>
                  </a:lnTo>
                  <a:lnTo>
                    <a:pt x="71667" y="1832"/>
                  </a:lnTo>
                  <a:lnTo>
                    <a:pt x="70193" y="1609"/>
                  </a:lnTo>
                  <a:lnTo>
                    <a:pt x="68675" y="1385"/>
                  </a:lnTo>
                  <a:lnTo>
                    <a:pt x="67134" y="1184"/>
                  </a:lnTo>
                  <a:lnTo>
                    <a:pt x="65548" y="1006"/>
                  </a:lnTo>
                  <a:lnTo>
                    <a:pt x="63940" y="827"/>
                  </a:lnTo>
                  <a:lnTo>
                    <a:pt x="62310" y="671"/>
                  </a:lnTo>
                  <a:lnTo>
                    <a:pt x="60635" y="537"/>
                  </a:lnTo>
                  <a:lnTo>
                    <a:pt x="58938" y="425"/>
                  </a:lnTo>
                  <a:lnTo>
                    <a:pt x="57196" y="313"/>
                  </a:lnTo>
                  <a:lnTo>
                    <a:pt x="55454" y="202"/>
                  </a:lnTo>
                  <a:lnTo>
                    <a:pt x="53667" y="135"/>
                  </a:lnTo>
                  <a:lnTo>
                    <a:pt x="51880" y="68"/>
                  </a:lnTo>
                  <a:lnTo>
                    <a:pt x="50049" y="23"/>
                  </a:lnTo>
                  <a:lnTo>
                    <a:pt x="48218" y="1"/>
                  </a:lnTo>
                  <a:lnTo>
                    <a:pt x="46364" y="1"/>
                  </a:lnTo>
                  <a:lnTo>
                    <a:pt x="46364" y="1"/>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grpSp>
      <p:sp>
        <p:nvSpPr>
          <p:cNvPr id="294" name="Google Shape;294;p23"/>
          <p:cNvSpPr txBox="1"/>
          <p:nvPr>
            <p:ph idx="1" type="subTitle"/>
          </p:nvPr>
        </p:nvSpPr>
        <p:spPr>
          <a:xfrm>
            <a:off x="278850" y="2976125"/>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5" name="Google Shape;295;p23"/>
          <p:cNvSpPr txBox="1"/>
          <p:nvPr>
            <p:ph idx="3" type="subTitle"/>
          </p:nvPr>
        </p:nvSpPr>
        <p:spPr>
          <a:xfrm>
            <a:off x="1720650" y="2589300"/>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6" name="Google Shape;296;p23"/>
          <p:cNvSpPr txBox="1"/>
          <p:nvPr>
            <p:ph idx="4" type="subTitle"/>
          </p:nvPr>
        </p:nvSpPr>
        <p:spPr>
          <a:xfrm>
            <a:off x="3155400" y="2306650"/>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7" name="Google Shape;297;p23"/>
          <p:cNvSpPr txBox="1"/>
          <p:nvPr>
            <p:ph idx="5" type="subTitle"/>
          </p:nvPr>
        </p:nvSpPr>
        <p:spPr>
          <a:xfrm>
            <a:off x="4597200" y="1993200"/>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8" name="Google Shape;298;p23"/>
          <p:cNvSpPr txBox="1"/>
          <p:nvPr>
            <p:ph idx="6" type="subTitle"/>
          </p:nvPr>
        </p:nvSpPr>
        <p:spPr>
          <a:xfrm>
            <a:off x="6031950" y="1649100"/>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9" name="Google Shape;299;p23"/>
          <p:cNvSpPr txBox="1"/>
          <p:nvPr>
            <p:ph idx="7" type="subTitle"/>
          </p:nvPr>
        </p:nvSpPr>
        <p:spPr>
          <a:xfrm>
            <a:off x="7473750" y="1277950"/>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grpSp>
        <p:nvGrpSpPr>
          <p:cNvPr id="300" name="Google Shape;300;p23"/>
          <p:cNvGrpSpPr/>
          <p:nvPr/>
        </p:nvGrpSpPr>
        <p:grpSpPr>
          <a:xfrm>
            <a:off x="2674998" y="2923250"/>
            <a:ext cx="6470027" cy="2221724"/>
            <a:chOff x="2674998" y="2923250"/>
            <a:chExt cx="6470027" cy="2221724"/>
          </a:xfrm>
        </p:grpSpPr>
        <p:sp>
          <p:nvSpPr>
            <p:cNvPr id="301" name="Google Shape;301;p23"/>
            <p:cNvSpPr/>
            <p:nvPr/>
          </p:nvSpPr>
          <p:spPr>
            <a:xfrm flipH="1">
              <a:off x="2674998" y="2923250"/>
              <a:ext cx="6469577" cy="2221028"/>
            </a:xfrm>
            <a:custGeom>
              <a:rect b="b" l="l" r="r" t="t"/>
              <a:pathLst>
                <a:path extrusionOk="0" h="140705" w="409856">
                  <a:moveTo>
                    <a:pt x="31655" y="0"/>
                  </a:moveTo>
                  <a:lnTo>
                    <a:pt x="0" y="140608"/>
                  </a:lnTo>
                  <a:lnTo>
                    <a:pt x="198782" y="140640"/>
                  </a:lnTo>
                  <a:lnTo>
                    <a:pt x="409856" y="140705"/>
                  </a:lnTo>
                  <a:close/>
                </a:path>
              </a:pathLst>
            </a:custGeom>
            <a:gradFill>
              <a:gsLst>
                <a:gs pos="0">
                  <a:schemeClr val="accent3"/>
                </a:gs>
                <a:gs pos="35000">
                  <a:schemeClr val="accent3"/>
                </a:gs>
                <a:gs pos="100000">
                  <a:schemeClr val="accent1"/>
                </a:gs>
              </a:gsLst>
              <a:lin ang="8099331" scaled="0"/>
            </a:gradFill>
            <a:ln>
              <a:noFill/>
            </a:ln>
          </p:spPr>
        </p:sp>
        <p:sp>
          <p:nvSpPr>
            <p:cNvPr id="302" name="Google Shape;302;p23"/>
            <p:cNvSpPr/>
            <p:nvPr/>
          </p:nvSpPr>
          <p:spPr>
            <a:xfrm flipH="1">
              <a:off x="8645446" y="2924025"/>
              <a:ext cx="499579" cy="2220949"/>
            </a:xfrm>
            <a:custGeom>
              <a:rect b="b" l="l" r="r" t="t"/>
              <a:pathLst>
                <a:path extrusionOk="0" h="140700" w="31649">
                  <a:moveTo>
                    <a:pt x="31649" y="0"/>
                  </a:moveTo>
                  <a:lnTo>
                    <a:pt x="0" y="140700"/>
                  </a:lnTo>
                  <a:lnTo>
                    <a:pt x="65" y="53185"/>
                  </a:lnTo>
                  <a:close/>
                </a:path>
              </a:pathLst>
            </a:custGeom>
            <a:solidFill>
              <a:schemeClr val="accent5"/>
            </a:solidFill>
            <a:ln>
              <a:noFill/>
            </a:ln>
          </p:spPr>
        </p:sp>
      </p:grpSp>
      <p:sp>
        <p:nvSpPr>
          <p:cNvPr id="303" name="Google Shape;303;p23"/>
          <p:cNvSpPr txBox="1"/>
          <p:nvPr>
            <p:ph idx="8"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2">
  <p:cSld name="BLANK_1_1_1_1_1_1_1_1_1_1_7">
    <p:spTree>
      <p:nvGrpSpPr>
        <p:cNvPr id="304" name="Shape 304"/>
        <p:cNvGrpSpPr/>
        <p:nvPr/>
      </p:nvGrpSpPr>
      <p:grpSpPr>
        <a:xfrm>
          <a:off x="0" y="0"/>
          <a:ext cx="0" cy="0"/>
          <a:chOff x="0" y="0"/>
          <a:chExt cx="0" cy="0"/>
        </a:xfrm>
      </p:grpSpPr>
      <p:sp>
        <p:nvSpPr>
          <p:cNvPr id="305" name="Google Shape;305;p24"/>
          <p:cNvSpPr/>
          <p:nvPr/>
        </p:nvSpPr>
        <p:spPr>
          <a:xfrm>
            <a:off x="5050850" y="3243900"/>
            <a:ext cx="4093093" cy="1899657"/>
          </a:xfrm>
          <a:custGeom>
            <a:rect b="b" l="l" r="r" t="t"/>
            <a:pathLst>
              <a:path extrusionOk="0" fill="none" h="54955" w="115714">
                <a:moveTo>
                  <a:pt x="115714" y="0"/>
                </a:moveTo>
                <a:lnTo>
                  <a:pt x="115714" y="0"/>
                </a:lnTo>
                <a:lnTo>
                  <a:pt x="113184" y="224"/>
                </a:lnTo>
                <a:lnTo>
                  <a:pt x="110579" y="447"/>
                </a:lnTo>
                <a:lnTo>
                  <a:pt x="107938" y="744"/>
                </a:lnTo>
                <a:lnTo>
                  <a:pt x="105296" y="1079"/>
                </a:lnTo>
                <a:lnTo>
                  <a:pt x="102580" y="1451"/>
                </a:lnTo>
                <a:lnTo>
                  <a:pt x="99827" y="1898"/>
                </a:lnTo>
                <a:lnTo>
                  <a:pt x="97036" y="2382"/>
                </a:lnTo>
                <a:lnTo>
                  <a:pt x="94208" y="2902"/>
                </a:lnTo>
                <a:lnTo>
                  <a:pt x="91381" y="3461"/>
                </a:lnTo>
                <a:lnTo>
                  <a:pt x="88516" y="4093"/>
                </a:lnTo>
                <a:lnTo>
                  <a:pt x="85614" y="4763"/>
                </a:lnTo>
                <a:lnTo>
                  <a:pt x="82674" y="5470"/>
                </a:lnTo>
                <a:lnTo>
                  <a:pt x="79735" y="6251"/>
                </a:lnTo>
                <a:lnTo>
                  <a:pt x="76758" y="7032"/>
                </a:lnTo>
                <a:lnTo>
                  <a:pt x="73782" y="7925"/>
                </a:lnTo>
                <a:lnTo>
                  <a:pt x="70805" y="8818"/>
                </a:lnTo>
                <a:lnTo>
                  <a:pt x="70805" y="8818"/>
                </a:lnTo>
                <a:lnTo>
                  <a:pt x="67308" y="9935"/>
                </a:lnTo>
                <a:lnTo>
                  <a:pt x="63885" y="11088"/>
                </a:lnTo>
                <a:lnTo>
                  <a:pt x="60499" y="12279"/>
                </a:lnTo>
                <a:lnTo>
                  <a:pt x="57187" y="13506"/>
                </a:lnTo>
                <a:lnTo>
                  <a:pt x="53950" y="14772"/>
                </a:lnTo>
                <a:lnTo>
                  <a:pt x="50788" y="16074"/>
                </a:lnTo>
                <a:lnTo>
                  <a:pt x="47662" y="17413"/>
                </a:lnTo>
                <a:lnTo>
                  <a:pt x="44611" y="18753"/>
                </a:lnTo>
                <a:lnTo>
                  <a:pt x="41635" y="20167"/>
                </a:lnTo>
                <a:lnTo>
                  <a:pt x="38770" y="21580"/>
                </a:lnTo>
                <a:lnTo>
                  <a:pt x="35942" y="22994"/>
                </a:lnTo>
                <a:lnTo>
                  <a:pt x="33226" y="24445"/>
                </a:lnTo>
                <a:lnTo>
                  <a:pt x="30547" y="25934"/>
                </a:lnTo>
                <a:lnTo>
                  <a:pt x="28017" y="27422"/>
                </a:lnTo>
                <a:lnTo>
                  <a:pt x="25524" y="28947"/>
                </a:lnTo>
                <a:lnTo>
                  <a:pt x="23180" y="30473"/>
                </a:lnTo>
                <a:lnTo>
                  <a:pt x="20873" y="31998"/>
                </a:lnTo>
                <a:lnTo>
                  <a:pt x="18715" y="33561"/>
                </a:lnTo>
                <a:lnTo>
                  <a:pt x="16632" y="35086"/>
                </a:lnTo>
                <a:lnTo>
                  <a:pt x="14660" y="36649"/>
                </a:lnTo>
                <a:lnTo>
                  <a:pt x="12762" y="38212"/>
                </a:lnTo>
                <a:lnTo>
                  <a:pt x="11013" y="39775"/>
                </a:lnTo>
                <a:lnTo>
                  <a:pt x="9376" y="41337"/>
                </a:lnTo>
                <a:lnTo>
                  <a:pt x="7814" y="42900"/>
                </a:lnTo>
                <a:lnTo>
                  <a:pt x="6400" y="44425"/>
                </a:lnTo>
                <a:lnTo>
                  <a:pt x="5098" y="45988"/>
                </a:lnTo>
                <a:lnTo>
                  <a:pt x="4502" y="46732"/>
                </a:lnTo>
                <a:lnTo>
                  <a:pt x="3944" y="47514"/>
                </a:lnTo>
                <a:lnTo>
                  <a:pt x="3386" y="48258"/>
                </a:lnTo>
                <a:lnTo>
                  <a:pt x="2902" y="49039"/>
                </a:lnTo>
                <a:lnTo>
                  <a:pt x="2419" y="49783"/>
                </a:lnTo>
                <a:lnTo>
                  <a:pt x="1972" y="50527"/>
                </a:lnTo>
                <a:lnTo>
                  <a:pt x="1563" y="51272"/>
                </a:lnTo>
                <a:lnTo>
                  <a:pt x="1191" y="52016"/>
                </a:lnTo>
                <a:lnTo>
                  <a:pt x="819" y="52760"/>
                </a:lnTo>
                <a:lnTo>
                  <a:pt x="521" y="53504"/>
                </a:lnTo>
                <a:lnTo>
                  <a:pt x="223" y="54248"/>
                </a:lnTo>
                <a:lnTo>
                  <a:pt x="0" y="54955"/>
                </a:lnTo>
                <a:lnTo>
                  <a:pt x="115714" y="54955"/>
                </a:lnTo>
                <a:lnTo>
                  <a:pt x="115714" y="0"/>
                </a:lnTo>
                <a:lnTo>
                  <a:pt x="115714" y="0"/>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306" name="Google Shape;306;p24"/>
          <p:cNvSpPr/>
          <p:nvPr/>
        </p:nvSpPr>
        <p:spPr>
          <a:xfrm>
            <a:off x="6123025" y="-3887"/>
            <a:ext cx="3022650" cy="837525"/>
          </a:xfrm>
          <a:custGeom>
            <a:rect b="b" l="l" r="r" t="t"/>
            <a:pathLst>
              <a:path extrusionOk="0" h="33501" w="120906">
                <a:moveTo>
                  <a:pt x="0" y="1"/>
                </a:moveTo>
                <a:lnTo>
                  <a:pt x="36409" y="33501"/>
                </a:lnTo>
                <a:lnTo>
                  <a:pt x="120847" y="20748"/>
                </a:lnTo>
                <a:lnTo>
                  <a:pt x="120906" y="0"/>
                </a:lnTo>
                <a:close/>
              </a:path>
            </a:pathLst>
          </a:custGeom>
          <a:gradFill>
            <a:gsLst>
              <a:gs pos="0">
                <a:schemeClr val="accent2"/>
              </a:gs>
              <a:gs pos="37000">
                <a:schemeClr val="lt2"/>
              </a:gs>
              <a:gs pos="92000">
                <a:schemeClr val="accent1"/>
              </a:gs>
              <a:gs pos="100000">
                <a:schemeClr val="accent1"/>
              </a:gs>
            </a:gsLst>
            <a:lin ang="10800025" scaled="0"/>
          </a:gradFill>
          <a:ln>
            <a:noFill/>
          </a:ln>
          <a:effectLst>
            <a:outerShdw blurRad="700088" rotWithShape="0" algn="bl" dir="5700000" dist="219075">
              <a:schemeClr val="lt2">
                <a:alpha val="40000"/>
              </a:schemeClr>
            </a:outerShdw>
          </a:effectLst>
        </p:spPr>
      </p:sp>
      <p:sp>
        <p:nvSpPr>
          <p:cNvPr id="307" name="Google Shape;307;p24"/>
          <p:cNvSpPr txBox="1"/>
          <p:nvPr>
            <p:ph type="title"/>
          </p:nvPr>
        </p:nvSpPr>
        <p:spPr>
          <a:xfrm>
            <a:off x="1143300" y="1526963"/>
            <a:ext cx="2197500" cy="402000"/>
          </a:xfrm>
          <a:prstGeom prst="rect">
            <a:avLst/>
          </a:prstGeom>
        </p:spPr>
        <p:txBody>
          <a:bodyPr anchorCtr="0" anchor="b" bIns="91425" lIns="91425" spcFirstLastPara="1" rIns="91425" wrap="square" tIns="91425">
            <a:noAutofit/>
          </a:bodyPr>
          <a:lstStyle>
            <a:lvl1pPr lvl="0">
              <a:spcBef>
                <a:spcPts val="0"/>
              </a:spcBef>
              <a:spcAft>
                <a:spcPts val="0"/>
              </a:spcAft>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latin typeface="Sora Medium"/>
                <a:ea typeface="Sora Medium"/>
                <a:cs typeface="Sora Medium"/>
                <a:sym typeface="Sora Medium"/>
              </a:defRPr>
            </a:lvl9pPr>
          </a:lstStyle>
          <a:p/>
        </p:txBody>
      </p:sp>
      <p:sp>
        <p:nvSpPr>
          <p:cNvPr id="308" name="Google Shape;308;p24"/>
          <p:cNvSpPr txBox="1"/>
          <p:nvPr>
            <p:ph idx="2" type="title"/>
          </p:nvPr>
        </p:nvSpPr>
        <p:spPr>
          <a:xfrm>
            <a:off x="3820750" y="1526963"/>
            <a:ext cx="2197500" cy="402000"/>
          </a:xfrm>
          <a:prstGeom prst="rect">
            <a:avLst/>
          </a:prstGeom>
        </p:spPr>
        <p:txBody>
          <a:bodyPr anchorCtr="0" anchor="b" bIns="91425" lIns="0" spcFirstLastPara="1" rIns="91425" wrap="square" tIns="91425">
            <a:noAutofit/>
          </a:bodyPr>
          <a:lstStyle>
            <a:lvl1pPr lvl="0">
              <a:spcBef>
                <a:spcPts val="0"/>
              </a:spcBef>
              <a:spcAft>
                <a:spcPts val="0"/>
              </a:spcAft>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309" name="Google Shape;309;p24"/>
          <p:cNvSpPr txBox="1"/>
          <p:nvPr>
            <p:ph idx="3" type="title"/>
          </p:nvPr>
        </p:nvSpPr>
        <p:spPr>
          <a:xfrm>
            <a:off x="1129950" y="1992625"/>
            <a:ext cx="2024700" cy="688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310" name="Google Shape;310;p24"/>
          <p:cNvSpPr txBox="1"/>
          <p:nvPr>
            <p:ph idx="4" type="title"/>
          </p:nvPr>
        </p:nvSpPr>
        <p:spPr>
          <a:xfrm>
            <a:off x="1129950" y="2801602"/>
            <a:ext cx="2024700" cy="688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311" name="Google Shape;311;p24"/>
          <p:cNvSpPr txBox="1"/>
          <p:nvPr>
            <p:ph idx="5" type="title"/>
          </p:nvPr>
        </p:nvSpPr>
        <p:spPr>
          <a:xfrm>
            <a:off x="1129950" y="3610580"/>
            <a:ext cx="2024700" cy="688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312" name="Google Shape;312;p24"/>
          <p:cNvSpPr txBox="1"/>
          <p:nvPr>
            <p:ph idx="6" type="title"/>
          </p:nvPr>
        </p:nvSpPr>
        <p:spPr>
          <a:xfrm>
            <a:off x="3820750" y="1992625"/>
            <a:ext cx="3350700" cy="688800"/>
          </a:xfrm>
          <a:prstGeom prst="rect">
            <a:avLst/>
          </a:prstGeom>
        </p:spPr>
        <p:txBody>
          <a:bodyPr anchorCtr="0" anchor="t" bIns="91425" lIns="0"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313" name="Google Shape;313;p24"/>
          <p:cNvSpPr txBox="1"/>
          <p:nvPr>
            <p:ph idx="7" type="title"/>
          </p:nvPr>
        </p:nvSpPr>
        <p:spPr>
          <a:xfrm>
            <a:off x="3820750" y="2801550"/>
            <a:ext cx="3350700" cy="688800"/>
          </a:xfrm>
          <a:prstGeom prst="rect">
            <a:avLst/>
          </a:prstGeom>
        </p:spPr>
        <p:txBody>
          <a:bodyPr anchorCtr="0" anchor="t" bIns="91425" lIns="0"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314" name="Google Shape;314;p24"/>
          <p:cNvSpPr txBox="1"/>
          <p:nvPr>
            <p:ph idx="8" type="title"/>
          </p:nvPr>
        </p:nvSpPr>
        <p:spPr>
          <a:xfrm>
            <a:off x="3820750" y="3610475"/>
            <a:ext cx="3350700" cy="688800"/>
          </a:xfrm>
          <a:prstGeom prst="rect">
            <a:avLst/>
          </a:prstGeom>
        </p:spPr>
        <p:txBody>
          <a:bodyPr anchorCtr="0" anchor="t" bIns="91425" lIns="0"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315" name="Google Shape;315;p24"/>
          <p:cNvSpPr txBox="1"/>
          <p:nvPr>
            <p:ph idx="9"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316" name="Google Shape;316;p24"/>
          <p:cNvSpPr txBox="1"/>
          <p:nvPr>
            <p:ph idx="13" type="title"/>
          </p:nvPr>
        </p:nvSpPr>
        <p:spPr>
          <a:xfrm>
            <a:off x="115025" y="502775"/>
            <a:ext cx="6440400" cy="6888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317" name="Google Shape;317;p24"/>
          <p:cNvSpPr txBox="1"/>
          <p:nvPr>
            <p:ph idx="14" type="title"/>
          </p:nvPr>
        </p:nvSpPr>
        <p:spPr>
          <a:xfrm>
            <a:off x="228600" y="2127325"/>
            <a:ext cx="739800" cy="4194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000"/>
              <a:buFont typeface="Sora"/>
              <a:buNone/>
              <a:defRPr sz="1000">
                <a:latin typeface="Sora"/>
                <a:ea typeface="Sora"/>
                <a:cs typeface="Sora"/>
                <a:sym typeface="Sora"/>
              </a:defRPr>
            </a:lvl1pPr>
            <a:lvl2pPr lvl="1" algn="ctr">
              <a:spcBef>
                <a:spcPts val="0"/>
              </a:spcBef>
              <a:spcAft>
                <a:spcPts val="0"/>
              </a:spcAft>
              <a:buClr>
                <a:schemeClr val="lt1"/>
              </a:buClr>
              <a:buSzPts val="3000"/>
              <a:buFont typeface="Sora"/>
              <a:buNone/>
              <a:defRPr>
                <a:solidFill>
                  <a:schemeClr val="lt1"/>
                </a:solidFill>
                <a:latin typeface="Sora"/>
                <a:ea typeface="Sora"/>
                <a:cs typeface="Sora"/>
                <a:sym typeface="Sora"/>
              </a:defRPr>
            </a:lvl2pPr>
            <a:lvl3pPr lvl="2" algn="ctr">
              <a:spcBef>
                <a:spcPts val="0"/>
              </a:spcBef>
              <a:spcAft>
                <a:spcPts val="0"/>
              </a:spcAft>
              <a:buClr>
                <a:schemeClr val="lt1"/>
              </a:buClr>
              <a:buSzPts val="3000"/>
              <a:buFont typeface="Sora"/>
              <a:buNone/>
              <a:defRPr>
                <a:solidFill>
                  <a:schemeClr val="lt1"/>
                </a:solidFill>
                <a:latin typeface="Sora"/>
                <a:ea typeface="Sora"/>
                <a:cs typeface="Sora"/>
                <a:sym typeface="Sora"/>
              </a:defRPr>
            </a:lvl3pPr>
            <a:lvl4pPr lvl="3" algn="ctr">
              <a:spcBef>
                <a:spcPts val="0"/>
              </a:spcBef>
              <a:spcAft>
                <a:spcPts val="0"/>
              </a:spcAft>
              <a:buClr>
                <a:schemeClr val="lt1"/>
              </a:buClr>
              <a:buSzPts val="3000"/>
              <a:buFont typeface="Sora"/>
              <a:buNone/>
              <a:defRPr>
                <a:solidFill>
                  <a:schemeClr val="lt1"/>
                </a:solidFill>
                <a:latin typeface="Sora"/>
                <a:ea typeface="Sora"/>
                <a:cs typeface="Sora"/>
                <a:sym typeface="Sora"/>
              </a:defRPr>
            </a:lvl4pPr>
            <a:lvl5pPr lvl="4" algn="ctr">
              <a:spcBef>
                <a:spcPts val="0"/>
              </a:spcBef>
              <a:spcAft>
                <a:spcPts val="0"/>
              </a:spcAft>
              <a:buClr>
                <a:schemeClr val="lt1"/>
              </a:buClr>
              <a:buSzPts val="3000"/>
              <a:buFont typeface="Sora"/>
              <a:buNone/>
              <a:defRPr>
                <a:solidFill>
                  <a:schemeClr val="lt1"/>
                </a:solidFill>
                <a:latin typeface="Sora"/>
                <a:ea typeface="Sora"/>
                <a:cs typeface="Sora"/>
                <a:sym typeface="Sora"/>
              </a:defRPr>
            </a:lvl5pPr>
            <a:lvl6pPr lvl="5" algn="ctr">
              <a:spcBef>
                <a:spcPts val="0"/>
              </a:spcBef>
              <a:spcAft>
                <a:spcPts val="0"/>
              </a:spcAft>
              <a:buClr>
                <a:schemeClr val="lt1"/>
              </a:buClr>
              <a:buSzPts val="3000"/>
              <a:buFont typeface="Sora"/>
              <a:buNone/>
              <a:defRPr>
                <a:solidFill>
                  <a:schemeClr val="lt1"/>
                </a:solidFill>
                <a:latin typeface="Sora"/>
                <a:ea typeface="Sora"/>
                <a:cs typeface="Sora"/>
                <a:sym typeface="Sora"/>
              </a:defRPr>
            </a:lvl6pPr>
            <a:lvl7pPr lvl="6" algn="ctr">
              <a:spcBef>
                <a:spcPts val="0"/>
              </a:spcBef>
              <a:spcAft>
                <a:spcPts val="0"/>
              </a:spcAft>
              <a:buClr>
                <a:schemeClr val="lt1"/>
              </a:buClr>
              <a:buSzPts val="3000"/>
              <a:buFont typeface="Sora"/>
              <a:buNone/>
              <a:defRPr>
                <a:solidFill>
                  <a:schemeClr val="lt1"/>
                </a:solidFill>
                <a:latin typeface="Sora"/>
                <a:ea typeface="Sora"/>
                <a:cs typeface="Sora"/>
                <a:sym typeface="Sora"/>
              </a:defRPr>
            </a:lvl7pPr>
            <a:lvl8pPr lvl="7" algn="ctr">
              <a:spcBef>
                <a:spcPts val="0"/>
              </a:spcBef>
              <a:spcAft>
                <a:spcPts val="0"/>
              </a:spcAft>
              <a:buClr>
                <a:schemeClr val="lt1"/>
              </a:buClr>
              <a:buSzPts val="3000"/>
              <a:buFont typeface="Sora"/>
              <a:buNone/>
              <a:defRPr>
                <a:solidFill>
                  <a:schemeClr val="lt1"/>
                </a:solidFill>
                <a:latin typeface="Sora"/>
                <a:ea typeface="Sora"/>
                <a:cs typeface="Sora"/>
                <a:sym typeface="Sora"/>
              </a:defRPr>
            </a:lvl8pPr>
            <a:lvl9pPr lvl="8" algn="ctr">
              <a:spcBef>
                <a:spcPts val="0"/>
              </a:spcBef>
              <a:spcAft>
                <a:spcPts val="0"/>
              </a:spcAft>
              <a:buClr>
                <a:schemeClr val="lt1"/>
              </a:buClr>
              <a:buSzPts val="3000"/>
              <a:buFont typeface="Sora"/>
              <a:buNone/>
              <a:defRPr>
                <a:solidFill>
                  <a:schemeClr val="lt1"/>
                </a:solidFill>
                <a:latin typeface="Sora"/>
                <a:ea typeface="Sora"/>
                <a:cs typeface="Sora"/>
                <a:sym typeface="Sora"/>
              </a:defRPr>
            </a:lvl9pPr>
          </a:lstStyle>
          <a:p/>
        </p:txBody>
      </p:sp>
      <p:sp>
        <p:nvSpPr>
          <p:cNvPr id="318" name="Google Shape;318;p24"/>
          <p:cNvSpPr txBox="1"/>
          <p:nvPr>
            <p:ph idx="15"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
        <p:nvSpPr>
          <p:cNvPr id="319" name="Google Shape;319;p24"/>
          <p:cNvSpPr txBox="1"/>
          <p:nvPr>
            <p:ph idx="16" type="title"/>
          </p:nvPr>
        </p:nvSpPr>
        <p:spPr>
          <a:xfrm>
            <a:off x="228600" y="2936225"/>
            <a:ext cx="739800" cy="4194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000"/>
              <a:buFont typeface="Sora"/>
              <a:buNone/>
              <a:defRPr sz="1000">
                <a:latin typeface="Sora"/>
                <a:ea typeface="Sora"/>
                <a:cs typeface="Sora"/>
                <a:sym typeface="Sora"/>
              </a:defRPr>
            </a:lvl1pPr>
            <a:lvl2pPr lvl="1" algn="ctr">
              <a:spcBef>
                <a:spcPts val="0"/>
              </a:spcBef>
              <a:spcAft>
                <a:spcPts val="0"/>
              </a:spcAft>
              <a:buClr>
                <a:schemeClr val="lt1"/>
              </a:buClr>
              <a:buSzPts val="3000"/>
              <a:buFont typeface="Sora"/>
              <a:buNone/>
              <a:defRPr>
                <a:solidFill>
                  <a:schemeClr val="lt1"/>
                </a:solidFill>
                <a:latin typeface="Sora"/>
                <a:ea typeface="Sora"/>
                <a:cs typeface="Sora"/>
                <a:sym typeface="Sora"/>
              </a:defRPr>
            </a:lvl2pPr>
            <a:lvl3pPr lvl="2" algn="ctr">
              <a:spcBef>
                <a:spcPts val="0"/>
              </a:spcBef>
              <a:spcAft>
                <a:spcPts val="0"/>
              </a:spcAft>
              <a:buClr>
                <a:schemeClr val="lt1"/>
              </a:buClr>
              <a:buSzPts val="3000"/>
              <a:buFont typeface="Sora"/>
              <a:buNone/>
              <a:defRPr>
                <a:solidFill>
                  <a:schemeClr val="lt1"/>
                </a:solidFill>
                <a:latin typeface="Sora"/>
                <a:ea typeface="Sora"/>
                <a:cs typeface="Sora"/>
                <a:sym typeface="Sora"/>
              </a:defRPr>
            </a:lvl3pPr>
            <a:lvl4pPr lvl="3" algn="ctr">
              <a:spcBef>
                <a:spcPts val="0"/>
              </a:spcBef>
              <a:spcAft>
                <a:spcPts val="0"/>
              </a:spcAft>
              <a:buClr>
                <a:schemeClr val="lt1"/>
              </a:buClr>
              <a:buSzPts val="3000"/>
              <a:buFont typeface="Sora"/>
              <a:buNone/>
              <a:defRPr>
                <a:solidFill>
                  <a:schemeClr val="lt1"/>
                </a:solidFill>
                <a:latin typeface="Sora"/>
                <a:ea typeface="Sora"/>
                <a:cs typeface="Sora"/>
                <a:sym typeface="Sora"/>
              </a:defRPr>
            </a:lvl4pPr>
            <a:lvl5pPr lvl="4" algn="ctr">
              <a:spcBef>
                <a:spcPts val="0"/>
              </a:spcBef>
              <a:spcAft>
                <a:spcPts val="0"/>
              </a:spcAft>
              <a:buClr>
                <a:schemeClr val="lt1"/>
              </a:buClr>
              <a:buSzPts val="3000"/>
              <a:buFont typeface="Sora"/>
              <a:buNone/>
              <a:defRPr>
                <a:solidFill>
                  <a:schemeClr val="lt1"/>
                </a:solidFill>
                <a:latin typeface="Sora"/>
                <a:ea typeface="Sora"/>
                <a:cs typeface="Sora"/>
                <a:sym typeface="Sora"/>
              </a:defRPr>
            </a:lvl5pPr>
            <a:lvl6pPr lvl="5" algn="ctr">
              <a:spcBef>
                <a:spcPts val="0"/>
              </a:spcBef>
              <a:spcAft>
                <a:spcPts val="0"/>
              </a:spcAft>
              <a:buClr>
                <a:schemeClr val="lt1"/>
              </a:buClr>
              <a:buSzPts val="3000"/>
              <a:buFont typeface="Sora"/>
              <a:buNone/>
              <a:defRPr>
                <a:solidFill>
                  <a:schemeClr val="lt1"/>
                </a:solidFill>
                <a:latin typeface="Sora"/>
                <a:ea typeface="Sora"/>
                <a:cs typeface="Sora"/>
                <a:sym typeface="Sora"/>
              </a:defRPr>
            </a:lvl6pPr>
            <a:lvl7pPr lvl="6" algn="ctr">
              <a:spcBef>
                <a:spcPts val="0"/>
              </a:spcBef>
              <a:spcAft>
                <a:spcPts val="0"/>
              </a:spcAft>
              <a:buClr>
                <a:schemeClr val="lt1"/>
              </a:buClr>
              <a:buSzPts val="3000"/>
              <a:buFont typeface="Sora"/>
              <a:buNone/>
              <a:defRPr>
                <a:solidFill>
                  <a:schemeClr val="lt1"/>
                </a:solidFill>
                <a:latin typeface="Sora"/>
                <a:ea typeface="Sora"/>
                <a:cs typeface="Sora"/>
                <a:sym typeface="Sora"/>
              </a:defRPr>
            </a:lvl7pPr>
            <a:lvl8pPr lvl="7" algn="ctr">
              <a:spcBef>
                <a:spcPts val="0"/>
              </a:spcBef>
              <a:spcAft>
                <a:spcPts val="0"/>
              </a:spcAft>
              <a:buClr>
                <a:schemeClr val="lt1"/>
              </a:buClr>
              <a:buSzPts val="3000"/>
              <a:buFont typeface="Sora"/>
              <a:buNone/>
              <a:defRPr>
                <a:solidFill>
                  <a:schemeClr val="lt1"/>
                </a:solidFill>
                <a:latin typeface="Sora"/>
                <a:ea typeface="Sora"/>
                <a:cs typeface="Sora"/>
                <a:sym typeface="Sora"/>
              </a:defRPr>
            </a:lvl8pPr>
            <a:lvl9pPr lvl="8" algn="ctr">
              <a:spcBef>
                <a:spcPts val="0"/>
              </a:spcBef>
              <a:spcAft>
                <a:spcPts val="0"/>
              </a:spcAft>
              <a:buClr>
                <a:schemeClr val="lt1"/>
              </a:buClr>
              <a:buSzPts val="3000"/>
              <a:buFont typeface="Sora"/>
              <a:buNone/>
              <a:defRPr>
                <a:solidFill>
                  <a:schemeClr val="lt1"/>
                </a:solidFill>
                <a:latin typeface="Sora"/>
                <a:ea typeface="Sora"/>
                <a:cs typeface="Sora"/>
                <a:sym typeface="Sora"/>
              </a:defRPr>
            </a:lvl9pPr>
          </a:lstStyle>
          <a:p/>
        </p:txBody>
      </p:sp>
      <p:sp>
        <p:nvSpPr>
          <p:cNvPr id="320" name="Google Shape;320;p24"/>
          <p:cNvSpPr txBox="1"/>
          <p:nvPr>
            <p:ph idx="17" type="title"/>
          </p:nvPr>
        </p:nvSpPr>
        <p:spPr>
          <a:xfrm>
            <a:off x="228600" y="3745125"/>
            <a:ext cx="739800" cy="4194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000"/>
              <a:buFont typeface="Sora"/>
              <a:buNone/>
              <a:defRPr sz="1000">
                <a:latin typeface="Sora"/>
                <a:ea typeface="Sora"/>
                <a:cs typeface="Sora"/>
                <a:sym typeface="Sora"/>
              </a:defRPr>
            </a:lvl1pPr>
            <a:lvl2pPr lvl="1" algn="ctr">
              <a:spcBef>
                <a:spcPts val="0"/>
              </a:spcBef>
              <a:spcAft>
                <a:spcPts val="0"/>
              </a:spcAft>
              <a:buClr>
                <a:schemeClr val="lt1"/>
              </a:buClr>
              <a:buSzPts val="3000"/>
              <a:buFont typeface="Sora"/>
              <a:buNone/>
              <a:defRPr>
                <a:solidFill>
                  <a:schemeClr val="lt1"/>
                </a:solidFill>
                <a:latin typeface="Sora"/>
                <a:ea typeface="Sora"/>
                <a:cs typeface="Sora"/>
                <a:sym typeface="Sora"/>
              </a:defRPr>
            </a:lvl2pPr>
            <a:lvl3pPr lvl="2" algn="ctr">
              <a:spcBef>
                <a:spcPts val="0"/>
              </a:spcBef>
              <a:spcAft>
                <a:spcPts val="0"/>
              </a:spcAft>
              <a:buClr>
                <a:schemeClr val="lt1"/>
              </a:buClr>
              <a:buSzPts val="3000"/>
              <a:buFont typeface="Sora"/>
              <a:buNone/>
              <a:defRPr>
                <a:solidFill>
                  <a:schemeClr val="lt1"/>
                </a:solidFill>
                <a:latin typeface="Sora"/>
                <a:ea typeface="Sora"/>
                <a:cs typeface="Sora"/>
                <a:sym typeface="Sora"/>
              </a:defRPr>
            </a:lvl3pPr>
            <a:lvl4pPr lvl="3" algn="ctr">
              <a:spcBef>
                <a:spcPts val="0"/>
              </a:spcBef>
              <a:spcAft>
                <a:spcPts val="0"/>
              </a:spcAft>
              <a:buClr>
                <a:schemeClr val="lt1"/>
              </a:buClr>
              <a:buSzPts val="3000"/>
              <a:buFont typeface="Sora"/>
              <a:buNone/>
              <a:defRPr>
                <a:solidFill>
                  <a:schemeClr val="lt1"/>
                </a:solidFill>
                <a:latin typeface="Sora"/>
                <a:ea typeface="Sora"/>
                <a:cs typeface="Sora"/>
                <a:sym typeface="Sora"/>
              </a:defRPr>
            </a:lvl4pPr>
            <a:lvl5pPr lvl="4" algn="ctr">
              <a:spcBef>
                <a:spcPts val="0"/>
              </a:spcBef>
              <a:spcAft>
                <a:spcPts val="0"/>
              </a:spcAft>
              <a:buClr>
                <a:schemeClr val="lt1"/>
              </a:buClr>
              <a:buSzPts val="3000"/>
              <a:buFont typeface="Sora"/>
              <a:buNone/>
              <a:defRPr>
                <a:solidFill>
                  <a:schemeClr val="lt1"/>
                </a:solidFill>
                <a:latin typeface="Sora"/>
                <a:ea typeface="Sora"/>
                <a:cs typeface="Sora"/>
                <a:sym typeface="Sora"/>
              </a:defRPr>
            </a:lvl5pPr>
            <a:lvl6pPr lvl="5" algn="ctr">
              <a:spcBef>
                <a:spcPts val="0"/>
              </a:spcBef>
              <a:spcAft>
                <a:spcPts val="0"/>
              </a:spcAft>
              <a:buClr>
                <a:schemeClr val="lt1"/>
              </a:buClr>
              <a:buSzPts val="3000"/>
              <a:buFont typeface="Sora"/>
              <a:buNone/>
              <a:defRPr>
                <a:solidFill>
                  <a:schemeClr val="lt1"/>
                </a:solidFill>
                <a:latin typeface="Sora"/>
                <a:ea typeface="Sora"/>
                <a:cs typeface="Sora"/>
                <a:sym typeface="Sora"/>
              </a:defRPr>
            </a:lvl6pPr>
            <a:lvl7pPr lvl="6" algn="ctr">
              <a:spcBef>
                <a:spcPts val="0"/>
              </a:spcBef>
              <a:spcAft>
                <a:spcPts val="0"/>
              </a:spcAft>
              <a:buClr>
                <a:schemeClr val="lt1"/>
              </a:buClr>
              <a:buSzPts val="3000"/>
              <a:buFont typeface="Sora"/>
              <a:buNone/>
              <a:defRPr>
                <a:solidFill>
                  <a:schemeClr val="lt1"/>
                </a:solidFill>
                <a:latin typeface="Sora"/>
                <a:ea typeface="Sora"/>
                <a:cs typeface="Sora"/>
                <a:sym typeface="Sora"/>
              </a:defRPr>
            </a:lvl7pPr>
            <a:lvl8pPr lvl="7" algn="ctr">
              <a:spcBef>
                <a:spcPts val="0"/>
              </a:spcBef>
              <a:spcAft>
                <a:spcPts val="0"/>
              </a:spcAft>
              <a:buClr>
                <a:schemeClr val="lt1"/>
              </a:buClr>
              <a:buSzPts val="3000"/>
              <a:buFont typeface="Sora"/>
              <a:buNone/>
              <a:defRPr>
                <a:solidFill>
                  <a:schemeClr val="lt1"/>
                </a:solidFill>
                <a:latin typeface="Sora"/>
                <a:ea typeface="Sora"/>
                <a:cs typeface="Sora"/>
                <a:sym typeface="Sora"/>
              </a:defRPr>
            </a:lvl8pPr>
            <a:lvl9pPr lvl="8" algn="ctr">
              <a:spcBef>
                <a:spcPts val="0"/>
              </a:spcBef>
              <a:spcAft>
                <a:spcPts val="0"/>
              </a:spcAft>
              <a:buClr>
                <a:schemeClr val="lt1"/>
              </a:buClr>
              <a:buSzPts val="3000"/>
              <a:buFont typeface="Sora"/>
              <a:buNone/>
              <a:defRPr>
                <a:solidFill>
                  <a:schemeClr val="lt1"/>
                </a:solidFill>
                <a:latin typeface="Sora"/>
                <a:ea typeface="Sora"/>
                <a:cs typeface="Sora"/>
                <a:sym typeface="Sora"/>
              </a:defRPr>
            </a:lvl9pPr>
          </a:lstStyle>
          <a:p/>
        </p:txBody>
      </p:sp>
    </p:spTree>
  </p:cSld>
  <p:clrMapOvr>
    <a:masterClrMapping/>
  </p:clrMapOvr>
  <p:extLst>
    <p:ext uri="{DCECCB84-F9BA-43D5-87BE-67443E8EF086}">
      <p15:sldGuideLst>
        <p15:guide id="1" orient="horz" pos="1241">
          <p15:clr>
            <a:srgbClr val="E46962"/>
          </p15:clr>
        </p15:guide>
        <p15:guide id="2" orient="horz" pos="1755">
          <p15:clr>
            <a:srgbClr val="E46962"/>
          </p15:clr>
        </p15:guide>
        <p15:guide id="3" orient="horz" pos="2267">
          <p15:clr>
            <a:srgbClr val="E46962"/>
          </p15:clr>
        </p15:guide>
        <p15:guide id="4" orient="horz" pos="2778">
          <p15:clr>
            <a:srgbClr val="E46962"/>
          </p15:clr>
        </p15:guide>
      </p15:sldGuideLst>
    </p:ext>
  </p:extLst>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hart">
  <p:cSld name="BLANK_1_1_1_1_1_1_1_1_1_1_7_1">
    <p:spTree>
      <p:nvGrpSpPr>
        <p:cNvPr id="321" name="Shape 321"/>
        <p:cNvGrpSpPr/>
        <p:nvPr/>
      </p:nvGrpSpPr>
      <p:grpSpPr>
        <a:xfrm>
          <a:off x="0" y="0"/>
          <a:ext cx="0" cy="0"/>
          <a:chOff x="0" y="0"/>
          <a:chExt cx="0" cy="0"/>
        </a:xfrm>
      </p:grpSpPr>
      <p:sp>
        <p:nvSpPr>
          <p:cNvPr id="322" name="Google Shape;322;p25"/>
          <p:cNvSpPr/>
          <p:nvPr/>
        </p:nvSpPr>
        <p:spPr>
          <a:xfrm flipH="1" rot="-1079220">
            <a:off x="-2010221" y="4250160"/>
            <a:ext cx="4477637" cy="804981"/>
          </a:xfrm>
          <a:prstGeom prst="chord">
            <a:avLst>
              <a:gd fmla="val 2752926" name="adj1"/>
              <a:gd fmla="val 17193540"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323" name="Google Shape;323;p25"/>
          <p:cNvGrpSpPr/>
          <p:nvPr/>
        </p:nvGrpSpPr>
        <p:grpSpPr>
          <a:xfrm rot="-5400000">
            <a:off x="4030013" y="41713"/>
            <a:ext cx="1026300" cy="9201675"/>
            <a:chOff x="670045" y="-5692564"/>
            <a:chExt cx="1026300" cy="9201675"/>
          </a:xfrm>
        </p:grpSpPr>
        <p:sp>
          <p:nvSpPr>
            <p:cNvPr id="324" name="Google Shape;324;p25"/>
            <p:cNvSpPr/>
            <p:nvPr/>
          </p:nvSpPr>
          <p:spPr>
            <a:xfrm>
              <a:off x="675320" y="-5692564"/>
              <a:ext cx="1010925" cy="7239975"/>
            </a:xfrm>
            <a:custGeom>
              <a:rect b="b" l="l" r="r" t="t"/>
              <a:pathLst>
                <a:path extrusionOk="0" h="289599" w="40437">
                  <a:moveTo>
                    <a:pt x="40437" y="287489"/>
                  </a:moveTo>
                  <a:lnTo>
                    <a:pt x="0" y="0"/>
                  </a:lnTo>
                  <a:lnTo>
                    <a:pt x="242" y="276278"/>
                  </a:lnTo>
                  <a:lnTo>
                    <a:pt x="238" y="289599"/>
                  </a:lnTo>
                  <a:close/>
                </a:path>
              </a:pathLst>
            </a:custGeom>
            <a:solidFill>
              <a:schemeClr val="lt1"/>
            </a:solidFill>
            <a:ln>
              <a:noFill/>
            </a:ln>
          </p:spPr>
        </p:sp>
        <p:sp>
          <p:nvSpPr>
            <p:cNvPr id="325" name="Google Shape;325;p25"/>
            <p:cNvSpPr/>
            <p:nvPr/>
          </p:nvSpPr>
          <p:spPr>
            <a:xfrm>
              <a:off x="670045" y="1494661"/>
              <a:ext cx="1026300" cy="2014450"/>
            </a:xfrm>
            <a:custGeom>
              <a:rect b="b" l="l" r="r" t="t"/>
              <a:pathLst>
                <a:path extrusionOk="0" h="80578" w="41052">
                  <a:moveTo>
                    <a:pt x="499" y="80578"/>
                  </a:moveTo>
                  <a:lnTo>
                    <a:pt x="15982" y="73724"/>
                  </a:lnTo>
                  <a:lnTo>
                    <a:pt x="41052" y="0"/>
                  </a:lnTo>
                  <a:lnTo>
                    <a:pt x="472" y="1824"/>
                  </a:lnTo>
                  <a:lnTo>
                    <a:pt x="0" y="39674"/>
                  </a:lnTo>
                  <a:close/>
                </a:path>
              </a:pathLst>
            </a:custGeom>
            <a:gradFill>
              <a:gsLst>
                <a:gs pos="0">
                  <a:schemeClr val="accent2"/>
                </a:gs>
                <a:gs pos="37000">
                  <a:schemeClr val="lt2"/>
                </a:gs>
                <a:gs pos="92000">
                  <a:schemeClr val="accent1"/>
                </a:gs>
                <a:gs pos="100000">
                  <a:schemeClr val="accent1"/>
                </a:gs>
              </a:gsLst>
              <a:lin ang="13500032" scaled="0"/>
            </a:gradFill>
            <a:ln>
              <a:noFill/>
            </a:ln>
          </p:spPr>
        </p:sp>
      </p:grpSp>
      <p:sp>
        <p:nvSpPr>
          <p:cNvPr id="326" name="Google Shape;326;p25"/>
          <p:cNvSpPr txBox="1"/>
          <p:nvPr>
            <p:ph type="title"/>
          </p:nvPr>
        </p:nvSpPr>
        <p:spPr>
          <a:xfrm>
            <a:off x="3720025" y="1709075"/>
            <a:ext cx="1665300" cy="19380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latin typeface="Sora"/>
                <a:ea typeface="Sora"/>
                <a:cs typeface="Sora"/>
                <a:sym typeface="Sora"/>
              </a:defRPr>
            </a:lvl1pPr>
            <a:lvl2pPr lvl="1">
              <a:spcBef>
                <a:spcPts val="0"/>
              </a:spcBef>
              <a:spcAft>
                <a:spcPts val="0"/>
              </a:spcAft>
              <a:buClr>
                <a:schemeClr val="lt1"/>
              </a:buClr>
              <a:buSzPts val="1000"/>
              <a:buFont typeface="Sora"/>
              <a:buNone/>
              <a:defRPr sz="1000">
                <a:latin typeface="Sora"/>
                <a:ea typeface="Sora"/>
                <a:cs typeface="Sora"/>
                <a:sym typeface="Sora"/>
              </a:defRPr>
            </a:lvl2pPr>
            <a:lvl3pPr lvl="2">
              <a:spcBef>
                <a:spcPts val="0"/>
              </a:spcBef>
              <a:spcAft>
                <a:spcPts val="0"/>
              </a:spcAft>
              <a:buClr>
                <a:schemeClr val="lt1"/>
              </a:buClr>
              <a:buSzPts val="1000"/>
              <a:buFont typeface="Sora"/>
              <a:buNone/>
              <a:defRPr sz="1000">
                <a:latin typeface="Sora"/>
                <a:ea typeface="Sora"/>
                <a:cs typeface="Sora"/>
                <a:sym typeface="Sora"/>
              </a:defRPr>
            </a:lvl3pPr>
            <a:lvl4pPr lvl="3">
              <a:spcBef>
                <a:spcPts val="0"/>
              </a:spcBef>
              <a:spcAft>
                <a:spcPts val="0"/>
              </a:spcAft>
              <a:buClr>
                <a:schemeClr val="lt1"/>
              </a:buClr>
              <a:buSzPts val="1000"/>
              <a:buFont typeface="Sora"/>
              <a:buNone/>
              <a:defRPr sz="1000">
                <a:latin typeface="Sora"/>
                <a:ea typeface="Sora"/>
                <a:cs typeface="Sora"/>
                <a:sym typeface="Sora"/>
              </a:defRPr>
            </a:lvl4pPr>
            <a:lvl5pPr lvl="4">
              <a:spcBef>
                <a:spcPts val="0"/>
              </a:spcBef>
              <a:spcAft>
                <a:spcPts val="0"/>
              </a:spcAft>
              <a:buClr>
                <a:schemeClr val="lt1"/>
              </a:buClr>
              <a:buSzPts val="1000"/>
              <a:buFont typeface="Sora"/>
              <a:buNone/>
              <a:defRPr sz="1000">
                <a:latin typeface="Sora"/>
                <a:ea typeface="Sora"/>
                <a:cs typeface="Sora"/>
                <a:sym typeface="Sora"/>
              </a:defRPr>
            </a:lvl5pPr>
            <a:lvl6pPr lvl="5">
              <a:spcBef>
                <a:spcPts val="0"/>
              </a:spcBef>
              <a:spcAft>
                <a:spcPts val="0"/>
              </a:spcAft>
              <a:buClr>
                <a:schemeClr val="lt1"/>
              </a:buClr>
              <a:buSzPts val="1000"/>
              <a:buFont typeface="Sora"/>
              <a:buNone/>
              <a:defRPr sz="1000">
                <a:latin typeface="Sora"/>
                <a:ea typeface="Sora"/>
                <a:cs typeface="Sora"/>
                <a:sym typeface="Sora"/>
              </a:defRPr>
            </a:lvl6pPr>
            <a:lvl7pPr lvl="6">
              <a:spcBef>
                <a:spcPts val="0"/>
              </a:spcBef>
              <a:spcAft>
                <a:spcPts val="0"/>
              </a:spcAft>
              <a:buClr>
                <a:schemeClr val="lt1"/>
              </a:buClr>
              <a:buSzPts val="1000"/>
              <a:buFont typeface="Sora"/>
              <a:buNone/>
              <a:defRPr sz="1000">
                <a:latin typeface="Sora"/>
                <a:ea typeface="Sora"/>
                <a:cs typeface="Sora"/>
                <a:sym typeface="Sora"/>
              </a:defRPr>
            </a:lvl7pPr>
            <a:lvl8pPr lvl="7">
              <a:spcBef>
                <a:spcPts val="0"/>
              </a:spcBef>
              <a:spcAft>
                <a:spcPts val="0"/>
              </a:spcAft>
              <a:buClr>
                <a:schemeClr val="lt1"/>
              </a:buClr>
              <a:buSzPts val="1000"/>
              <a:buFont typeface="Sora"/>
              <a:buNone/>
              <a:defRPr sz="1000">
                <a:latin typeface="Sora"/>
                <a:ea typeface="Sora"/>
                <a:cs typeface="Sora"/>
                <a:sym typeface="Sora"/>
              </a:defRPr>
            </a:lvl8pPr>
            <a:lvl9pPr lvl="8">
              <a:spcBef>
                <a:spcPts val="0"/>
              </a:spcBef>
              <a:spcAft>
                <a:spcPts val="0"/>
              </a:spcAft>
              <a:buClr>
                <a:schemeClr val="lt1"/>
              </a:buClr>
              <a:buSzPts val="1000"/>
              <a:buFont typeface="Sora"/>
              <a:buNone/>
              <a:defRPr sz="1000">
                <a:latin typeface="Sora"/>
                <a:ea typeface="Sora"/>
                <a:cs typeface="Sora"/>
                <a:sym typeface="Sora"/>
              </a:defRPr>
            </a:lvl9pPr>
          </a:lstStyle>
          <a:p/>
        </p:txBody>
      </p:sp>
      <p:sp>
        <p:nvSpPr>
          <p:cNvPr id="327" name="Google Shape;327;p25"/>
          <p:cNvSpPr txBox="1"/>
          <p:nvPr>
            <p:ph idx="2" type="title"/>
          </p:nvPr>
        </p:nvSpPr>
        <p:spPr>
          <a:xfrm>
            <a:off x="7148925" y="1709075"/>
            <a:ext cx="1665300" cy="19380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latin typeface="Sora"/>
                <a:ea typeface="Sora"/>
                <a:cs typeface="Sora"/>
                <a:sym typeface="Sora"/>
              </a:defRPr>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328" name="Google Shape;328;p25"/>
          <p:cNvSpPr txBox="1"/>
          <p:nvPr>
            <p:ph idx="3" type="title"/>
          </p:nvPr>
        </p:nvSpPr>
        <p:spPr>
          <a:xfrm>
            <a:off x="5434475" y="1709075"/>
            <a:ext cx="1665300" cy="19380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latin typeface="Sora"/>
                <a:ea typeface="Sora"/>
                <a:cs typeface="Sora"/>
                <a:sym typeface="Sora"/>
              </a:defRPr>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329" name="Google Shape;329;p25"/>
          <p:cNvSpPr txBox="1"/>
          <p:nvPr>
            <p:ph idx="4"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330" name="Google Shape;330;p25"/>
          <p:cNvSpPr txBox="1"/>
          <p:nvPr>
            <p:ph idx="5" type="title"/>
          </p:nvPr>
        </p:nvSpPr>
        <p:spPr>
          <a:xfrm>
            <a:off x="108300" y="1168075"/>
            <a:ext cx="3544500" cy="2275200"/>
          </a:xfrm>
          <a:prstGeom prst="rect">
            <a:avLst/>
          </a:prstGeom>
        </p:spPr>
        <p:txBody>
          <a:bodyPr anchorCtr="0" anchor="t" bIns="91425" lIns="91425" spcFirstLastPara="1" rIns="91425" wrap="square" tIns="0">
            <a:norm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a:latin typeface="IBM Plex Sans SemiBold"/>
                <a:ea typeface="IBM Plex Sans SemiBold"/>
                <a:cs typeface="IBM Plex Sans SemiBold"/>
                <a:sym typeface="IBM Plex Sans SemiBold"/>
              </a:defRPr>
            </a:lvl2pPr>
            <a:lvl3pPr lvl="2">
              <a:lnSpc>
                <a:spcPct val="115000"/>
              </a:lnSpc>
              <a:spcBef>
                <a:spcPts val="0"/>
              </a:spcBef>
              <a:spcAft>
                <a:spcPts val="0"/>
              </a:spcAft>
              <a:buNone/>
              <a:defRPr>
                <a:latin typeface="IBM Plex Sans SemiBold"/>
                <a:ea typeface="IBM Plex Sans SemiBold"/>
                <a:cs typeface="IBM Plex Sans SemiBold"/>
                <a:sym typeface="IBM Plex Sans SemiBold"/>
              </a:defRPr>
            </a:lvl3pPr>
            <a:lvl4pPr lvl="3">
              <a:lnSpc>
                <a:spcPct val="115000"/>
              </a:lnSpc>
              <a:spcBef>
                <a:spcPts val="0"/>
              </a:spcBef>
              <a:spcAft>
                <a:spcPts val="0"/>
              </a:spcAft>
              <a:buNone/>
              <a:defRPr>
                <a:latin typeface="IBM Plex Sans SemiBold"/>
                <a:ea typeface="IBM Plex Sans SemiBold"/>
                <a:cs typeface="IBM Plex Sans SemiBold"/>
                <a:sym typeface="IBM Plex Sans SemiBold"/>
              </a:defRPr>
            </a:lvl4pPr>
            <a:lvl5pPr lvl="4">
              <a:lnSpc>
                <a:spcPct val="115000"/>
              </a:lnSpc>
              <a:spcBef>
                <a:spcPts val="0"/>
              </a:spcBef>
              <a:spcAft>
                <a:spcPts val="0"/>
              </a:spcAft>
              <a:buNone/>
              <a:defRPr>
                <a:latin typeface="IBM Plex Sans SemiBold"/>
                <a:ea typeface="IBM Plex Sans SemiBold"/>
                <a:cs typeface="IBM Plex Sans SemiBold"/>
                <a:sym typeface="IBM Plex Sans SemiBold"/>
              </a:defRPr>
            </a:lvl5pPr>
            <a:lvl6pPr lvl="5">
              <a:lnSpc>
                <a:spcPct val="115000"/>
              </a:lnSpc>
              <a:spcBef>
                <a:spcPts val="0"/>
              </a:spcBef>
              <a:spcAft>
                <a:spcPts val="0"/>
              </a:spcAft>
              <a:buNone/>
              <a:defRPr>
                <a:latin typeface="IBM Plex Sans SemiBold"/>
                <a:ea typeface="IBM Plex Sans SemiBold"/>
                <a:cs typeface="IBM Plex Sans SemiBold"/>
                <a:sym typeface="IBM Plex Sans SemiBold"/>
              </a:defRPr>
            </a:lvl6pPr>
            <a:lvl7pPr lvl="6">
              <a:lnSpc>
                <a:spcPct val="115000"/>
              </a:lnSpc>
              <a:spcBef>
                <a:spcPts val="0"/>
              </a:spcBef>
              <a:spcAft>
                <a:spcPts val="0"/>
              </a:spcAft>
              <a:buNone/>
              <a:defRPr>
                <a:latin typeface="IBM Plex Sans SemiBold"/>
                <a:ea typeface="IBM Plex Sans SemiBold"/>
                <a:cs typeface="IBM Plex Sans SemiBold"/>
                <a:sym typeface="IBM Plex Sans SemiBold"/>
              </a:defRPr>
            </a:lvl7pPr>
            <a:lvl8pPr lvl="7">
              <a:lnSpc>
                <a:spcPct val="115000"/>
              </a:lnSpc>
              <a:spcBef>
                <a:spcPts val="0"/>
              </a:spcBef>
              <a:spcAft>
                <a:spcPts val="0"/>
              </a:spcAft>
              <a:buNone/>
              <a:defRPr>
                <a:latin typeface="IBM Plex Sans SemiBold"/>
                <a:ea typeface="IBM Plex Sans SemiBold"/>
                <a:cs typeface="IBM Plex Sans SemiBold"/>
                <a:sym typeface="IBM Plex Sans SemiBold"/>
              </a:defRPr>
            </a:lvl8pPr>
            <a:lvl9pPr lvl="8">
              <a:lnSpc>
                <a:spcPct val="115000"/>
              </a:lnSpc>
              <a:spcBef>
                <a:spcPts val="0"/>
              </a:spcBef>
              <a:spcAft>
                <a:spcPts val="0"/>
              </a:spcAft>
              <a:buNone/>
              <a:defRPr>
                <a:latin typeface="IBM Plex Sans SemiBold"/>
                <a:ea typeface="IBM Plex Sans SemiBold"/>
                <a:cs typeface="IBM Plex Sans SemiBold"/>
                <a:sym typeface="IBM Plex Sans SemiBold"/>
              </a:defRPr>
            </a:lvl9pPr>
          </a:lstStyle>
          <a:p/>
        </p:txBody>
      </p:sp>
      <p:sp>
        <p:nvSpPr>
          <p:cNvPr id="331" name="Google Shape;331;p25"/>
          <p:cNvSpPr txBox="1"/>
          <p:nvPr>
            <p:ph idx="6" type="title"/>
          </p:nvPr>
        </p:nvSpPr>
        <p:spPr>
          <a:xfrm>
            <a:off x="3720025" y="1287875"/>
            <a:ext cx="4295400" cy="2772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a:buNone/>
              <a:defRPr sz="1200">
                <a:solidFill>
                  <a:schemeClr val="lt1"/>
                </a:solidFill>
                <a:latin typeface="Sora"/>
                <a:ea typeface="Sora"/>
                <a:cs typeface="Sora"/>
                <a:sym typeface="Sora"/>
              </a:defRPr>
            </a:lvl2pPr>
            <a:lvl3pPr lvl="2">
              <a:spcBef>
                <a:spcPts val="0"/>
              </a:spcBef>
              <a:spcAft>
                <a:spcPts val="0"/>
              </a:spcAft>
              <a:buClr>
                <a:schemeClr val="lt1"/>
              </a:buClr>
              <a:buSzPts val="1200"/>
              <a:buFont typeface="Sora"/>
              <a:buNone/>
              <a:defRPr sz="1200">
                <a:solidFill>
                  <a:schemeClr val="lt1"/>
                </a:solidFill>
                <a:latin typeface="Sora"/>
                <a:ea typeface="Sora"/>
                <a:cs typeface="Sora"/>
                <a:sym typeface="Sora"/>
              </a:defRPr>
            </a:lvl3pPr>
            <a:lvl4pPr lvl="3">
              <a:spcBef>
                <a:spcPts val="0"/>
              </a:spcBef>
              <a:spcAft>
                <a:spcPts val="0"/>
              </a:spcAft>
              <a:buClr>
                <a:schemeClr val="lt1"/>
              </a:buClr>
              <a:buSzPts val="1200"/>
              <a:buFont typeface="Sora"/>
              <a:buNone/>
              <a:defRPr sz="1200">
                <a:solidFill>
                  <a:schemeClr val="lt1"/>
                </a:solidFill>
                <a:latin typeface="Sora"/>
                <a:ea typeface="Sora"/>
                <a:cs typeface="Sora"/>
                <a:sym typeface="Sora"/>
              </a:defRPr>
            </a:lvl4pPr>
            <a:lvl5pPr lvl="4">
              <a:spcBef>
                <a:spcPts val="0"/>
              </a:spcBef>
              <a:spcAft>
                <a:spcPts val="0"/>
              </a:spcAft>
              <a:buClr>
                <a:schemeClr val="lt1"/>
              </a:buClr>
              <a:buSzPts val="1200"/>
              <a:buFont typeface="Sora"/>
              <a:buNone/>
              <a:defRPr sz="1200">
                <a:solidFill>
                  <a:schemeClr val="lt1"/>
                </a:solidFill>
                <a:latin typeface="Sora"/>
                <a:ea typeface="Sora"/>
                <a:cs typeface="Sora"/>
                <a:sym typeface="Sora"/>
              </a:defRPr>
            </a:lvl5pPr>
            <a:lvl6pPr lvl="5">
              <a:spcBef>
                <a:spcPts val="0"/>
              </a:spcBef>
              <a:spcAft>
                <a:spcPts val="0"/>
              </a:spcAft>
              <a:buClr>
                <a:schemeClr val="lt1"/>
              </a:buClr>
              <a:buSzPts val="1200"/>
              <a:buFont typeface="Sora"/>
              <a:buNone/>
              <a:defRPr sz="1200">
                <a:solidFill>
                  <a:schemeClr val="lt1"/>
                </a:solidFill>
                <a:latin typeface="Sora"/>
                <a:ea typeface="Sora"/>
                <a:cs typeface="Sora"/>
                <a:sym typeface="Sora"/>
              </a:defRPr>
            </a:lvl6pPr>
            <a:lvl7pPr lvl="6">
              <a:spcBef>
                <a:spcPts val="0"/>
              </a:spcBef>
              <a:spcAft>
                <a:spcPts val="0"/>
              </a:spcAft>
              <a:buClr>
                <a:schemeClr val="lt1"/>
              </a:buClr>
              <a:buSzPts val="1200"/>
              <a:buFont typeface="Sora"/>
              <a:buNone/>
              <a:defRPr sz="1200">
                <a:solidFill>
                  <a:schemeClr val="lt1"/>
                </a:solidFill>
                <a:latin typeface="Sora"/>
                <a:ea typeface="Sora"/>
                <a:cs typeface="Sora"/>
                <a:sym typeface="Sora"/>
              </a:defRPr>
            </a:lvl7pPr>
            <a:lvl8pPr lvl="7">
              <a:spcBef>
                <a:spcPts val="0"/>
              </a:spcBef>
              <a:spcAft>
                <a:spcPts val="0"/>
              </a:spcAft>
              <a:buClr>
                <a:schemeClr val="lt1"/>
              </a:buClr>
              <a:buSzPts val="1200"/>
              <a:buFont typeface="Sora"/>
              <a:buNone/>
              <a:defRPr sz="1200">
                <a:solidFill>
                  <a:schemeClr val="lt1"/>
                </a:solidFill>
                <a:latin typeface="Sora"/>
                <a:ea typeface="Sora"/>
                <a:cs typeface="Sora"/>
                <a:sym typeface="Sora"/>
              </a:defRPr>
            </a:lvl8pPr>
            <a:lvl9pPr lvl="8">
              <a:spcBef>
                <a:spcPts val="0"/>
              </a:spcBef>
              <a:spcAft>
                <a:spcPts val="0"/>
              </a:spcAft>
              <a:buClr>
                <a:schemeClr val="lt1"/>
              </a:buClr>
              <a:buSzPts val="1200"/>
              <a:buFont typeface="Sora"/>
              <a:buNone/>
              <a:defRPr sz="1200">
                <a:solidFill>
                  <a:schemeClr val="lt1"/>
                </a:solidFill>
                <a:latin typeface="Sora"/>
                <a:ea typeface="Sora"/>
                <a:cs typeface="Sora"/>
                <a:sym typeface="Sora"/>
              </a:defRPr>
            </a:lvl9pPr>
          </a:lstStyle>
          <a:p/>
        </p:txBody>
      </p:sp>
      <p:sp>
        <p:nvSpPr>
          <p:cNvPr id="332" name="Google Shape;332;p25"/>
          <p:cNvSpPr txBox="1"/>
          <p:nvPr>
            <p:ph idx="7"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ubtitle">
  <p:cSld name="BLANK_1_1_1_1_1_1_1_1_1_1_6">
    <p:spTree>
      <p:nvGrpSpPr>
        <p:cNvPr id="333" name="Shape 333"/>
        <p:cNvGrpSpPr/>
        <p:nvPr/>
      </p:nvGrpSpPr>
      <p:grpSpPr>
        <a:xfrm>
          <a:off x="0" y="0"/>
          <a:ext cx="0" cy="0"/>
          <a:chOff x="0" y="0"/>
          <a:chExt cx="0" cy="0"/>
        </a:xfrm>
      </p:grpSpPr>
      <p:sp>
        <p:nvSpPr>
          <p:cNvPr id="334" name="Google Shape;334;p26"/>
          <p:cNvSpPr/>
          <p:nvPr/>
        </p:nvSpPr>
        <p:spPr>
          <a:xfrm rot="35689">
            <a:off x="3842097" y="2193145"/>
            <a:ext cx="4854862" cy="1982508"/>
          </a:xfrm>
          <a:prstGeom prst="flowChartConnector">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35" name="Google Shape;335;p26"/>
          <p:cNvSpPr/>
          <p:nvPr/>
        </p:nvSpPr>
        <p:spPr>
          <a:xfrm rot="-1029644">
            <a:off x="3491561" y="2543266"/>
            <a:ext cx="5708121" cy="1598166"/>
          </a:xfrm>
          <a:prstGeom prst="flowChartConnector">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336" name="Google Shape;336;p26"/>
          <p:cNvGrpSpPr/>
          <p:nvPr/>
        </p:nvGrpSpPr>
        <p:grpSpPr>
          <a:xfrm rot="10800000">
            <a:off x="9" y="0"/>
            <a:ext cx="1889320" cy="1499480"/>
            <a:chOff x="461225" y="3249175"/>
            <a:chExt cx="1399496" cy="1110726"/>
          </a:xfrm>
        </p:grpSpPr>
        <p:grpSp>
          <p:nvGrpSpPr>
            <p:cNvPr id="337" name="Google Shape;337;p26"/>
            <p:cNvGrpSpPr/>
            <p:nvPr/>
          </p:nvGrpSpPr>
          <p:grpSpPr>
            <a:xfrm>
              <a:off x="461225" y="3249175"/>
              <a:ext cx="1399496" cy="370204"/>
              <a:chOff x="461225" y="3249175"/>
              <a:chExt cx="1399496" cy="370204"/>
            </a:xfrm>
          </p:grpSpPr>
          <p:sp>
            <p:nvSpPr>
              <p:cNvPr id="338" name="Google Shape;338;p26"/>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39" name="Google Shape;339;p26"/>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40" name="Google Shape;340;p26"/>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41" name="Google Shape;341;p26"/>
              <p:cNvSpPr/>
              <p:nvPr/>
            </p:nvSpPr>
            <p:spPr>
              <a:xfrm>
                <a:off x="1571821" y="3249179"/>
                <a:ext cx="2889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342" name="Google Shape;342;p26"/>
            <p:cNvGrpSpPr/>
            <p:nvPr/>
          </p:nvGrpSpPr>
          <p:grpSpPr>
            <a:xfrm>
              <a:off x="461225" y="3619500"/>
              <a:ext cx="1399496" cy="370202"/>
              <a:chOff x="461225" y="3249175"/>
              <a:chExt cx="1399496" cy="370202"/>
            </a:xfrm>
          </p:grpSpPr>
          <p:sp>
            <p:nvSpPr>
              <p:cNvPr id="343" name="Google Shape;343;p26"/>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44" name="Google Shape;344;p26"/>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45" name="Google Shape;345;p26"/>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46" name="Google Shape;346;p26"/>
              <p:cNvSpPr/>
              <p:nvPr/>
            </p:nvSpPr>
            <p:spPr>
              <a:xfrm>
                <a:off x="1571821" y="3249177"/>
                <a:ext cx="2889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347" name="Google Shape;347;p26"/>
            <p:cNvGrpSpPr/>
            <p:nvPr/>
          </p:nvGrpSpPr>
          <p:grpSpPr>
            <a:xfrm>
              <a:off x="461225" y="3989700"/>
              <a:ext cx="1399496" cy="370201"/>
              <a:chOff x="461225" y="3249175"/>
              <a:chExt cx="1399496" cy="370201"/>
            </a:xfrm>
          </p:grpSpPr>
          <p:sp>
            <p:nvSpPr>
              <p:cNvPr id="348" name="Google Shape;348;p26"/>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49" name="Google Shape;349;p26"/>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50" name="Google Shape;350;p26"/>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51" name="Google Shape;351;p26"/>
              <p:cNvSpPr/>
              <p:nvPr/>
            </p:nvSpPr>
            <p:spPr>
              <a:xfrm>
                <a:off x="1571821" y="3249176"/>
                <a:ext cx="2889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352" name="Google Shape;352;p26"/>
          <p:cNvSpPr/>
          <p:nvPr/>
        </p:nvSpPr>
        <p:spPr>
          <a:xfrm>
            <a:off x="5909401" y="-3350"/>
            <a:ext cx="3234589" cy="1736822"/>
          </a:xfrm>
          <a:custGeom>
            <a:rect b="b" l="l" r="r" t="t"/>
            <a:pathLst>
              <a:path extrusionOk="0" h="141435" w="263403">
                <a:moveTo>
                  <a:pt x="0" y="277"/>
                </a:moveTo>
                <a:lnTo>
                  <a:pt x="193747" y="141435"/>
                </a:lnTo>
                <a:lnTo>
                  <a:pt x="263403" y="7658"/>
                </a:lnTo>
                <a:lnTo>
                  <a:pt x="263403" y="0"/>
                </a:lnTo>
                <a:close/>
              </a:path>
            </a:pathLst>
          </a:custGeom>
          <a:gradFill>
            <a:gsLst>
              <a:gs pos="0">
                <a:schemeClr val="accent2"/>
              </a:gs>
              <a:gs pos="21000">
                <a:schemeClr val="lt2"/>
              </a:gs>
              <a:gs pos="51000">
                <a:schemeClr val="accent1"/>
              </a:gs>
              <a:gs pos="79000">
                <a:schemeClr val="accent1"/>
              </a:gs>
              <a:gs pos="91000">
                <a:schemeClr val="accent3"/>
              </a:gs>
              <a:gs pos="100000">
                <a:schemeClr val="accent4"/>
              </a:gs>
            </a:gsLst>
            <a:lin ang="5400012" scaled="0"/>
          </a:gradFill>
          <a:ln>
            <a:noFill/>
          </a:ln>
          <a:effectLst>
            <a:outerShdw blurRad="1042988" rotWithShape="0" algn="bl" dir="5400000" dist="19050">
              <a:schemeClr val="lt2">
                <a:alpha val="49000"/>
              </a:schemeClr>
            </a:outerShdw>
          </a:effectLst>
        </p:spPr>
      </p:sp>
      <p:sp>
        <p:nvSpPr>
          <p:cNvPr id="353" name="Google Shape;353;p26"/>
          <p:cNvSpPr/>
          <p:nvPr/>
        </p:nvSpPr>
        <p:spPr>
          <a:xfrm>
            <a:off x="8299949" y="73285"/>
            <a:ext cx="844041" cy="1631459"/>
          </a:xfrm>
          <a:custGeom>
            <a:rect b="b" l="l" r="r" t="t"/>
            <a:pathLst>
              <a:path extrusionOk="0" h="132855" w="68733">
                <a:moveTo>
                  <a:pt x="0" y="132855"/>
                </a:moveTo>
                <a:lnTo>
                  <a:pt x="68733" y="58124"/>
                </a:lnTo>
                <a:lnTo>
                  <a:pt x="68733" y="0"/>
                </a:lnTo>
                <a:close/>
              </a:path>
            </a:pathLst>
          </a:custGeom>
          <a:solidFill>
            <a:schemeClr val="accent5"/>
          </a:solidFill>
          <a:ln>
            <a:noFill/>
          </a:ln>
        </p:spPr>
      </p:sp>
      <p:sp>
        <p:nvSpPr>
          <p:cNvPr id="354" name="Google Shape;354;p26"/>
          <p:cNvSpPr txBox="1"/>
          <p:nvPr>
            <p:ph type="title"/>
          </p:nvPr>
        </p:nvSpPr>
        <p:spPr>
          <a:xfrm>
            <a:off x="163725" y="2947825"/>
            <a:ext cx="6637500" cy="14994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5500"/>
              <a:buFont typeface="IBM Plex Sans"/>
              <a:buNone/>
              <a:defRPr sz="5500"/>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355" name="Google Shape;355;p26"/>
          <p:cNvSpPr txBox="1"/>
          <p:nvPr>
            <p:ph idx="1" type="subTitle"/>
          </p:nvPr>
        </p:nvSpPr>
        <p:spPr>
          <a:xfrm>
            <a:off x="163725" y="1184350"/>
            <a:ext cx="3336600" cy="1582200"/>
          </a:xfrm>
          <a:prstGeom prst="rect">
            <a:avLst/>
          </a:prstGeom>
        </p:spPr>
        <p:txBody>
          <a:bodyPr anchorCtr="0" anchor="b" bIns="0" lIns="91425" spcFirstLastPara="1" rIns="91425" wrap="square" tIns="91425">
            <a:noAutofit/>
          </a:bodyPr>
          <a:lstStyle>
            <a:lvl1pPr lvl="0">
              <a:lnSpc>
                <a:spcPct val="115000"/>
              </a:lnSpc>
              <a:spcBef>
                <a:spcPts val="0"/>
              </a:spcBef>
              <a:spcAft>
                <a:spcPts val="0"/>
              </a:spcAft>
              <a:buClr>
                <a:schemeClr val="lt1"/>
              </a:buClr>
              <a:buSzPts val="1200"/>
              <a:buFont typeface="Sora"/>
              <a:buNone/>
              <a:defRPr sz="1200"/>
            </a:lvl1pPr>
            <a:lvl2pPr lvl="1">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2pPr>
            <a:lvl3pPr lvl="2">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3pPr>
            <a:lvl4pPr lvl="3">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4pPr>
            <a:lvl5pPr lvl="4">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5pPr>
            <a:lvl6pPr lvl="5">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6pPr>
            <a:lvl7pPr lvl="6">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7pPr>
            <a:lvl8pPr lvl="7">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8pPr>
            <a:lvl9pPr lvl="8">
              <a:lnSpc>
                <a:spcPct val="115000"/>
              </a:lnSpc>
              <a:spcBef>
                <a:spcPts val="1000"/>
              </a:spcBef>
              <a:spcAft>
                <a:spcPts val="1000"/>
              </a:spcAft>
              <a:buClr>
                <a:schemeClr val="lt1"/>
              </a:buClr>
              <a:buSzPts val="1200"/>
              <a:buFont typeface="Sora"/>
              <a:buNone/>
              <a:defRPr sz="1200">
                <a:solidFill>
                  <a:schemeClr val="lt1"/>
                </a:solidFill>
                <a:latin typeface="Sora"/>
                <a:ea typeface="Sora"/>
                <a:cs typeface="Sora"/>
                <a:sym typeface="Sora"/>
              </a:defRPr>
            </a:lvl9pPr>
          </a:lstStyle>
          <a:p/>
        </p:txBody>
      </p:sp>
      <p:sp>
        <p:nvSpPr>
          <p:cNvPr id="356" name="Google Shape;356;p26"/>
          <p:cNvSpPr txBox="1"/>
          <p:nvPr>
            <p:ph idx="2"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357" name="Google Shape;357;p26"/>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3">
  <p:cSld name="BLANK_1_1_1_1_1_1_1_1_1_1_5">
    <p:spTree>
      <p:nvGrpSpPr>
        <p:cNvPr id="358" name="Shape 358"/>
        <p:cNvGrpSpPr/>
        <p:nvPr/>
      </p:nvGrpSpPr>
      <p:grpSpPr>
        <a:xfrm>
          <a:off x="0" y="0"/>
          <a:ext cx="0" cy="0"/>
          <a:chOff x="0" y="0"/>
          <a:chExt cx="0" cy="0"/>
        </a:xfrm>
      </p:grpSpPr>
      <p:sp>
        <p:nvSpPr>
          <p:cNvPr id="359" name="Google Shape;359;p27"/>
          <p:cNvSpPr/>
          <p:nvPr/>
        </p:nvSpPr>
        <p:spPr>
          <a:xfrm>
            <a:off x="1347300" y="4352975"/>
            <a:ext cx="6752827" cy="790544"/>
          </a:xfrm>
          <a:custGeom>
            <a:rect b="b" l="l" r="r" t="t"/>
            <a:pathLst>
              <a:path extrusionOk="0" h="14771" w="86243">
                <a:moveTo>
                  <a:pt x="61203" y="1"/>
                </a:moveTo>
                <a:lnTo>
                  <a:pt x="59656" y="20"/>
                </a:lnTo>
                <a:lnTo>
                  <a:pt x="58090" y="60"/>
                </a:lnTo>
                <a:lnTo>
                  <a:pt x="56504" y="119"/>
                </a:lnTo>
                <a:lnTo>
                  <a:pt x="54898" y="199"/>
                </a:lnTo>
                <a:lnTo>
                  <a:pt x="53272" y="298"/>
                </a:lnTo>
                <a:lnTo>
                  <a:pt x="51627" y="417"/>
                </a:lnTo>
                <a:lnTo>
                  <a:pt x="49961" y="575"/>
                </a:lnTo>
                <a:lnTo>
                  <a:pt x="48276" y="734"/>
                </a:lnTo>
                <a:lnTo>
                  <a:pt x="46591" y="932"/>
                </a:lnTo>
                <a:lnTo>
                  <a:pt x="44886" y="1150"/>
                </a:lnTo>
                <a:lnTo>
                  <a:pt x="43161" y="1388"/>
                </a:lnTo>
                <a:lnTo>
                  <a:pt x="41436" y="1646"/>
                </a:lnTo>
                <a:lnTo>
                  <a:pt x="39711" y="1924"/>
                </a:lnTo>
                <a:lnTo>
                  <a:pt x="37967" y="2221"/>
                </a:lnTo>
                <a:lnTo>
                  <a:pt x="36202" y="2538"/>
                </a:lnTo>
                <a:lnTo>
                  <a:pt x="34458" y="2875"/>
                </a:lnTo>
                <a:lnTo>
                  <a:pt x="31900" y="3411"/>
                </a:lnTo>
                <a:lnTo>
                  <a:pt x="29382" y="3986"/>
                </a:lnTo>
                <a:lnTo>
                  <a:pt x="26884" y="4600"/>
                </a:lnTo>
                <a:lnTo>
                  <a:pt x="24426" y="5235"/>
                </a:lnTo>
                <a:lnTo>
                  <a:pt x="22007" y="5909"/>
                </a:lnTo>
                <a:lnTo>
                  <a:pt x="19628" y="6622"/>
                </a:lnTo>
                <a:lnTo>
                  <a:pt x="17288" y="7356"/>
                </a:lnTo>
                <a:lnTo>
                  <a:pt x="15008" y="8129"/>
                </a:lnTo>
                <a:lnTo>
                  <a:pt x="12867" y="8902"/>
                </a:lnTo>
                <a:lnTo>
                  <a:pt x="10805" y="9695"/>
                </a:lnTo>
                <a:lnTo>
                  <a:pt x="8823" y="10488"/>
                </a:lnTo>
                <a:lnTo>
                  <a:pt x="6900" y="11321"/>
                </a:lnTo>
                <a:lnTo>
                  <a:pt x="5056" y="12154"/>
                </a:lnTo>
                <a:lnTo>
                  <a:pt x="4164" y="12590"/>
                </a:lnTo>
                <a:lnTo>
                  <a:pt x="3291" y="13006"/>
                </a:lnTo>
                <a:lnTo>
                  <a:pt x="2439" y="13442"/>
                </a:lnTo>
                <a:lnTo>
                  <a:pt x="1606" y="13879"/>
                </a:lnTo>
                <a:lnTo>
                  <a:pt x="793" y="14335"/>
                </a:lnTo>
                <a:lnTo>
                  <a:pt x="0" y="14771"/>
                </a:lnTo>
                <a:lnTo>
                  <a:pt x="83665" y="14771"/>
                </a:lnTo>
                <a:lnTo>
                  <a:pt x="84042" y="14335"/>
                </a:lnTo>
                <a:lnTo>
                  <a:pt x="84379" y="13918"/>
                </a:lnTo>
                <a:lnTo>
                  <a:pt x="84696" y="13482"/>
                </a:lnTo>
                <a:lnTo>
                  <a:pt x="84974" y="13066"/>
                </a:lnTo>
                <a:lnTo>
                  <a:pt x="85232" y="12649"/>
                </a:lnTo>
                <a:lnTo>
                  <a:pt x="85450" y="12233"/>
                </a:lnTo>
                <a:lnTo>
                  <a:pt x="85648" y="11817"/>
                </a:lnTo>
                <a:lnTo>
                  <a:pt x="85826" y="11400"/>
                </a:lnTo>
                <a:lnTo>
                  <a:pt x="85965" y="11004"/>
                </a:lnTo>
                <a:lnTo>
                  <a:pt x="86084" y="10607"/>
                </a:lnTo>
                <a:lnTo>
                  <a:pt x="86163" y="10211"/>
                </a:lnTo>
                <a:lnTo>
                  <a:pt x="86223" y="9814"/>
                </a:lnTo>
                <a:lnTo>
                  <a:pt x="86243" y="9438"/>
                </a:lnTo>
                <a:lnTo>
                  <a:pt x="86243" y="9041"/>
                </a:lnTo>
                <a:lnTo>
                  <a:pt x="86203" y="8664"/>
                </a:lnTo>
                <a:lnTo>
                  <a:pt x="86144" y="8288"/>
                </a:lnTo>
                <a:lnTo>
                  <a:pt x="86084" y="8050"/>
                </a:lnTo>
                <a:lnTo>
                  <a:pt x="86025" y="7812"/>
                </a:lnTo>
                <a:lnTo>
                  <a:pt x="85945" y="7574"/>
                </a:lnTo>
                <a:lnTo>
                  <a:pt x="85846" y="7336"/>
                </a:lnTo>
                <a:lnTo>
                  <a:pt x="85747" y="7118"/>
                </a:lnTo>
                <a:lnTo>
                  <a:pt x="85628" y="6880"/>
                </a:lnTo>
                <a:lnTo>
                  <a:pt x="85370" y="6444"/>
                </a:lnTo>
                <a:lnTo>
                  <a:pt x="85053" y="6008"/>
                </a:lnTo>
                <a:lnTo>
                  <a:pt x="84676" y="5591"/>
                </a:lnTo>
                <a:lnTo>
                  <a:pt x="84280" y="5175"/>
                </a:lnTo>
                <a:lnTo>
                  <a:pt x="83824" y="4798"/>
                </a:lnTo>
                <a:lnTo>
                  <a:pt x="83309" y="4402"/>
                </a:lnTo>
                <a:lnTo>
                  <a:pt x="82773" y="4045"/>
                </a:lnTo>
                <a:lnTo>
                  <a:pt x="82178" y="3688"/>
                </a:lnTo>
                <a:lnTo>
                  <a:pt x="81524" y="3351"/>
                </a:lnTo>
                <a:lnTo>
                  <a:pt x="80850" y="3034"/>
                </a:lnTo>
                <a:lnTo>
                  <a:pt x="80117" y="2717"/>
                </a:lnTo>
                <a:lnTo>
                  <a:pt x="79343" y="2419"/>
                </a:lnTo>
                <a:lnTo>
                  <a:pt x="78530" y="2142"/>
                </a:lnTo>
                <a:lnTo>
                  <a:pt x="77698" y="1884"/>
                </a:lnTo>
                <a:lnTo>
                  <a:pt x="76825" y="1646"/>
                </a:lnTo>
                <a:lnTo>
                  <a:pt x="75933" y="1428"/>
                </a:lnTo>
                <a:lnTo>
                  <a:pt x="74982" y="1230"/>
                </a:lnTo>
                <a:lnTo>
                  <a:pt x="74010" y="1031"/>
                </a:lnTo>
                <a:lnTo>
                  <a:pt x="72999" y="853"/>
                </a:lnTo>
                <a:lnTo>
                  <a:pt x="71948" y="694"/>
                </a:lnTo>
                <a:lnTo>
                  <a:pt x="70878" y="556"/>
                </a:lnTo>
                <a:lnTo>
                  <a:pt x="69767" y="437"/>
                </a:lnTo>
                <a:lnTo>
                  <a:pt x="68618" y="318"/>
                </a:lnTo>
                <a:lnTo>
                  <a:pt x="67448" y="219"/>
                </a:lnTo>
                <a:lnTo>
                  <a:pt x="66258" y="139"/>
                </a:lnTo>
                <a:lnTo>
                  <a:pt x="65029" y="80"/>
                </a:lnTo>
                <a:lnTo>
                  <a:pt x="63780" y="40"/>
                </a:lnTo>
                <a:lnTo>
                  <a:pt x="62511" y="20"/>
                </a:lnTo>
                <a:lnTo>
                  <a:pt x="61203" y="1"/>
                </a:ln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360" name="Google Shape;360;p27"/>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361" name="Google Shape;361;p27"/>
          <p:cNvSpPr txBox="1"/>
          <p:nvPr>
            <p:ph idx="2" type="title"/>
          </p:nvPr>
        </p:nvSpPr>
        <p:spPr>
          <a:xfrm>
            <a:off x="115025" y="502775"/>
            <a:ext cx="58290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362" name="Google Shape;362;p27"/>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BLANK_1_1_1_1_1_1_1_1_1_1_4">
    <p:spTree>
      <p:nvGrpSpPr>
        <p:cNvPr id="363" name="Shape 363"/>
        <p:cNvGrpSpPr/>
        <p:nvPr/>
      </p:nvGrpSpPr>
      <p:grpSpPr>
        <a:xfrm>
          <a:off x="0" y="0"/>
          <a:ext cx="0" cy="0"/>
          <a:chOff x="0" y="0"/>
          <a:chExt cx="0" cy="0"/>
        </a:xfrm>
      </p:grpSpPr>
      <p:sp>
        <p:nvSpPr>
          <p:cNvPr id="364" name="Google Shape;364;p28"/>
          <p:cNvSpPr/>
          <p:nvPr/>
        </p:nvSpPr>
        <p:spPr>
          <a:xfrm rot="-737329">
            <a:off x="5068924" y="-96942"/>
            <a:ext cx="3371552" cy="1136324"/>
          </a:xfrm>
          <a:prstGeom prst="chord">
            <a:avLst>
              <a:gd fmla="val 21353619" name="adj1"/>
              <a:gd fmla="val 14210633"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65" name="Google Shape;365;p28"/>
          <p:cNvSpPr txBox="1"/>
          <p:nvPr>
            <p:ph type="title"/>
          </p:nvPr>
        </p:nvSpPr>
        <p:spPr>
          <a:xfrm>
            <a:off x="134550" y="1524225"/>
            <a:ext cx="1119600" cy="297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2pPr>
            <a:lvl3pPr lvl="2">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3pPr>
            <a:lvl4pPr lvl="3">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4pPr>
            <a:lvl5pPr lvl="4">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5pPr>
            <a:lvl6pPr lvl="5">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6pPr>
            <a:lvl7pPr lvl="6">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7pPr>
            <a:lvl8pPr lvl="7">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8pPr>
            <a:lvl9pPr lvl="8">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9pPr>
          </a:lstStyle>
          <a:p/>
        </p:txBody>
      </p:sp>
      <p:sp>
        <p:nvSpPr>
          <p:cNvPr id="366" name="Google Shape;366;p28"/>
          <p:cNvSpPr txBox="1"/>
          <p:nvPr>
            <p:ph idx="2" type="title"/>
          </p:nvPr>
        </p:nvSpPr>
        <p:spPr>
          <a:xfrm>
            <a:off x="1326150"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367" name="Google Shape;367;p28"/>
          <p:cNvSpPr txBox="1"/>
          <p:nvPr>
            <p:ph idx="3" type="title"/>
          </p:nvPr>
        </p:nvSpPr>
        <p:spPr>
          <a:xfrm>
            <a:off x="3808925"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368" name="Google Shape;368;p28"/>
          <p:cNvSpPr txBox="1"/>
          <p:nvPr>
            <p:ph idx="4" type="title"/>
          </p:nvPr>
        </p:nvSpPr>
        <p:spPr>
          <a:xfrm>
            <a:off x="6291700"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369" name="Google Shape;369;p28"/>
          <p:cNvSpPr txBox="1"/>
          <p:nvPr>
            <p:ph idx="5" type="title"/>
          </p:nvPr>
        </p:nvSpPr>
        <p:spPr>
          <a:xfrm>
            <a:off x="134550" y="2606200"/>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9pPr>
          </a:lstStyle>
          <a:p/>
        </p:txBody>
      </p:sp>
      <p:sp>
        <p:nvSpPr>
          <p:cNvPr id="370" name="Google Shape;370;p28"/>
          <p:cNvSpPr txBox="1"/>
          <p:nvPr>
            <p:ph idx="6" type="title"/>
          </p:nvPr>
        </p:nvSpPr>
        <p:spPr>
          <a:xfrm>
            <a:off x="134550" y="3659750"/>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9pPr>
          </a:lstStyle>
          <a:p/>
        </p:txBody>
      </p:sp>
      <p:sp>
        <p:nvSpPr>
          <p:cNvPr id="371" name="Google Shape;371;p28"/>
          <p:cNvSpPr txBox="1"/>
          <p:nvPr>
            <p:ph idx="7"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372" name="Google Shape;372;p28"/>
          <p:cNvSpPr/>
          <p:nvPr/>
        </p:nvSpPr>
        <p:spPr>
          <a:xfrm flipH="1" rot="-6104187">
            <a:off x="4324040" y="2970795"/>
            <a:ext cx="1541221" cy="4732320"/>
          </a:xfrm>
          <a:prstGeom prst="chord">
            <a:avLst>
              <a:gd fmla="val 4994308" name="adj1"/>
              <a:gd fmla="val 15114049"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73" name="Google Shape;373;p28"/>
          <p:cNvSpPr/>
          <p:nvPr/>
        </p:nvSpPr>
        <p:spPr>
          <a:xfrm rot="5740201">
            <a:off x="4240558" y="2810912"/>
            <a:ext cx="1433212" cy="5490517"/>
          </a:xfrm>
          <a:prstGeom prst="chord">
            <a:avLst>
              <a:gd fmla="val 5592353" name="adj1"/>
              <a:gd fmla="val 15024063"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74" name="Google Shape;374;p28"/>
          <p:cNvSpPr txBox="1"/>
          <p:nvPr>
            <p:ph idx="1" type="body"/>
          </p:nvPr>
        </p:nvSpPr>
        <p:spPr>
          <a:xfrm>
            <a:off x="1326025"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75" name="Google Shape;375;p28"/>
          <p:cNvSpPr txBox="1"/>
          <p:nvPr>
            <p:ph idx="8" type="body"/>
          </p:nvPr>
        </p:nvSpPr>
        <p:spPr>
          <a:xfrm>
            <a:off x="3808863"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800"/>
              </a:spcBef>
              <a:spcAft>
                <a:spcPts val="0"/>
              </a:spcAft>
              <a:buSzPts val="1000"/>
              <a:buFont typeface="Sora"/>
              <a:buChar char="○"/>
              <a:defRPr sz="1000"/>
            </a:lvl2pPr>
            <a:lvl3pPr indent="-292100" lvl="2" marL="1371600">
              <a:spcBef>
                <a:spcPts val="800"/>
              </a:spcBef>
              <a:spcAft>
                <a:spcPts val="0"/>
              </a:spcAft>
              <a:buSzPts val="1000"/>
              <a:buFont typeface="Sora"/>
              <a:buChar char="■"/>
              <a:defRPr sz="1000"/>
            </a:lvl3pPr>
            <a:lvl4pPr indent="-292100" lvl="3" marL="1828800">
              <a:spcBef>
                <a:spcPts val="800"/>
              </a:spcBef>
              <a:spcAft>
                <a:spcPts val="0"/>
              </a:spcAft>
              <a:buSzPts val="1000"/>
              <a:buFont typeface="Sora"/>
              <a:buChar char="●"/>
              <a:defRPr sz="1000"/>
            </a:lvl4pPr>
            <a:lvl5pPr indent="-292100" lvl="4" marL="2286000">
              <a:spcBef>
                <a:spcPts val="800"/>
              </a:spcBef>
              <a:spcAft>
                <a:spcPts val="0"/>
              </a:spcAft>
              <a:buSzPts val="1000"/>
              <a:buFont typeface="Sora"/>
              <a:buChar char="○"/>
              <a:defRPr sz="1000"/>
            </a:lvl5pPr>
            <a:lvl6pPr indent="-292100" lvl="5" marL="2743200">
              <a:spcBef>
                <a:spcPts val="800"/>
              </a:spcBef>
              <a:spcAft>
                <a:spcPts val="0"/>
              </a:spcAft>
              <a:buSzPts val="1000"/>
              <a:buFont typeface="Sora"/>
              <a:buChar char="■"/>
              <a:defRPr sz="1000"/>
            </a:lvl6pPr>
            <a:lvl7pPr indent="-292100" lvl="6" marL="3200400">
              <a:spcBef>
                <a:spcPts val="800"/>
              </a:spcBef>
              <a:spcAft>
                <a:spcPts val="0"/>
              </a:spcAft>
              <a:buSzPts val="1000"/>
              <a:buFont typeface="Sora"/>
              <a:buChar char="●"/>
              <a:defRPr sz="1000"/>
            </a:lvl7pPr>
            <a:lvl8pPr indent="-292100" lvl="7" marL="3657600">
              <a:spcBef>
                <a:spcPts val="800"/>
              </a:spcBef>
              <a:spcAft>
                <a:spcPts val="0"/>
              </a:spcAft>
              <a:buSzPts val="1000"/>
              <a:buFont typeface="Sora"/>
              <a:buChar char="○"/>
              <a:defRPr sz="1000"/>
            </a:lvl8pPr>
            <a:lvl9pPr indent="-292100" lvl="8" marL="4114800">
              <a:spcBef>
                <a:spcPts val="800"/>
              </a:spcBef>
              <a:spcAft>
                <a:spcPts val="800"/>
              </a:spcAft>
              <a:buSzPts val="1000"/>
              <a:buFont typeface="Sora"/>
              <a:buChar char="■"/>
              <a:defRPr sz="1000"/>
            </a:lvl9pPr>
          </a:lstStyle>
          <a:p/>
        </p:txBody>
      </p:sp>
      <p:sp>
        <p:nvSpPr>
          <p:cNvPr id="376" name="Google Shape;376;p28"/>
          <p:cNvSpPr txBox="1"/>
          <p:nvPr>
            <p:ph idx="9" type="body"/>
          </p:nvPr>
        </p:nvSpPr>
        <p:spPr>
          <a:xfrm>
            <a:off x="6291713"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77" name="Google Shape;377;p28"/>
          <p:cNvSpPr txBox="1"/>
          <p:nvPr>
            <p:ph idx="13" type="body"/>
          </p:nvPr>
        </p:nvSpPr>
        <p:spPr>
          <a:xfrm>
            <a:off x="1326025"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78" name="Google Shape;378;p28"/>
          <p:cNvSpPr txBox="1"/>
          <p:nvPr>
            <p:ph idx="14" type="body"/>
          </p:nvPr>
        </p:nvSpPr>
        <p:spPr>
          <a:xfrm>
            <a:off x="3808863"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79" name="Google Shape;379;p28"/>
          <p:cNvSpPr txBox="1"/>
          <p:nvPr>
            <p:ph idx="15" type="body"/>
          </p:nvPr>
        </p:nvSpPr>
        <p:spPr>
          <a:xfrm>
            <a:off x="6291713"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80" name="Google Shape;380;p28"/>
          <p:cNvSpPr txBox="1"/>
          <p:nvPr>
            <p:ph idx="16" type="body"/>
          </p:nvPr>
        </p:nvSpPr>
        <p:spPr>
          <a:xfrm>
            <a:off x="1326025"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81" name="Google Shape;381;p28"/>
          <p:cNvSpPr txBox="1"/>
          <p:nvPr>
            <p:ph idx="17" type="body"/>
          </p:nvPr>
        </p:nvSpPr>
        <p:spPr>
          <a:xfrm>
            <a:off x="3808867"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82" name="Google Shape;382;p28"/>
          <p:cNvSpPr txBox="1"/>
          <p:nvPr>
            <p:ph idx="18" type="body"/>
          </p:nvPr>
        </p:nvSpPr>
        <p:spPr>
          <a:xfrm>
            <a:off x="6291721"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83" name="Google Shape;383;p28"/>
          <p:cNvSpPr txBox="1"/>
          <p:nvPr>
            <p:ph idx="19" type="title"/>
          </p:nvPr>
        </p:nvSpPr>
        <p:spPr>
          <a:xfrm>
            <a:off x="38100" y="319650"/>
            <a:ext cx="3116700" cy="520200"/>
          </a:xfrm>
          <a:prstGeom prst="rect">
            <a:avLst/>
          </a:prstGeom>
        </p:spPr>
        <p:txBody>
          <a:bodyPr anchorCtr="0" anchor="t" bIns="91425" lIns="182875" spcFirstLastPara="1" rIns="91425" wrap="square" tIns="91425">
            <a:spAutoFit/>
          </a:bodyPr>
          <a:lstStyle>
            <a:lvl1pPr lvl="0">
              <a:spcBef>
                <a:spcPts val="0"/>
              </a:spcBef>
              <a:spcAft>
                <a:spcPts val="0"/>
              </a:spcAft>
              <a:buNone/>
              <a:defRPr sz="1600">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lvl2pPr>
            <a:lvl3pPr lvl="2">
              <a:lnSpc>
                <a:spcPct val="115000"/>
              </a:lnSpc>
              <a:spcBef>
                <a:spcPts val="0"/>
              </a:spcBef>
              <a:spcAft>
                <a:spcPts val="0"/>
              </a:spcAft>
              <a:buNone/>
              <a:defRPr sz="1800"/>
            </a:lvl3pPr>
            <a:lvl4pPr lvl="3">
              <a:lnSpc>
                <a:spcPct val="115000"/>
              </a:lnSpc>
              <a:spcBef>
                <a:spcPts val="0"/>
              </a:spcBef>
              <a:spcAft>
                <a:spcPts val="0"/>
              </a:spcAft>
              <a:buNone/>
              <a:defRPr sz="1800"/>
            </a:lvl4pPr>
            <a:lvl5pPr lvl="4">
              <a:lnSpc>
                <a:spcPct val="115000"/>
              </a:lnSpc>
              <a:spcBef>
                <a:spcPts val="0"/>
              </a:spcBef>
              <a:spcAft>
                <a:spcPts val="0"/>
              </a:spcAft>
              <a:buNone/>
              <a:defRPr sz="1800"/>
            </a:lvl5pPr>
            <a:lvl6pPr lvl="5">
              <a:lnSpc>
                <a:spcPct val="115000"/>
              </a:lnSpc>
              <a:spcBef>
                <a:spcPts val="0"/>
              </a:spcBef>
              <a:spcAft>
                <a:spcPts val="0"/>
              </a:spcAft>
              <a:buNone/>
              <a:defRPr sz="1800"/>
            </a:lvl6pPr>
            <a:lvl7pPr lvl="6">
              <a:lnSpc>
                <a:spcPct val="115000"/>
              </a:lnSpc>
              <a:spcBef>
                <a:spcPts val="0"/>
              </a:spcBef>
              <a:spcAft>
                <a:spcPts val="0"/>
              </a:spcAft>
              <a:buNone/>
              <a:defRPr sz="1800"/>
            </a:lvl7pPr>
            <a:lvl8pPr lvl="7">
              <a:lnSpc>
                <a:spcPct val="115000"/>
              </a:lnSpc>
              <a:spcBef>
                <a:spcPts val="0"/>
              </a:spcBef>
              <a:spcAft>
                <a:spcPts val="0"/>
              </a:spcAft>
              <a:buNone/>
              <a:defRPr sz="1800"/>
            </a:lvl8pPr>
            <a:lvl9pPr lvl="8">
              <a:lnSpc>
                <a:spcPct val="115000"/>
              </a:lnSpc>
              <a:spcBef>
                <a:spcPts val="0"/>
              </a:spcBef>
              <a:spcAft>
                <a:spcPts val="0"/>
              </a:spcAft>
              <a:buNone/>
              <a:defRPr sz="1800"/>
            </a:lvl9pPr>
          </a:lstStyle>
          <a:p/>
        </p:txBody>
      </p:sp>
      <p:sp>
        <p:nvSpPr>
          <p:cNvPr id="384" name="Google Shape;384;p28"/>
          <p:cNvSpPr txBox="1"/>
          <p:nvPr>
            <p:ph idx="20"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 Dark">
  <p:cSld name="BLANK_1_1_1_1_1_1_1_1_1_1_4_1">
    <p:bg>
      <p:bgPr>
        <a:solidFill>
          <a:schemeClr val="lt1"/>
        </a:solidFill>
      </p:bgPr>
    </p:bg>
    <p:spTree>
      <p:nvGrpSpPr>
        <p:cNvPr id="385" name="Shape 385"/>
        <p:cNvGrpSpPr/>
        <p:nvPr/>
      </p:nvGrpSpPr>
      <p:grpSpPr>
        <a:xfrm>
          <a:off x="0" y="0"/>
          <a:ext cx="0" cy="0"/>
          <a:chOff x="0" y="0"/>
          <a:chExt cx="0" cy="0"/>
        </a:xfrm>
      </p:grpSpPr>
      <p:sp>
        <p:nvSpPr>
          <p:cNvPr id="386" name="Google Shape;386;p29"/>
          <p:cNvSpPr/>
          <p:nvPr/>
        </p:nvSpPr>
        <p:spPr>
          <a:xfrm rot="-737329">
            <a:off x="5068924" y="-96942"/>
            <a:ext cx="3371552" cy="1136324"/>
          </a:xfrm>
          <a:prstGeom prst="chord">
            <a:avLst>
              <a:gd fmla="val 21353619" name="adj1"/>
              <a:gd fmla="val 14210633"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5"/>
              </a:solidFill>
              <a:latin typeface="Sora"/>
              <a:ea typeface="Sora"/>
              <a:cs typeface="Sora"/>
              <a:sym typeface="Sora"/>
            </a:endParaRPr>
          </a:p>
        </p:txBody>
      </p:sp>
      <p:sp>
        <p:nvSpPr>
          <p:cNvPr id="387" name="Google Shape;387;p29"/>
          <p:cNvSpPr txBox="1"/>
          <p:nvPr>
            <p:ph type="title"/>
          </p:nvPr>
        </p:nvSpPr>
        <p:spPr>
          <a:xfrm>
            <a:off x="134550" y="1524225"/>
            <a:ext cx="1119600" cy="297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accent3"/>
              </a:buClr>
              <a:buSzPts val="1200"/>
              <a:buFont typeface="IBM Plex Sans Medium"/>
              <a:buNone/>
              <a:defRPr sz="1200">
                <a:solidFill>
                  <a:schemeClr val="accent3"/>
                </a:solidFill>
                <a:latin typeface="IBM Plex Sans Medium"/>
                <a:ea typeface="IBM Plex Sans Medium"/>
                <a:cs typeface="IBM Plex Sans Medium"/>
                <a:sym typeface="IBM Plex Sans Medium"/>
              </a:defRPr>
            </a:lvl1pPr>
            <a:lvl2pPr lvl="1">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2pPr>
            <a:lvl3pPr lvl="2">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3pPr>
            <a:lvl4pPr lvl="3">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4pPr>
            <a:lvl5pPr lvl="4">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5pPr>
            <a:lvl6pPr lvl="5">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6pPr>
            <a:lvl7pPr lvl="6">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7pPr>
            <a:lvl8pPr lvl="7">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8pPr>
            <a:lvl9pPr lvl="8">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9pPr>
          </a:lstStyle>
          <a:p/>
        </p:txBody>
      </p:sp>
      <p:sp>
        <p:nvSpPr>
          <p:cNvPr id="388" name="Google Shape;388;p29"/>
          <p:cNvSpPr txBox="1"/>
          <p:nvPr>
            <p:ph idx="2" type="title"/>
          </p:nvPr>
        </p:nvSpPr>
        <p:spPr>
          <a:xfrm>
            <a:off x="134550" y="2606200"/>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200"/>
              <a:buFont typeface="IBM Plex Sans Medium"/>
              <a:buNone/>
              <a:defRPr sz="1200">
                <a:solidFill>
                  <a:schemeClr val="accent3"/>
                </a:solidFill>
                <a:latin typeface="IBM Plex Sans Medium"/>
                <a:ea typeface="IBM Plex Sans Medium"/>
                <a:cs typeface="IBM Plex Sans Medium"/>
                <a:sym typeface="IBM Plex Sans Medium"/>
              </a:defRPr>
            </a:lvl1pPr>
            <a:lvl2pPr lvl="1">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2pPr>
            <a:lvl3pPr lvl="2">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3pPr>
            <a:lvl4pPr lvl="3">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4pPr>
            <a:lvl5pPr lvl="4">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5pPr>
            <a:lvl6pPr lvl="5">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6pPr>
            <a:lvl7pPr lvl="6">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7pPr>
            <a:lvl8pPr lvl="7">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8pPr>
            <a:lvl9pPr lvl="8">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9pPr>
          </a:lstStyle>
          <a:p/>
        </p:txBody>
      </p:sp>
      <p:sp>
        <p:nvSpPr>
          <p:cNvPr id="389" name="Google Shape;389;p29"/>
          <p:cNvSpPr txBox="1"/>
          <p:nvPr>
            <p:ph idx="3" type="title"/>
          </p:nvPr>
        </p:nvSpPr>
        <p:spPr>
          <a:xfrm>
            <a:off x="134550" y="3659750"/>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200"/>
              <a:buFont typeface="IBM Plex Sans Medium"/>
              <a:buNone/>
              <a:defRPr sz="1200">
                <a:solidFill>
                  <a:schemeClr val="accent3"/>
                </a:solidFill>
                <a:latin typeface="IBM Plex Sans Medium"/>
                <a:ea typeface="IBM Plex Sans Medium"/>
                <a:cs typeface="IBM Plex Sans Medium"/>
                <a:sym typeface="IBM Plex Sans Medium"/>
              </a:defRPr>
            </a:lvl1pPr>
            <a:lvl2pPr lvl="1">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2pPr>
            <a:lvl3pPr lvl="2">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3pPr>
            <a:lvl4pPr lvl="3">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4pPr>
            <a:lvl5pPr lvl="4">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5pPr>
            <a:lvl6pPr lvl="5">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6pPr>
            <a:lvl7pPr lvl="6">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7pPr>
            <a:lvl8pPr lvl="7">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8pPr>
            <a:lvl9pPr lvl="8">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9pPr>
          </a:lstStyle>
          <a:p/>
        </p:txBody>
      </p:sp>
      <p:sp>
        <p:nvSpPr>
          <p:cNvPr id="390" name="Google Shape;390;p29"/>
          <p:cNvSpPr txBox="1"/>
          <p:nvPr>
            <p:ph idx="4" type="title"/>
          </p:nvPr>
        </p:nvSpPr>
        <p:spPr>
          <a:xfrm>
            <a:off x="38100" y="319650"/>
            <a:ext cx="3116700" cy="520200"/>
          </a:xfrm>
          <a:prstGeom prst="rect">
            <a:avLst/>
          </a:prstGeom>
        </p:spPr>
        <p:txBody>
          <a:bodyPr anchorCtr="0" anchor="t" bIns="91425" lIns="182875" spcFirstLastPara="1" rIns="91425" wrap="square" tIns="91425">
            <a:spAutoFit/>
          </a:bodyPr>
          <a:lstStyle>
            <a:lvl1pPr lvl="0">
              <a:spcBef>
                <a:spcPts val="0"/>
              </a:spcBef>
              <a:spcAft>
                <a:spcPts val="0"/>
              </a:spcAft>
              <a:buNone/>
              <a:defRPr sz="1600">
                <a:solidFill>
                  <a:schemeClr val="accent3"/>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3"/>
                </a:solidFill>
              </a:defRPr>
            </a:lvl2pPr>
            <a:lvl3pPr lvl="2">
              <a:lnSpc>
                <a:spcPct val="115000"/>
              </a:lnSpc>
              <a:spcBef>
                <a:spcPts val="0"/>
              </a:spcBef>
              <a:spcAft>
                <a:spcPts val="0"/>
              </a:spcAft>
              <a:buNone/>
              <a:defRPr sz="1800">
                <a:solidFill>
                  <a:schemeClr val="accent3"/>
                </a:solidFill>
              </a:defRPr>
            </a:lvl3pPr>
            <a:lvl4pPr lvl="3">
              <a:lnSpc>
                <a:spcPct val="115000"/>
              </a:lnSpc>
              <a:spcBef>
                <a:spcPts val="0"/>
              </a:spcBef>
              <a:spcAft>
                <a:spcPts val="0"/>
              </a:spcAft>
              <a:buNone/>
              <a:defRPr sz="1800">
                <a:solidFill>
                  <a:schemeClr val="accent3"/>
                </a:solidFill>
              </a:defRPr>
            </a:lvl4pPr>
            <a:lvl5pPr lvl="4">
              <a:lnSpc>
                <a:spcPct val="115000"/>
              </a:lnSpc>
              <a:spcBef>
                <a:spcPts val="0"/>
              </a:spcBef>
              <a:spcAft>
                <a:spcPts val="0"/>
              </a:spcAft>
              <a:buNone/>
              <a:defRPr sz="1800">
                <a:solidFill>
                  <a:schemeClr val="accent3"/>
                </a:solidFill>
              </a:defRPr>
            </a:lvl5pPr>
            <a:lvl6pPr lvl="5">
              <a:lnSpc>
                <a:spcPct val="115000"/>
              </a:lnSpc>
              <a:spcBef>
                <a:spcPts val="0"/>
              </a:spcBef>
              <a:spcAft>
                <a:spcPts val="0"/>
              </a:spcAft>
              <a:buNone/>
              <a:defRPr sz="1800">
                <a:solidFill>
                  <a:schemeClr val="accent3"/>
                </a:solidFill>
              </a:defRPr>
            </a:lvl6pPr>
            <a:lvl7pPr lvl="6">
              <a:lnSpc>
                <a:spcPct val="115000"/>
              </a:lnSpc>
              <a:spcBef>
                <a:spcPts val="0"/>
              </a:spcBef>
              <a:spcAft>
                <a:spcPts val="0"/>
              </a:spcAft>
              <a:buNone/>
              <a:defRPr sz="1800">
                <a:solidFill>
                  <a:schemeClr val="accent3"/>
                </a:solidFill>
              </a:defRPr>
            </a:lvl7pPr>
            <a:lvl8pPr lvl="7">
              <a:lnSpc>
                <a:spcPct val="115000"/>
              </a:lnSpc>
              <a:spcBef>
                <a:spcPts val="0"/>
              </a:spcBef>
              <a:spcAft>
                <a:spcPts val="0"/>
              </a:spcAft>
              <a:buNone/>
              <a:defRPr sz="1800">
                <a:solidFill>
                  <a:schemeClr val="accent3"/>
                </a:solidFill>
              </a:defRPr>
            </a:lvl8pPr>
            <a:lvl9pPr lvl="8">
              <a:lnSpc>
                <a:spcPct val="115000"/>
              </a:lnSpc>
              <a:spcBef>
                <a:spcPts val="0"/>
              </a:spcBef>
              <a:spcAft>
                <a:spcPts val="0"/>
              </a:spcAft>
              <a:buNone/>
              <a:defRPr sz="1800">
                <a:solidFill>
                  <a:schemeClr val="accent3"/>
                </a:solidFill>
              </a:defRPr>
            </a:lvl9pPr>
          </a:lstStyle>
          <a:p/>
        </p:txBody>
      </p:sp>
      <p:sp>
        <p:nvSpPr>
          <p:cNvPr id="391" name="Google Shape;391;p29"/>
          <p:cNvSpPr txBox="1"/>
          <p:nvPr>
            <p:ph idx="5" type="title"/>
          </p:nvPr>
        </p:nvSpPr>
        <p:spPr>
          <a:xfrm>
            <a:off x="1326150"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1pPr>
            <a:lvl2pPr lvl="1">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2pPr>
            <a:lvl3pPr lvl="2">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3pPr>
            <a:lvl4pPr lvl="3">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4pPr>
            <a:lvl5pPr lvl="4">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5pPr>
            <a:lvl6pPr lvl="5">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6pPr>
            <a:lvl7pPr lvl="6">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7pPr>
            <a:lvl8pPr lvl="7">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8pPr>
            <a:lvl9pPr lvl="8">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9pPr>
          </a:lstStyle>
          <a:p/>
        </p:txBody>
      </p:sp>
      <p:sp>
        <p:nvSpPr>
          <p:cNvPr id="392" name="Google Shape;392;p29"/>
          <p:cNvSpPr txBox="1"/>
          <p:nvPr>
            <p:ph idx="6" type="title"/>
          </p:nvPr>
        </p:nvSpPr>
        <p:spPr>
          <a:xfrm>
            <a:off x="3808925"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1pPr>
            <a:lvl2pPr lvl="1">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2pPr>
            <a:lvl3pPr lvl="2">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3pPr>
            <a:lvl4pPr lvl="3">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4pPr>
            <a:lvl5pPr lvl="4">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5pPr>
            <a:lvl6pPr lvl="5">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6pPr>
            <a:lvl7pPr lvl="6">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7pPr>
            <a:lvl8pPr lvl="7">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8pPr>
            <a:lvl9pPr lvl="8">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9pPr>
          </a:lstStyle>
          <a:p/>
        </p:txBody>
      </p:sp>
      <p:sp>
        <p:nvSpPr>
          <p:cNvPr id="393" name="Google Shape;393;p29"/>
          <p:cNvSpPr txBox="1"/>
          <p:nvPr>
            <p:ph idx="7" type="title"/>
          </p:nvPr>
        </p:nvSpPr>
        <p:spPr>
          <a:xfrm>
            <a:off x="6291700"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1pPr>
            <a:lvl2pPr lvl="1">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2pPr>
            <a:lvl3pPr lvl="2">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3pPr>
            <a:lvl4pPr lvl="3">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4pPr>
            <a:lvl5pPr lvl="4">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5pPr>
            <a:lvl6pPr lvl="5">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6pPr>
            <a:lvl7pPr lvl="6">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7pPr>
            <a:lvl8pPr lvl="7">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8pPr>
            <a:lvl9pPr lvl="8">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9pPr>
          </a:lstStyle>
          <a:p/>
        </p:txBody>
      </p:sp>
      <p:sp>
        <p:nvSpPr>
          <p:cNvPr id="394" name="Google Shape;394;p29"/>
          <p:cNvSpPr/>
          <p:nvPr/>
        </p:nvSpPr>
        <p:spPr>
          <a:xfrm flipH="1" rot="-6104187">
            <a:off x="4324040" y="2970795"/>
            <a:ext cx="1541221" cy="4732320"/>
          </a:xfrm>
          <a:prstGeom prst="chord">
            <a:avLst>
              <a:gd fmla="val 4994308" name="adj1"/>
              <a:gd fmla="val 15114049"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95" name="Google Shape;395;p29"/>
          <p:cNvSpPr/>
          <p:nvPr/>
        </p:nvSpPr>
        <p:spPr>
          <a:xfrm rot="5740201">
            <a:off x="4240558" y="2810912"/>
            <a:ext cx="1433212" cy="5490517"/>
          </a:xfrm>
          <a:prstGeom prst="chord">
            <a:avLst>
              <a:gd fmla="val 5592353" name="adj1"/>
              <a:gd fmla="val 15024063"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96" name="Google Shape;396;p29"/>
          <p:cNvSpPr txBox="1"/>
          <p:nvPr>
            <p:ph idx="8"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397" name="Google Shape;397;p29"/>
          <p:cNvSpPr txBox="1"/>
          <p:nvPr>
            <p:ph idx="1" type="body"/>
          </p:nvPr>
        </p:nvSpPr>
        <p:spPr>
          <a:xfrm>
            <a:off x="1326025"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398" name="Google Shape;398;p29"/>
          <p:cNvSpPr txBox="1"/>
          <p:nvPr>
            <p:ph idx="9" type="body"/>
          </p:nvPr>
        </p:nvSpPr>
        <p:spPr>
          <a:xfrm>
            <a:off x="3808863"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800"/>
              </a:spcBef>
              <a:spcAft>
                <a:spcPts val="0"/>
              </a:spcAft>
              <a:buClr>
                <a:schemeClr val="dk1"/>
              </a:buClr>
              <a:buSzPts val="1000"/>
              <a:buFont typeface="Sora"/>
              <a:buChar char="◆"/>
              <a:defRPr sz="1000">
                <a:solidFill>
                  <a:schemeClr val="dk1"/>
                </a:solidFill>
              </a:defRPr>
            </a:lvl2pPr>
            <a:lvl3pPr indent="-292100" lvl="2" marL="1371600">
              <a:spcBef>
                <a:spcPts val="800"/>
              </a:spcBef>
              <a:spcAft>
                <a:spcPts val="0"/>
              </a:spcAft>
              <a:buClr>
                <a:schemeClr val="dk1"/>
              </a:buClr>
              <a:buSzPts val="1000"/>
              <a:buFont typeface="Sora"/>
              <a:buChar char="●"/>
              <a:defRPr sz="1000">
                <a:solidFill>
                  <a:schemeClr val="dk1"/>
                </a:solidFill>
              </a:defRPr>
            </a:lvl3pPr>
            <a:lvl4pPr indent="-292100" lvl="3" marL="1828800">
              <a:spcBef>
                <a:spcPts val="800"/>
              </a:spcBef>
              <a:spcAft>
                <a:spcPts val="0"/>
              </a:spcAft>
              <a:buClr>
                <a:schemeClr val="dk1"/>
              </a:buClr>
              <a:buSzPts val="1000"/>
              <a:buFont typeface="Sora"/>
              <a:buChar char="○"/>
              <a:defRPr sz="1000">
                <a:solidFill>
                  <a:schemeClr val="dk1"/>
                </a:solidFill>
              </a:defRPr>
            </a:lvl4pPr>
            <a:lvl5pPr indent="-292100" lvl="4" marL="2286000">
              <a:spcBef>
                <a:spcPts val="800"/>
              </a:spcBef>
              <a:spcAft>
                <a:spcPts val="0"/>
              </a:spcAft>
              <a:buClr>
                <a:schemeClr val="dk1"/>
              </a:buClr>
              <a:buSzPts val="1000"/>
              <a:buFont typeface="Sora"/>
              <a:buChar char="◆"/>
              <a:defRPr sz="1000">
                <a:solidFill>
                  <a:schemeClr val="dk1"/>
                </a:solidFill>
              </a:defRPr>
            </a:lvl5pPr>
            <a:lvl6pPr indent="-292100" lvl="5" marL="2743200">
              <a:spcBef>
                <a:spcPts val="800"/>
              </a:spcBef>
              <a:spcAft>
                <a:spcPts val="0"/>
              </a:spcAft>
              <a:buClr>
                <a:schemeClr val="dk1"/>
              </a:buClr>
              <a:buSzPts val="1000"/>
              <a:buFont typeface="Sora"/>
              <a:buChar char="●"/>
              <a:defRPr sz="1000">
                <a:solidFill>
                  <a:schemeClr val="dk1"/>
                </a:solidFill>
              </a:defRPr>
            </a:lvl6pPr>
            <a:lvl7pPr indent="-292100" lvl="6" marL="3200400">
              <a:spcBef>
                <a:spcPts val="800"/>
              </a:spcBef>
              <a:spcAft>
                <a:spcPts val="0"/>
              </a:spcAft>
              <a:buClr>
                <a:schemeClr val="dk1"/>
              </a:buClr>
              <a:buSzPts val="1000"/>
              <a:buFont typeface="Sora"/>
              <a:buChar char="○"/>
              <a:defRPr sz="1000">
                <a:solidFill>
                  <a:schemeClr val="dk1"/>
                </a:solidFill>
              </a:defRPr>
            </a:lvl7pPr>
            <a:lvl8pPr indent="-292100" lvl="7" marL="3657600">
              <a:spcBef>
                <a:spcPts val="800"/>
              </a:spcBef>
              <a:spcAft>
                <a:spcPts val="0"/>
              </a:spcAft>
              <a:buClr>
                <a:schemeClr val="dk1"/>
              </a:buClr>
              <a:buSzPts val="1000"/>
              <a:buFont typeface="Sora"/>
              <a:buChar char="◆"/>
              <a:defRPr sz="1000">
                <a:solidFill>
                  <a:schemeClr val="dk1"/>
                </a:solidFill>
              </a:defRPr>
            </a:lvl8pPr>
            <a:lvl9pPr indent="-292100" lvl="8" marL="4114800">
              <a:spcBef>
                <a:spcPts val="800"/>
              </a:spcBef>
              <a:spcAft>
                <a:spcPts val="800"/>
              </a:spcAft>
              <a:buClr>
                <a:schemeClr val="dk1"/>
              </a:buClr>
              <a:buSzPts val="1000"/>
              <a:buFont typeface="Sora"/>
              <a:buChar char="●"/>
              <a:defRPr sz="1000">
                <a:solidFill>
                  <a:schemeClr val="dk1"/>
                </a:solidFill>
              </a:defRPr>
            </a:lvl9pPr>
          </a:lstStyle>
          <a:p/>
        </p:txBody>
      </p:sp>
      <p:sp>
        <p:nvSpPr>
          <p:cNvPr id="399" name="Google Shape;399;p29"/>
          <p:cNvSpPr txBox="1"/>
          <p:nvPr>
            <p:ph idx="13" type="body"/>
          </p:nvPr>
        </p:nvSpPr>
        <p:spPr>
          <a:xfrm>
            <a:off x="6291713"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400" name="Google Shape;400;p29"/>
          <p:cNvSpPr txBox="1"/>
          <p:nvPr>
            <p:ph idx="14" type="body"/>
          </p:nvPr>
        </p:nvSpPr>
        <p:spPr>
          <a:xfrm>
            <a:off x="1326025"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401" name="Google Shape;401;p29"/>
          <p:cNvSpPr txBox="1"/>
          <p:nvPr>
            <p:ph idx="15" type="body"/>
          </p:nvPr>
        </p:nvSpPr>
        <p:spPr>
          <a:xfrm>
            <a:off x="3808863"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402" name="Google Shape;402;p29"/>
          <p:cNvSpPr txBox="1"/>
          <p:nvPr>
            <p:ph idx="16" type="body"/>
          </p:nvPr>
        </p:nvSpPr>
        <p:spPr>
          <a:xfrm>
            <a:off x="6291713"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403" name="Google Shape;403;p29"/>
          <p:cNvSpPr txBox="1"/>
          <p:nvPr>
            <p:ph idx="17" type="body"/>
          </p:nvPr>
        </p:nvSpPr>
        <p:spPr>
          <a:xfrm>
            <a:off x="1326025"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accent3"/>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404" name="Google Shape;404;p29"/>
          <p:cNvSpPr txBox="1"/>
          <p:nvPr>
            <p:ph idx="18" type="body"/>
          </p:nvPr>
        </p:nvSpPr>
        <p:spPr>
          <a:xfrm>
            <a:off x="3808867"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accent3"/>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405" name="Google Shape;405;p29"/>
          <p:cNvSpPr txBox="1"/>
          <p:nvPr>
            <p:ph idx="19" type="body"/>
          </p:nvPr>
        </p:nvSpPr>
        <p:spPr>
          <a:xfrm>
            <a:off x="6291721"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accent3"/>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406" name="Google Shape;406;p29"/>
          <p:cNvSpPr txBox="1"/>
          <p:nvPr>
            <p:ph idx="20"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and two bodies">
  <p:cSld name="BLANK_1_1_1_1_1_1_1_1_1_1_3_2">
    <p:bg>
      <p:bgPr>
        <a:solidFill>
          <a:schemeClr val="lt1"/>
        </a:solidFill>
      </p:bgPr>
    </p:bg>
    <p:spTree>
      <p:nvGrpSpPr>
        <p:cNvPr id="407" name="Shape 407"/>
        <p:cNvGrpSpPr/>
        <p:nvPr/>
      </p:nvGrpSpPr>
      <p:grpSpPr>
        <a:xfrm>
          <a:off x="0" y="0"/>
          <a:ext cx="0" cy="0"/>
          <a:chOff x="0" y="0"/>
          <a:chExt cx="0" cy="0"/>
        </a:xfrm>
      </p:grpSpPr>
      <p:sp>
        <p:nvSpPr>
          <p:cNvPr id="408" name="Google Shape;408;p30"/>
          <p:cNvSpPr/>
          <p:nvPr/>
        </p:nvSpPr>
        <p:spPr>
          <a:xfrm flipH="1" rot="-5400000">
            <a:off x="1263236" y="2706539"/>
            <a:ext cx="1173845" cy="3700317"/>
          </a:xfrm>
          <a:custGeom>
            <a:rect b="b" l="l" r="r" t="t"/>
            <a:pathLst>
              <a:path extrusionOk="0" fill="none" h="93762" w="39886">
                <a:moveTo>
                  <a:pt x="39886" y="0"/>
                </a:moveTo>
                <a:lnTo>
                  <a:pt x="7330" y="0"/>
                </a:lnTo>
                <a:lnTo>
                  <a:pt x="7330" y="0"/>
                </a:lnTo>
                <a:lnTo>
                  <a:pt x="6362" y="3051"/>
                </a:lnTo>
                <a:lnTo>
                  <a:pt x="5470" y="6176"/>
                </a:lnTo>
                <a:lnTo>
                  <a:pt x="4614" y="9413"/>
                </a:lnTo>
                <a:lnTo>
                  <a:pt x="3832" y="12725"/>
                </a:lnTo>
                <a:lnTo>
                  <a:pt x="3088" y="16148"/>
                </a:lnTo>
                <a:lnTo>
                  <a:pt x="2456" y="19608"/>
                </a:lnTo>
                <a:lnTo>
                  <a:pt x="1860" y="23143"/>
                </a:lnTo>
                <a:lnTo>
                  <a:pt x="1340" y="26715"/>
                </a:lnTo>
                <a:lnTo>
                  <a:pt x="1340" y="26715"/>
                </a:lnTo>
                <a:lnTo>
                  <a:pt x="930" y="29989"/>
                </a:lnTo>
                <a:lnTo>
                  <a:pt x="633" y="33263"/>
                </a:lnTo>
                <a:lnTo>
                  <a:pt x="372" y="36463"/>
                </a:lnTo>
                <a:lnTo>
                  <a:pt x="186" y="39625"/>
                </a:lnTo>
                <a:lnTo>
                  <a:pt x="37" y="42714"/>
                </a:lnTo>
                <a:lnTo>
                  <a:pt x="0" y="45802"/>
                </a:lnTo>
                <a:lnTo>
                  <a:pt x="0" y="48778"/>
                </a:lnTo>
                <a:lnTo>
                  <a:pt x="112" y="51755"/>
                </a:lnTo>
                <a:lnTo>
                  <a:pt x="223" y="54620"/>
                </a:lnTo>
                <a:lnTo>
                  <a:pt x="447" y="57448"/>
                </a:lnTo>
                <a:lnTo>
                  <a:pt x="707" y="60201"/>
                </a:lnTo>
                <a:lnTo>
                  <a:pt x="1042" y="62843"/>
                </a:lnTo>
                <a:lnTo>
                  <a:pt x="1414" y="65447"/>
                </a:lnTo>
                <a:lnTo>
                  <a:pt x="1860" y="67940"/>
                </a:lnTo>
                <a:lnTo>
                  <a:pt x="2381" y="70358"/>
                </a:lnTo>
                <a:lnTo>
                  <a:pt x="2939" y="72665"/>
                </a:lnTo>
                <a:lnTo>
                  <a:pt x="3535" y="74898"/>
                </a:lnTo>
                <a:lnTo>
                  <a:pt x="4204" y="77018"/>
                </a:lnTo>
                <a:lnTo>
                  <a:pt x="4949" y="79028"/>
                </a:lnTo>
                <a:lnTo>
                  <a:pt x="5321" y="79995"/>
                </a:lnTo>
                <a:lnTo>
                  <a:pt x="5693" y="80925"/>
                </a:lnTo>
                <a:lnTo>
                  <a:pt x="6102" y="81855"/>
                </a:lnTo>
                <a:lnTo>
                  <a:pt x="6549" y="82748"/>
                </a:lnTo>
                <a:lnTo>
                  <a:pt x="6958" y="83567"/>
                </a:lnTo>
                <a:lnTo>
                  <a:pt x="7404" y="84385"/>
                </a:lnTo>
                <a:lnTo>
                  <a:pt x="7851" y="85204"/>
                </a:lnTo>
                <a:lnTo>
                  <a:pt x="8334" y="85948"/>
                </a:lnTo>
                <a:lnTo>
                  <a:pt x="8818" y="86692"/>
                </a:lnTo>
                <a:lnTo>
                  <a:pt x="9302" y="87362"/>
                </a:lnTo>
                <a:lnTo>
                  <a:pt x="9786" y="88032"/>
                </a:lnTo>
                <a:lnTo>
                  <a:pt x="10306" y="88664"/>
                </a:lnTo>
                <a:lnTo>
                  <a:pt x="10827" y="89259"/>
                </a:lnTo>
                <a:lnTo>
                  <a:pt x="11385" y="89818"/>
                </a:lnTo>
                <a:lnTo>
                  <a:pt x="11906" y="90338"/>
                </a:lnTo>
                <a:lnTo>
                  <a:pt x="12464" y="90822"/>
                </a:lnTo>
                <a:lnTo>
                  <a:pt x="13060" y="91306"/>
                </a:lnTo>
                <a:lnTo>
                  <a:pt x="13618" y="91715"/>
                </a:lnTo>
                <a:lnTo>
                  <a:pt x="14213" y="92087"/>
                </a:lnTo>
                <a:lnTo>
                  <a:pt x="14808" y="92422"/>
                </a:lnTo>
                <a:lnTo>
                  <a:pt x="15404" y="92757"/>
                </a:lnTo>
                <a:lnTo>
                  <a:pt x="16036" y="93017"/>
                </a:lnTo>
                <a:lnTo>
                  <a:pt x="16669" y="93241"/>
                </a:lnTo>
                <a:lnTo>
                  <a:pt x="17301" y="93427"/>
                </a:lnTo>
                <a:lnTo>
                  <a:pt x="17971" y="93575"/>
                </a:lnTo>
                <a:lnTo>
                  <a:pt x="18604" y="93687"/>
                </a:lnTo>
                <a:lnTo>
                  <a:pt x="18604" y="93687"/>
                </a:lnTo>
                <a:lnTo>
                  <a:pt x="19311" y="93762"/>
                </a:lnTo>
                <a:lnTo>
                  <a:pt x="20017" y="93762"/>
                </a:lnTo>
                <a:lnTo>
                  <a:pt x="20017" y="93762"/>
                </a:lnTo>
                <a:lnTo>
                  <a:pt x="20650" y="93762"/>
                </a:lnTo>
                <a:lnTo>
                  <a:pt x="21320" y="93687"/>
                </a:lnTo>
                <a:lnTo>
                  <a:pt x="21952" y="93613"/>
                </a:lnTo>
                <a:lnTo>
                  <a:pt x="22622" y="93464"/>
                </a:lnTo>
                <a:lnTo>
                  <a:pt x="23254" y="93315"/>
                </a:lnTo>
                <a:lnTo>
                  <a:pt x="23924" y="93092"/>
                </a:lnTo>
                <a:lnTo>
                  <a:pt x="24557" y="92831"/>
                </a:lnTo>
                <a:lnTo>
                  <a:pt x="25189" y="92571"/>
                </a:lnTo>
                <a:lnTo>
                  <a:pt x="25859" y="92236"/>
                </a:lnTo>
                <a:lnTo>
                  <a:pt x="26491" y="91901"/>
                </a:lnTo>
                <a:lnTo>
                  <a:pt x="27124" y="91529"/>
                </a:lnTo>
                <a:lnTo>
                  <a:pt x="27794" y="91083"/>
                </a:lnTo>
                <a:lnTo>
                  <a:pt x="28426" y="90636"/>
                </a:lnTo>
                <a:lnTo>
                  <a:pt x="29059" y="90152"/>
                </a:lnTo>
                <a:lnTo>
                  <a:pt x="29691" y="89632"/>
                </a:lnTo>
                <a:lnTo>
                  <a:pt x="30324" y="89073"/>
                </a:lnTo>
                <a:lnTo>
                  <a:pt x="30956" y="88515"/>
                </a:lnTo>
                <a:lnTo>
                  <a:pt x="31589" y="87883"/>
                </a:lnTo>
                <a:lnTo>
                  <a:pt x="32221" y="87250"/>
                </a:lnTo>
                <a:lnTo>
                  <a:pt x="32817" y="86581"/>
                </a:lnTo>
                <a:lnTo>
                  <a:pt x="33449" y="85874"/>
                </a:lnTo>
                <a:lnTo>
                  <a:pt x="34045" y="85129"/>
                </a:lnTo>
                <a:lnTo>
                  <a:pt x="35272" y="83567"/>
                </a:lnTo>
                <a:lnTo>
                  <a:pt x="36463" y="81892"/>
                </a:lnTo>
                <a:lnTo>
                  <a:pt x="37616" y="80107"/>
                </a:lnTo>
                <a:lnTo>
                  <a:pt x="38770" y="78209"/>
                </a:lnTo>
                <a:lnTo>
                  <a:pt x="39886" y="76200"/>
                </a:lnTo>
                <a:lnTo>
                  <a:pt x="39886" y="0"/>
                </a:lnTo>
                <a:lnTo>
                  <a:pt x="39886" y="0"/>
                </a:lnTo>
              </a:path>
            </a:pathLst>
          </a:cu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409" name="Google Shape;409;p30"/>
          <p:cNvSpPr/>
          <p:nvPr/>
        </p:nvSpPr>
        <p:spPr>
          <a:xfrm flipH="1">
            <a:off x="228605" y="3621311"/>
            <a:ext cx="3534079" cy="1522191"/>
          </a:xfrm>
          <a:custGeom>
            <a:rect b="b" l="l" r="r" t="t"/>
            <a:pathLst>
              <a:path extrusionOk="0" h="47273" w="109754">
                <a:moveTo>
                  <a:pt x="93188" y="0"/>
                </a:moveTo>
                <a:lnTo>
                  <a:pt x="91918" y="29"/>
                </a:lnTo>
                <a:lnTo>
                  <a:pt x="90619" y="87"/>
                </a:lnTo>
                <a:lnTo>
                  <a:pt x="89292" y="144"/>
                </a:lnTo>
                <a:lnTo>
                  <a:pt x="87906" y="260"/>
                </a:lnTo>
                <a:lnTo>
                  <a:pt x="86521" y="404"/>
                </a:lnTo>
                <a:lnTo>
                  <a:pt x="85107" y="606"/>
                </a:lnTo>
                <a:lnTo>
                  <a:pt x="83664" y="808"/>
                </a:lnTo>
                <a:lnTo>
                  <a:pt x="82163" y="1039"/>
                </a:lnTo>
                <a:lnTo>
                  <a:pt x="80663" y="1328"/>
                </a:lnTo>
                <a:lnTo>
                  <a:pt x="79162" y="1616"/>
                </a:lnTo>
                <a:lnTo>
                  <a:pt x="77604" y="1963"/>
                </a:lnTo>
                <a:lnTo>
                  <a:pt x="76045" y="2309"/>
                </a:lnTo>
                <a:lnTo>
                  <a:pt x="74458" y="2713"/>
                </a:lnTo>
                <a:lnTo>
                  <a:pt x="72842" y="3146"/>
                </a:lnTo>
                <a:lnTo>
                  <a:pt x="71226" y="3579"/>
                </a:lnTo>
                <a:lnTo>
                  <a:pt x="69581" y="4069"/>
                </a:lnTo>
                <a:lnTo>
                  <a:pt x="67907" y="4560"/>
                </a:lnTo>
                <a:lnTo>
                  <a:pt x="66233" y="5108"/>
                </a:lnTo>
                <a:lnTo>
                  <a:pt x="64559" y="5657"/>
                </a:lnTo>
                <a:lnTo>
                  <a:pt x="62856" y="6263"/>
                </a:lnTo>
                <a:lnTo>
                  <a:pt x="61154" y="6869"/>
                </a:lnTo>
                <a:lnTo>
                  <a:pt x="59422" y="7504"/>
                </a:lnTo>
                <a:lnTo>
                  <a:pt x="57690" y="8167"/>
                </a:lnTo>
                <a:lnTo>
                  <a:pt x="55959" y="8860"/>
                </a:lnTo>
                <a:lnTo>
                  <a:pt x="54227" y="9582"/>
                </a:lnTo>
                <a:lnTo>
                  <a:pt x="52467" y="10332"/>
                </a:lnTo>
                <a:lnTo>
                  <a:pt x="50735" y="11082"/>
                </a:lnTo>
                <a:lnTo>
                  <a:pt x="48975" y="11890"/>
                </a:lnTo>
                <a:lnTo>
                  <a:pt x="47214" y="12698"/>
                </a:lnTo>
                <a:lnTo>
                  <a:pt x="45454" y="13535"/>
                </a:lnTo>
                <a:lnTo>
                  <a:pt x="43694" y="14401"/>
                </a:lnTo>
                <a:lnTo>
                  <a:pt x="41933" y="15296"/>
                </a:lnTo>
                <a:lnTo>
                  <a:pt x="40230" y="16190"/>
                </a:lnTo>
                <a:lnTo>
                  <a:pt x="38528" y="17085"/>
                </a:lnTo>
                <a:lnTo>
                  <a:pt x="36825" y="18009"/>
                </a:lnTo>
                <a:lnTo>
                  <a:pt x="35122" y="18961"/>
                </a:lnTo>
                <a:lnTo>
                  <a:pt x="33477" y="19913"/>
                </a:lnTo>
                <a:lnTo>
                  <a:pt x="31832" y="20895"/>
                </a:lnTo>
                <a:lnTo>
                  <a:pt x="30187" y="21876"/>
                </a:lnTo>
                <a:lnTo>
                  <a:pt x="28600" y="22857"/>
                </a:lnTo>
                <a:lnTo>
                  <a:pt x="27013" y="23867"/>
                </a:lnTo>
                <a:lnTo>
                  <a:pt x="25454" y="24877"/>
                </a:lnTo>
                <a:lnTo>
                  <a:pt x="23925" y="25887"/>
                </a:lnTo>
                <a:lnTo>
                  <a:pt x="22395" y="26926"/>
                </a:lnTo>
                <a:lnTo>
                  <a:pt x="20923" y="27965"/>
                </a:lnTo>
                <a:lnTo>
                  <a:pt x="19480" y="29004"/>
                </a:lnTo>
                <a:lnTo>
                  <a:pt x="18037" y="30072"/>
                </a:lnTo>
                <a:lnTo>
                  <a:pt x="16652" y="31111"/>
                </a:lnTo>
                <a:lnTo>
                  <a:pt x="15354" y="32150"/>
                </a:lnTo>
                <a:lnTo>
                  <a:pt x="14084" y="33160"/>
                </a:lnTo>
                <a:lnTo>
                  <a:pt x="12843" y="34199"/>
                </a:lnTo>
                <a:lnTo>
                  <a:pt x="11631" y="35209"/>
                </a:lnTo>
                <a:lnTo>
                  <a:pt x="10447" y="36248"/>
                </a:lnTo>
                <a:lnTo>
                  <a:pt x="9293" y="37258"/>
                </a:lnTo>
                <a:lnTo>
                  <a:pt x="8196" y="38297"/>
                </a:lnTo>
                <a:lnTo>
                  <a:pt x="7129" y="39307"/>
                </a:lnTo>
                <a:lnTo>
                  <a:pt x="6090" y="40317"/>
                </a:lnTo>
                <a:lnTo>
                  <a:pt x="5108" y="41327"/>
                </a:lnTo>
                <a:lnTo>
                  <a:pt x="4156" y="42337"/>
                </a:lnTo>
                <a:lnTo>
                  <a:pt x="3233" y="43347"/>
                </a:lnTo>
                <a:lnTo>
                  <a:pt x="2367" y="44357"/>
                </a:lnTo>
                <a:lnTo>
                  <a:pt x="1530" y="45339"/>
                </a:lnTo>
                <a:lnTo>
                  <a:pt x="751" y="46320"/>
                </a:lnTo>
                <a:lnTo>
                  <a:pt x="0" y="47272"/>
                </a:lnTo>
                <a:lnTo>
                  <a:pt x="76016" y="47272"/>
                </a:lnTo>
                <a:lnTo>
                  <a:pt x="78152" y="45916"/>
                </a:lnTo>
                <a:lnTo>
                  <a:pt x="80230" y="44531"/>
                </a:lnTo>
                <a:lnTo>
                  <a:pt x="82250" y="43145"/>
                </a:lnTo>
                <a:lnTo>
                  <a:pt x="84241" y="41731"/>
                </a:lnTo>
                <a:lnTo>
                  <a:pt x="86146" y="40317"/>
                </a:lnTo>
                <a:lnTo>
                  <a:pt x="88022" y="38903"/>
                </a:lnTo>
                <a:lnTo>
                  <a:pt x="89840" y="37460"/>
                </a:lnTo>
                <a:lnTo>
                  <a:pt x="91572" y="36046"/>
                </a:lnTo>
                <a:lnTo>
                  <a:pt x="93245" y="34603"/>
                </a:lnTo>
                <a:lnTo>
                  <a:pt x="94862" y="33160"/>
                </a:lnTo>
                <a:lnTo>
                  <a:pt x="96420" y="31717"/>
                </a:lnTo>
                <a:lnTo>
                  <a:pt x="97892" y="30303"/>
                </a:lnTo>
                <a:lnTo>
                  <a:pt x="99277" y="28860"/>
                </a:lnTo>
                <a:lnTo>
                  <a:pt x="100605" y="27446"/>
                </a:lnTo>
                <a:lnTo>
                  <a:pt x="101846" y="26060"/>
                </a:lnTo>
                <a:lnTo>
                  <a:pt x="103000" y="24646"/>
                </a:lnTo>
                <a:lnTo>
                  <a:pt x="104068" y="23290"/>
                </a:lnTo>
                <a:lnTo>
                  <a:pt x="105049" y="21934"/>
                </a:lnTo>
                <a:lnTo>
                  <a:pt x="105944" y="20606"/>
                </a:lnTo>
                <a:lnTo>
                  <a:pt x="106752" y="19307"/>
                </a:lnTo>
                <a:lnTo>
                  <a:pt x="107444" y="18037"/>
                </a:lnTo>
                <a:lnTo>
                  <a:pt x="107791" y="17431"/>
                </a:lnTo>
                <a:lnTo>
                  <a:pt x="108079" y="16796"/>
                </a:lnTo>
                <a:lnTo>
                  <a:pt x="108339" y="16190"/>
                </a:lnTo>
                <a:lnTo>
                  <a:pt x="108599" y="15584"/>
                </a:lnTo>
                <a:lnTo>
                  <a:pt x="108830" y="15007"/>
                </a:lnTo>
                <a:lnTo>
                  <a:pt x="109032" y="14401"/>
                </a:lnTo>
                <a:lnTo>
                  <a:pt x="109205" y="13824"/>
                </a:lnTo>
                <a:lnTo>
                  <a:pt x="109349" y="13218"/>
                </a:lnTo>
                <a:lnTo>
                  <a:pt x="109493" y="12670"/>
                </a:lnTo>
                <a:lnTo>
                  <a:pt x="109609" y="12092"/>
                </a:lnTo>
                <a:lnTo>
                  <a:pt x="109667" y="11544"/>
                </a:lnTo>
                <a:lnTo>
                  <a:pt x="109724" y="10996"/>
                </a:lnTo>
                <a:lnTo>
                  <a:pt x="109753" y="10447"/>
                </a:lnTo>
                <a:lnTo>
                  <a:pt x="109753" y="9928"/>
                </a:lnTo>
                <a:lnTo>
                  <a:pt x="109753" y="9437"/>
                </a:lnTo>
                <a:lnTo>
                  <a:pt x="109695" y="8918"/>
                </a:lnTo>
                <a:lnTo>
                  <a:pt x="109609" y="8427"/>
                </a:lnTo>
                <a:lnTo>
                  <a:pt x="109522" y="7965"/>
                </a:lnTo>
                <a:lnTo>
                  <a:pt x="109378" y="7504"/>
                </a:lnTo>
                <a:lnTo>
                  <a:pt x="109234" y="7042"/>
                </a:lnTo>
                <a:lnTo>
                  <a:pt x="109060" y="6609"/>
                </a:lnTo>
                <a:lnTo>
                  <a:pt x="108858" y="6176"/>
                </a:lnTo>
                <a:lnTo>
                  <a:pt x="108656" y="5801"/>
                </a:lnTo>
                <a:lnTo>
                  <a:pt x="108426" y="5426"/>
                </a:lnTo>
                <a:lnTo>
                  <a:pt x="108195" y="5079"/>
                </a:lnTo>
                <a:lnTo>
                  <a:pt x="107935" y="4733"/>
                </a:lnTo>
                <a:lnTo>
                  <a:pt x="107646" y="4416"/>
                </a:lnTo>
                <a:lnTo>
                  <a:pt x="107358" y="4098"/>
                </a:lnTo>
                <a:lnTo>
                  <a:pt x="107011" y="3810"/>
                </a:lnTo>
                <a:lnTo>
                  <a:pt x="106694" y="3492"/>
                </a:lnTo>
                <a:lnTo>
                  <a:pt x="106319" y="3232"/>
                </a:lnTo>
                <a:lnTo>
                  <a:pt x="105944" y="2944"/>
                </a:lnTo>
                <a:lnTo>
                  <a:pt x="105568" y="2684"/>
                </a:lnTo>
                <a:lnTo>
                  <a:pt x="105164" y="2453"/>
                </a:lnTo>
                <a:lnTo>
                  <a:pt x="104732" y="2222"/>
                </a:lnTo>
                <a:lnTo>
                  <a:pt x="104270" y="1991"/>
                </a:lnTo>
                <a:lnTo>
                  <a:pt x="103808" y="1789"/>
                </a:lnTo>
                <a:lnTo>
                  <a:pt x="103317" y="1587"/>
                </a:lnTo>
                <a:lnTo>
                  <a:pt x="102307" y="1212"/>
                </a:lnTo>
                <a:lnTo>
                  <a:pt x="101211" y="895"/>
                </a:lnTo>
                <a:lnTo>
                  <a:pt x="100027" y="635"/>
                </a:lnTo>
                <a:lnTo>
                  <a:pt x="98815" y="404"/>
                </a:lnTo>
                <a:lnTo>
                  <a:pt x="97517" y="231"/>
                </a:lnTo>
                <a:lnTo>
                  <a:pt x="96131" y="116"/>
                </a:lnTo>
                <a:lnTo>
                  <a:pt x="94688" y="29"/>
                </a:lnTo>
                <a:lnTo>
                  <a:pt x="93188" y="0"/>
                </a:lnTo>
                <a:close/>
              </a:path>
            </a:pathLst>
          </a:cu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410" name="Google Shape;410;p30"/>
          <p:cNvSpPr/>
          <p:nvPr/>
        </p:nvSpPr>
        <p:spPr>
          <a:xfrm flipH="1">
            <a:off x="234700" y="1635550"/>
            <a:ext cx="3321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411" name="Google Shape;411;p30"/>
          <p:cNvGrpSpPr/>
          <p:nvPr/>
        </p:nvGrpSpPr>
        <p:grpSpPr>
          <a:xfrm flipH="1">
            <a:off x="7293000" y="0"/>
            <a:ext cx="1851000" cy="1225325"/>
            <a:chOff x="461225" y="3875100"/>
            <a:chExt cx="1851000" cy="1225325"/>
          </a:xfrm>
        </p:grpSpPr>
        <p:grpSp>
          <p:nvGrpSpPr>
            <p:cNvPr id="412" name="Google Shape;412;p30"/>
            <p:cNvGrpSpPr/>
            <p:nvPr/>
          </p:nvGrpSpPr>
          <p:grpSpPr>
            <a:xfrm>
              <a:off x="461225" y="3875100"/>
              <a:ext cx="1851000" cy="114600"/>
              <a:chOff x="461225" y="3504775"/>
              <a:chExt cx="1851000" cy="114600"/>
            </a:xfrm>
          </p:grpSpPr>
          <p:sp>
            <p:nvSpPr>
              <p:cNvPr id="413" name="Google Shape;413;p30"/>
              <p:cNvSpPr/>
              <p:nvPr/>
            </p:nvSpPr>
            <p:spPr>
              <a:xfrm>
                <a:off x="461225" y="3504775"/>
                <a:ext cx="370200" cy="114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14" name="Google Shape;414;p30"/>
              <p:cNvSpPr/>
              <p:nvPr/>
            </p:nvSpPr>
            <p:spPr>
              <a:xfrm>
                <a:off x="831425" y="3504775"/>
                <a:ext cx="370200" cy="114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15" name="Google Shape;415;p30"/>
              <p:cNvSpPr/>
              <p:nvPr/>
            </p:nvSpPr>
            <p:spPr>
              <a:xfrm>
                <a:off x="1201625" y="3504775"/>
                <a:ext cx="370200" cy="114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16" name="Google Shape;416;p30"/>
              <p:cNvSpPr/>
              <p:nvPr/>
            </p:nvSpPr>
            <p:spPr>
              <a:xfrm>
                <a:off x="1571825" y="3504775"/>
                <a:ext cx="370200" cy="114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17" name="Google Shape;417;p30"/>
              <p:cNvSpPr/>
              <p:nvPr/>
            </p:nvSpPr>
            <p:spPr>
              <a:xfrm>
                <a:off x="1942025" y="3504775"/>
                <a:ext cx="370200" cy="114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418" name="Google Shape;418;p30"/>
            <p:cNvGrpSpPr/>
            <p:nvPr/>
          </p:nvGrpSpPr>
          <p:grpSpPr>
            <a:xfrm>
              <a:off x="461225" y="3989700"/>
              <a:ext cx="1480800" cy="1110725"/>
              <a:chOff x="461225" y="3249175"/>
              <a:chExt cx="1480800" cy="1110725"/>
            </a:xfrm>
          </p:grpSpPr>
          <p:sp>
            <p:nvSpPr>
              <p:cNvPr id="419" name="Google Shape;419;p30"/>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20" name="Google Shape;420;p30"/>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21" name="Google Shape;421;p30"/>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22" name="Google Shape;422;p30"/>
              <p:cNvSpPr/>
              <p:nvPr/>
            </p:nvSpPr>
            <p:spPr>
              <a:xfrm>
                <a:off x="1201625" y="398970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423" name="Google Shape;423;p30"/>
            <p:cNvGrpSpPr/>
            <p:nvPr/>
          </p:nvGrpSpPr>
          <p:grpSpPr>
            <a:xfrm>
              <a:off x="831425" y="4360025"/>
              <a:ext cx="1480800" cy="370200"/>
              <a:chOff x="831425" y="3249175"/>
              <a:chExt cx="1480800" cy="370200"/>
            </a:xfrm>
          </p:grpSpPr>
          <p:sp>
            <p:nvSpPr>
              <p:cNvPr id="424" name="Google Shape;424;p30"/>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25" name="Google Shape;425;p30"/>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26" name="Google Shape;426;p30"/>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27" name="Google Shape;427;p30"/>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428" name="Google Shape;428;p30"/>
          <p:cNvSpPr txBox="1"/>
          <p:nvPr>
            <p:ph type="title"/>
          </p:nvPr>
        </p:nvSpPr>
        <p:spPr>
          <a:xfrm>
            <a:off x="3822450" y="1287875"/>
            <a:ext cx="4295400" cy="277200"/>
          </a:xfrm>
          <a:prstGeom prst="rect">
            <a:avLst/>
          </a:prstGeom>
        </p:spPr>
        <p:txBody>
          <a:bodyPr anchorCtr="0" anchor="t" bIns="91425" lIns="0" spcFirstLastPara="1" rIns="0" wrap="square" tIns="91425">
            <a:noAutofit/>
          </a:bodyPr>
          <a:lstStyle>
            <a:lvl1pPr lvl="0">
              <a:spcBef>
                <a:spcPts val="0"/>
              </a:spcBef>
              <a:spcAft>
                <a:spcPts val="0"/>
              </a:spcAft>
              <a:buClr>
                <a:schemeClr val="dk2"/>
              </a:buClr>
              <a:buSzPts val="1200"/>
              <a:buFont typeface="Sora Medium"/>
              <a:buNone/>
              <a:defRPr sz="1200">
                <a:solidFill>
                  <a:schemeClr val="dk2"/>
                </a:solidFill>
                <a:latin typeface="Sora Medium"/>
                <a:ea typeface="Sora Medium"/>
                <a:cs typeface="Sora Medium"/>
                <a:sym typeface="Sora Medium"/>
              </a:defRPr>
            </a:lvl1pPr>
            <a:lvl2pPr lvl="1">
              <a:spcBef>
                <a:spcPts val="0"/>
              </a:spcBef>
              <a:spcAft>
                <a:spcPts val="0"/>
              </a:spcAft>
              <a:buClr>
                <a:schemeClr val="dk2"/>
              </a:buClr>
              <a:buSzPts val="1200"/>
              <a:buFont typeface="Sora"/>
              <a:buNone/>
              <a:defRPr sz="1200">
                <a:solidFill>
                  <a:schemeClr val="dk2"/>
                </a:solidFill>
                <a:latin typeface="Sora"/>
                <a:ea typeface="Sora"/>
                <a:cs typeface="Sora"/>
                <a:sym typeface="Sora"/>
              </a:defRPr>
            </a:lvl2pPr>
            <a:lvl3pPr lvl="2">
              <a:spcBef>
                <a:spcPts val="0"/>
              </a:spcBef>
              <a:spcAft>
                <a:spcPts val="0"/>
              </a:spcAft>
              <a:buClr>
                <a:schemeClr val="dk2"/>
              </a:buClr>
              <a:buSzPts val="1200"/>
              <a:buFont typeface="Sora"/>
              <a:buNone/>
              <a:defRPr sz="1200">
                <a:solidFill>
                  <a:schemeClr val="dk2"/>
                </a:solidFill>
                <a:latin typeface="Sora"/>
                <a:ea typeface="Sora"/>
                <a:cs typeface="Sora"/>
                <a:sym typeface="Sora"/>
              </a:defRPr>
            </a:lvl3pPr>
            <a:lvl4pPr lvl="3">
              <a:spcBef>
                <a:spcPts val="0"/>
              </a:spcBef>
              <a:spcAft>
                <a:spcPts val="0"/>
              </a:spcAft>
              <a:buClr>
                <a:schemeClr val="dk2"/>
              </a:buClr>
              <a:buSzPts val="1200"/>
              <a:buFont typeface="Sora"/>
              <a:buNone/>
              <a:defRPr sz="1200">
                <a:solidFill>
                  <a:schemeClr val="dk2"/>
                </a:solidFill>
                <a:latin typeface="Sora"/>
                <a:ea typeface="Sora"/>
                <a:cs typeface="Sora"/>
                <a:sym typeface="Sora"/>
              </a:defRPr>
            </a:lvl4pPr>
            <a:lvl5pPr lvl="4">
              <a:spcBef>
                <a:spcPts val="0"/>
              </a:spcBef>
              <a:spcAft>
                <a:spcPts val="0"/>
              </a:spcAft>
              <a:buClr>
                <a:schemeClr val="dk2"/>
              </a:buClr>
              <a:buSzPts val="1200"/>
              <a:buFont typeface="Sora"/>
              <a:buNone/>
              <a:defRPr sz="1200">
                <a:solidFill>
                  <a:schemeClr val="dk2"/>
                </a:solidFill>
                <a:latin typeface="Sora"/>
                <a:ea typeface="Sora"/>
                <a:cs typeface="Sora"/>
                <a:sym typeface="Sora"/>
              </a:defRPr>
            </a:lvl5pPr>
            <a:lvl6pPr lvl="5">
              <a:spcBef>
                <a:spcPts val="0"/>
              </a:spcBef>
              <a:spcAft>
                <a:spcPts val="0"/>
              </a:spcAft>
              <a:buClr>
                <a:schemeClr val="dk2"/>
              </a:buClr>
              <a:buSzPts val="1200"/>
              <a:buFont typeface="Sora"/>
              <a:buNone/>
              <a:defRPr sz="1200">
                <a:solidFill>
                  <a:schemeClr val="dk2"/>
                </a:solidFill>
                <a:latin typeface="Sora"/>
                <a:ea typeface="Sora"/>
                <a:cs typeface="Sora"/>
                <a:sym typeface="Sora"/>
              </a:defRPr>
            </a:lvl6pPr>
            <a:lvl7pPr lvl="6">
              <a:spcBef>
                <a:spcPts val="0"/>
              </a:spcBef>
              <a:spcAft>
                <a:spcPts val="0"/>
              </a:spcAft>
              <a:buClr>
                <a:schemeClr val="dk2"/>
              </a:buClr>
              <a:buSzPts val="1200"/>
              <a:buFont typeface="Sora"/>
              <a:buNone/>
              <a:defRPr sz="1200">
                <a:solidFill>
                  <a:schemeClr val="dk2"/>
                </a:solidFill>
                <a:latin typeface="Sora"/>
                <a:ea typeface="Sora"/>
                <a:cs typeface="Sora"/>
                <a:sym typeface="Sora"/>
              </a:defRPr>
            </a:lvl7pPr>
            <a:lvl8pPr lvl="7">
              <a:spcBef>
                <a:spcPts val="0"/>
              </a:spcBef>
              <a:spcAft>
                <a:spcPts val="0"/>
              </a:spcAft>
              <a:buClr>
                <a:schemeClr val="dk2"/>
              </a:buClr>
              <a:buSzPts val="1200"/>
              <a:buFont typeface="Sora"/>
              <a:buNone/>
              <a:defRPr sz="1200">
                <a:solidFill>
                  <a:schemeClr val="dk2"/>
                </a:solidFill>
                <a:latin typeface="Sora"/>
                <a:ea typeface="Sora"/>
                <a:cs typeface="Sora"/>
                <a:sym typeface="Sora"/>
              </a:defRPr>
            </a:lvl8pPr>
            <a:lvl9pPr lvl="8">
              <a:spcBef>
                <a:spcPts val="0"/>
              </a:spcBef>
              <a:spcAft>
                <a:spcPts val="0"/>
              </a:spcAft>
              <a:buClr>
                <a:schemeClr val="dk2"/>
              </a:buClr>
              <a:buSzPts val="1200"/>
              <a:buFont typeface="Sora"/>
              <a:buNone/>
              <a:defRPr sz="1200">
                <a:solidFill>
                  <a:schemeClr val="dk2"/>
                </a:solidFill>
                <a:latin typeface="Sora"/>
                <a:ea typeface="Sora"/>
                <a:cs typeface="Sora"/>
                <a:sym typeface="Sora"/>
              </a:defRPr>
            </a:lvl9pPr>
          </a:lstStyle>
          <a:p/>
        </p:txBody>
      </p:sp>
      <p:sp>
        <p:nvSpPr>
          <p:cNvPr id="429" name="Google Shape;429;p30"/>
          <p:cNvSpPr txBox="1"/>
          <p:nvPr>
            <p:ph idx="2" type="title"/>
          </p:nvPr>
        </p:nvSpPr>
        <p:spPr>
          <a:xfrm>
            <a:off x="85725" y="1287875"/>
            <a:ext cx="3347400" cy="277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Sora Medium"/>
              <a:buNone/>
              <a:defRPr sz="1200">
                <a:solidFill>
                  <a:schemeClr val="dk2"/>
                </a:solidFill>
                <a:latin typeface="Sora Medium"/>
                <a:ea typeface="Sora Medium"/>
                <a:cs typeface="Sora Medium"/>
                <a:sym typeface="Sora Medium"/>
              </a:defRPr>
            </a:lvl1pPr>
            <a:lvl2pPr lvl="1">
              <a:spcBef>
                <a:spcPts val="0"/>
              </a:spcBef>
              <a:spcAft>
                <a:spcPts val="0"/>
              </a:spcAft>
              <a:buClr>
                <a:schemeClr val="dk2"/>
              </a:buClr>
              <a:buSzPts val="1200"/>
              <a:buFont typeface="Sora"/>
              <a:buNone/>
              <a:defRPr sz="1200">
                <a:solidFill>
                  <a:schemeClr val="dk2"/>
                </a:solidFill>
                <a:latin typeface="Sora"/>
                <a:ea typeface="Sora"/>
                <a:cs typeface="Sora"/>
                <a:sym typeface="Sora"/>
              </a:defRPr>
            </a:lvl2pPr>
            <a:lvl3pPr lvl="2">
              <a:spcBef>
                <a:spcPts val="0"/>
              </a:spcBef>
              <a:spcAft>
                <a:spcPts val="0"/>
              </a:spcAft>
              <a:buClr>
                <a:schemeClr val="dk2"/>
              </a:buClr>
              <a:buSzPts val="1200"/>
              <a:buFont typeface="Sora"/>
              <a:buNone/>
              <a:defRPr sz="1200">
                <a:solidFill>
                  <a:schemeClr val="dk2"/>
                </a:solidFill>
                <a:latin typeface="Sora"/>
                <a:ea typeface="Sora"/>
                <a:cs typeface="Sora"/>
                <a:sym typeface="Sora"/>
              </a:defRPr>
            </a:lvl3pPr>
            <a:lvl4pPr lvl="3">
              <a:spcBef>
                <a:spcPts val="0"/>
              </a:spcBef>
              <a:spcAft>
                <a:spcPts val="0"/>
              </a:spcAft>
              <a:buClr>
                <a:schemeClr val="dk2"/>
              </a:buClr>
              <a:buSzPts val="1200"/>
              <a:buFont typeface="Sora"/>
              <a:buNone/>
              <a:defRPr sz="1200">
                <a:solidFill>
                  <a:schemeClr val="dk2"/>
                </a:solidFill>
                <a:latin typeface="Sora"/>
                <a:ea typeface="Sora"/>
                <a:cs typeface="Sora"/>
                <a:sym typeface="Sora"/>
              </a:defRPr>
            </a:lvl4pPr>
            <a:lvl5pPr lvl="4">
              <a:spcBef>
                <a:spcPts val="0"/>
              </a:spcBef>
              <a:spcAft>
                <a:spcPts val="0"/>
              </a:spcAft>
              <a:buClr>
                <a:schemeClr val="dk2"/>
              </a:buClr>
              <a:buSzPts val="1200"/>
              <a:buFont typeface="Sora"/>
              <a:buNone/>
              <a:defRPr sz="1200">
                <a:solidFill>
                  <a:schemeClr val="dk2"/>
                </a:solidFill>
                <a:latin typeface="Sora"/>
                <a:ea typeface="Sora"/>
                <a:cs typeface="Sora"/>
                <a:sym typeface="Sora"/>
              </a:defRPr>
            </a:lvl5pPr>
            <a:lvl6pPr lvl="5">
              <a:spcBef>
                <a:spcPts val="0"/>
              </a:spcBef>
              <a:spcAft>
                <a:spcPts val="0"/>
              </a:spcAft>
              <a:buClr>
                <a:schemeClr val="dk2"/>
              </a:buClr>
              <a:buSzPts val="1200"/>
              <a:buFont typeface="Sora"/>
              <a:buNone/>
              <a:defRPr sz="1200">
                <a:solidFill>
                  <a:schemeClr val="dk2"/>
                </a:solidFill>
                <a:latin typeface="Sora"/>
                <a:ea typeface="Sora"/>
                <a:cs typeface="Sora"/>
                <a:sym typeface="Sora"/>
              </a:defRPr>
            </a:lvl6pPr>
            <a:lvl7pPr lvl="6">
              <a:spcBef>
                <a:spcPts val="0"/>
              </a:spcBef>
              <a:spcAft>
                <a:spcPts val="0"/>
              </a:spcAft>
              <a:buClr>
                <a:schemeClr val="dk2"/>
              </a:buClr>
              <a:buSzPts val="1200"/>
              <a:buFont typeface="Sora"/>
              <a:buNone/>
              <a:defRPr sz="1200">
                <a:solidFill>
                  <a:schemeClr val="dk2"/>
                </a:solidFill>
                <a:latin typeface="Sora"/>
                <a:ea typeface="Sora"/>
                <a:cs typeface="Sora"/>
                <a:sym typeface="Sora"/>
              </a:defRPr>
            </a:lvl7pPr>
            <a:lvl8pPr lvl="7">
              <a:spcBef>
                <a:spcPts val="0"/>
              </a:spcBef>
              <a:spcAft>
                <a:spcPts val="0"/>
              </a:spcAft>
              <a:buClr>
                <a:schemeClr val="dk2"/>
              </a:buClr>
              <a:buSzPts val="1200"/>
              <a:buFont typeface="Sora"/>
              <a:buNone/>
              <a:defRPr sz="1200">
                <a:solidFill>
                  <a:schemeClr val="dk2"/>
                </a:solidFill>
                <a:latin typeface="Sora"/>
                <a:ea typeface="Sora"/>
                <a:cs typeface="Sora"/>
                <a:sym typeface="Sora"/>
              </a:defRPr>
            </a:lvl8pPr>
            <a:lvl9pPr lvl="8">
              <a:spcBef>
                <a:spcPts val="0"/>
              </a:spcBef>
              <a:spcAft>
                <a:spcPts val="0"/>
              </a:spcAft>
              <a:buClr>
                <a:schemeClr val="dk2"/>
              </a:buClr>
              <a:buSzPts val="1200"/>
              <a:buFont typeface="Sora"/>
              <a:buNone/>
              <a:defRPr sz="1200">
                <a:solidFill>
                  <a:schemeClr val="dk2"/>
                </a:solidFill>
                <a:latin typeface="Sora"/>
                <a:ea typeface="Sora"/>
                <a:cs typeface="Sora"/>
                <a:sym typeface="Sora"/>
              </a:defRPr>
            </a:lvl9pPr>
          </a:lstStyle>
          <a:p/>
        </p:txBody>
      </p:sp>
      <p:sp>
        <p:nvSpPr>
          <p:cNvPr id="430" name="Google Shape;430;p30"/>
          <p:cNvSpPr/>
          <p:nvPr>
            <p:ph idx="3" type="pic"/>
          </p:nvPr>
        </p:nvSpPr>
        <p:spPr>
          <a:xfrm>
            <a:off x="227225" y="1832375"/>
            <a:ext cx="821100" cy="785400"/>
          </a:xfrm>
          <a:prstGeom prst="rect">
            <a:avLst/>
          </a:prstGeom>
          <a:noFill/>
          <a:ln>
            <a:noFill/>
          </a:ln>
        </p:spPr>
      </p:sp>
      <p:sp>
        <p:nvSpPr>
          <p:cNvPr id="431" name="Google Shape;431;p30"/>
          <p:cNvSpPr/>
          <p:nvPr>
            <p:ph idx="4" type="pic"/>
          </p:nvPr>
        </p:nvSpPr>
        <p:spPr>
          <a:xfrm>
            <a:off x="227225" y="2672425"/>
            <a:ext cx="821100" cy="785400"/>
          </a:xfrm>
          <a:prstGeom prst="rect">
            <a:avLst/>
          </a:prstGeom>
          <a:noFill/>
          <a:ln>
            <a:noFill/>
          </a:ln>
        </p:spPr>
      </p:sp>
      <p:sp>
        <p:nvSpPr>
          <p:cNvPr id="432" name="Google Shape;432;p30"/>
          <p:cNvSpPr/>
          <p:nvPr>
            <p:ph idx="5" type="pic"/>
          </p:nvPr>
        </p:nvSpPr>
        <p:spPr>
          <a:xfrm>
            <a:off x="227225" y="3512475"/>
            <a:ext cx="821100" cy="785400"/>
          </a:xfrm>
          <a:prstGeom prst="rect">
            <a:avLst/>
          </a:prstGeom>
          <a:noFill/>
          <a:ln>
            <a:noFill/>
          </a:ln>
        </p:spPr>
      </p:sp>
      <p:sp>
        <p:nvSpPr>
          <p:cNvPr id="433" name="Google Shape;433;p30"/>
          <p:cNvSpPr txBox="1"/>
          <p:nvPr>
            <p:ph idx="6" type="title"/>
          </p:nvPr>
        </p:nvSpPr>
        <p:spPr>
          <a:xfrm>
            <a:off x="1048325" y="1832375"/>
            <a:ext cx="2069700" cy="785100"/>
          </a:xfrm>
          <a:prstGeom prst="rect">
            <a:avLst/>
          </a:prstGeom>
        </p:spPr>
        <p:txBody>
          <a:bodyPr anchorCtr="0" anchor="t" bIns="91425" lIns="182875" spcFirstLastPara="1" rIns="91425" wrap="square" tIns="91425">
            <a:noAutofit/>
          </a:bodyPr>
          <a:lstStyle>
            <a:lvl1pPr lvl="0">
              <a:spcBef>
                <a:spcPts val="0"/>
              </a:spcBef>
              <a:spcAft>
                <a:spcPts val="0"/>
              </a:spcAft>
              <a:buClr>
                <a:schemeClr val="dk1"/>
              </a:buClr>
              <a:buSzPts val="1000"/>
              <a:buFont typeface="Sora"/>
              <a:buNone/>
              <a:defRPr sz="1000">
                <a:solidFill>
                  <a:schemeClr val="dk1"/>
                </a:solidFill>
                <a:latin typeface="Sora"/>
                <a:ea typeface="Sora"/>
                <a:cs typeface="Sora"/>
                <a:sym typeface="Sora"/>
              </a:defRPr>
            </a:lvl1pPr>
            <a:lvl2pPr lvl="1">
              <a:spcBef>
                <a:spcPts val="0"/>
              </a:spcBef>
              <a:spcAft>
                <a:spcPts val="0"/>
              </a:spcAft>
              <a:buClr>
                <a:schemeClr val="dk1"/>
              </a:buClr>
              <a:buSzPts val="1000"/>
              <a:buFont typeface="Sora"/>
              <a:buNone/>
              <a:defRPr sz="1000">
                <a:solidFill>
                  <a:schemeClr val="dk1"/>
                </a:solidFill>
                <a:latin typeface="Sora"/>
                <a:ea typeface="Sora"/>
                <a:cs typeface="Sora"/>
                <a:sym typeface="Sora"/>
              </a:defRPr>
            </a:lvl2pPr>
            <a:lvl3pPr lvl="2">
              <a:spcBef>
                <a:spcPts val="0"/>
              </a:spcBef>
              <a:spcAft>
                <a:spcPts val="0"/>
              </a:spcAft>
              <a:buClr>
                <a:schemeClr val="dk1"/>
              </a:buClr>
              <a:buSzPts val="1000"/>
              <a:buFont typeface="Sora"/>
              <a:buNone/>
              <a:defRPr sz="1000">
                <a:solidFill>
                  <a:schemeClr val="dk1"/>
                </a:solidFill>
                <a:latin typeface="Sora"/>
                <a:ea typeface="Sora"/>
                <a:cs typeface="Sora"/>
                <a:sym typeface="Sora"/>
              </a:defRPr>
            </a:lvl3pPr>
            <a:lvl4pPr lvl="3">
              <a:spcBef>
                <a:spcPts val="0"/>
              </a:spcBef>
              <a:spcAft>
                <a:spcPts val="0"/>
              </a:spcAft>
              <a:buClr>
                <a:schemeClr val="dk1"/>
              </a:buClr>
              <a:buSzPts val="1000"/>
              <a:buFont typeface="Sora"/>
              <a:buNone/>
              <a:defRPr sz="1000">
                <a:solidFill>
                  <a:schemeClr val="dk1"/>
                </a:solidFill>
                <a:latin typeface="Sora"/>
                <a:ea typeface="Sora"/>
                <a:cs typeface="Sora"/>
                <a:sym typeface="Sora"/>
              </a:defRPr>
            </a:lvl4pPr>
            <a:lvl5pPr lvl="4">
              <a:spcBef>
                <a:spcPts val="0"/>
              </a:spcBef>
              <a:spcAft>
                <a:spcPts val="0"/>
              </a:spcAft>
              <a:buClr>
                <a:schemeClr val="dk1"/>
              </a:buClr>
              <a:buSzPts val="1000"/>
              <a:buFont typeface="Sora"/>
              <a:buNone/>
              <a:defRPr sz="1000">
                <a:solidFill>
                  <a:schemeClr val="dk1"/>
                </a:solidFill>
                <a:latin typeface="Sora"/>
                <a:ea typeface="Sora"/>
                <a:cs typeface="Sora"/>
                <a:sym typeface="Sora"/>
              </a:defRPr>
            </a:lvl5pPr>
            <a:lvl6pPr lvl="5">
              <a:spcBef>
                <a:spcPts val="0"/>
              </a:spcBef>
              <a:spcAft>
                <a:spcPts val="0"/>
              </a:spcAft>
              <a:buClr>
                <a:schemeClr val="dk1"/>
              </a:buClr>
              <a:buSzPts val="1000"/>
              <a:buFont typeface="Sora"/>
              <a:buNone/>
              <a:defRPr sz="1000">
                <a:solidFill>
                  <a:schemeClr val="dk1"/>
                </a:solidFill>
                <a:latin typeface="Sora"/>
                <a:ea typeface="Sora"/>
                <a:cs typeface="Sora"/>
                <a:sym typeface="Sora"/>
              </a:defRPr>
            </a:lvl6pPr>
            <a:lvl7pPr lvl="6">
              <a:spcBef>
                <a:spcPts val="0"/>
              </a:spcBef>
              <a:spcAft>
                <a:spcPts val="0"/>
              </a:spcAft>
              <a:buClr>
                <a:schemeClr val="dk1"/>
              </a:buClr>
              <a:buSzPts val="1000"/>
              <a:buFont typeface="Sora"/>
              <a:buNone/>
              <a:defRPr sz="1000">
                <a:solidFill>
                  <a:schemeClr val="dk1"/>
                </a:solidFill>
                <a:latin typeface="Sora"/>
                <a:ea typeface="Sora"/>
                <a:cs typeface="Sora"/>
                <a:sym typeface="Sora"/>
              </a:defRPr>
            </a:lvl7pPr>
            <a:lvl8pPr lvl="7">
              <a:spcBef>
                <a:spcPts val="0"/>
              </a:spcBef>
              <a:spcAft>
                <a:spcPts val="0"/>
              </a:spcAft>
              <a:buClr>
                <a:schemeClr val="dk1"/>
              </a:buClr>
              <a:buSzPts val="1000"/>
              <a:buFont typeface="Sora"/>
              <a:buNone/>
              <a:defRPr sz="1000">
                <a:solidFill>
                  <a:schemeClr val="dk1"/>
                </a:solidFill>
                <a:latin typeface="Sora"/>
                <a:ea typeface="Sora"/>
                <a:cs typeface="Sora"/>
                <a:sym typeface="Sora"/>
              </a:defRPr>
            </a:lvl8pPr>
            <a:lvl9pPr lvl="8">
              <a:spcBef>
                <a:spcPts val="0"/>
              </a:spcBef>
              <a:spcAft>
                <a:spcPts val="0"/>
              </a:spcAft>
              <a:buClr>
                <a:schemeClr val="dk1"/>
              </a:buClr>
              <a:buSzPts val="1000"/>
              <a:buFont typeface="Sora"/>
              <a:buNone/>
              <a:defRPr sz="1000">
                <a:solidFill>
                  <a:schemeClr val="dk1"/>
                </a:solidFill>
                <a:latin typeface="Sora"/>
                <a:ea typeface="Sora"/>
                <a:cs typeface="Sora"/>
                <a:sym typeface="Sora"/>
              </a:defRPr>
            </a:lvl9pPr>
          </a:lstStyle>
          <a:p/>
        </p:txBody>
      </p:sp>
      <p:sp>
        <p:nvSpPr>
          <p:cNvPr id="434" name="Google Shape;434;p30"/>
          <p:cNvSpPr txBox="1"/>
          <p:nvPr>
            <p:ph idx="7" type="title"/>
          </p:nvPr>
        </p:nvSpPr>
        <p:spPr>
          <a:xfrm>
            <a:off x="1048325" y="2672425"/>
            <a:ext cx="2069700" cy="785100"/>
          </a:xfrm>
          <a:prstGeom prst="rect">
            <a:avLst/>
          </a:prstGeom>
        </p:spPr>
        <p:txBody>
          <a:bodyPr anchorCtr="0" anchor="t" bIns="91425" lIns="182875" spcFirstLastPara="1" rIns="91425" wrap="square" tIns="91425">
            <a:noAutofit/>
          </a:bodyPr>
          <a:lstStyle>
            <a:lvl1pPr lvl="0">
              <a:spcBef>
                <a:spcPts val="0"/>
              </a:spcBef>
              <a:spcAft>
                <a:spcPts val="0"/>
              </a:spcAft>
              <a:buClr>
                <a:schemeClr val="dk1"/>
              </a:buClr>
              <a:buSzPts val="1000"/>
              <a:buFont typeface="Sora"/>
              <a:buNone/>
              <a:defRPr sz="1000">
                <a:solidFill>
                  <a:schemeClr val="dk1"/>
                </a:solidFill>
                <a:latin typeface="Sora"/>
                <a:ea typeface="Sora"/>
                <a:cs typeface="Sora"/>
                <a:sym typeface="Sora"/>
              </a:defRPr>
            </a:lvl1pPr>
            <a:lvl2pPr lvl="1">
              <a:spcBef>
                <a:spcPts val="0"/>
              </a:spcBef>
              <a:spcAft>
                <a:spcPts val="0"/>
              </a:spcAft>
              <a:buClr>
                <a:schemeClr val="dk1"/>
              </a:buClr>
              <a:buSzPts val="1000"/>
              <a:buFont typeface="Sora"/>
              <a:buNone/>
              <a:defRPr sz="1000">
                <a:solidFill>
                  <a:schemeClr val="dk1"/>
                </a:solidFill>
                <a:latin typeface="Sora"/>
                <a:ea typeface="Sora"/>
                <a:cs typeface="Sora"/>
                <a:sym typeface="Sora"/>
              </a:defRPr>
            </a:lvl2pPr>
            <a:lvl3pPr lvl="2">
              <a:spcBef>
                <a:spcPts val="0"/>
              </a:spcBef>
              <a:spcAft>
                <a:spcPts val="0"/>
              </a:spcAft>
              <a:buClr>
                <a:schemeClr val="dk1"/>
              </a:buClr>
              <a:buSzPts val="1000"/>
              <a:buFont typeface="Sora"/>
              <a:buNone/>
              <a:defRPr sz="1000">
                <a:solidFill>
                  <a:schemeClr val="dk1"/>
                </a:solidFill>
                <a:latin typeface="Sora"/>
                <a:ea typeface="Sora"/>
                <a:cs typeface="Sora"/>
                <a:sym typeface="Sora"/>
              </a:defRPr>
            </a:lvl3pPr>
            <a:lvl4pPr lvl="3">
              <a:spcBef>
                <a:spcPts val="0"/>
              </a:spcBef>
              <a:spcAft>
                <a:spcPts val="0"/>
              </a:spcAft>
              <a:buClr>
                <a:schemeClr val="dk1"/>
              </a:buClr>
              <a:buSzPts val="1000"/>
              <a:buFont typeface="Sora"/>
              <a:buNone/>
              <a:defRPr sz="1000">
                <a:solidFill>
                  <a:schemeClr val="dk1"/>
                </a:solidFill>
                <a:latin typeface="Sora"/>
                <a:ea typeface="Sora"/>
                <a:cs typeface="Sora"/>
                <a:sym typeface="Sora"/>
              </a:defRPr>
            </a:lvl4pPr>
            <a:lvl5pPr lvl="4">
              <a:spcBef>
                <a:spcPts val="0"/>
              </a:spcBef>
              <a:spcAft>
                <a:spcPts val="0"/>
              </a:spcAft>
              <a:buClr>
                <a:schemeClr val="dk1"/>
              </a:buClr>
              <a:buSzPts val="1000"/>
              <a:buFont typeface="Sora"/>
              <a:buNone/>
              <a:defRPr sz="1000">
                <a:solidFill>
                  <a:schemeClr val="dk1"/>
                </a:solidFill>
                <a:latin typeface="Sora"/>
                <a:ea typeface="Sora"/>
                <a:cs typeface="Sora"/>
                <a:sym typeface="Sora"/>
              </a:defRPr>
            </a:lvl5pPr>
            <a:lvl6pPr lvl="5">
              <a:spcBef>
                <a:spcPts val="0"/>
              </a:spcBef>
              <a:spcAft>
                <a:spcPts val="0"/>
              </a:spcAft>
              <a:buClr>
                <a:schemeClr val="dk1"/>
              </a:buClr>
              <a:buSzPts val="1000"/>
              <a:buFont typeface="Sora"/>
              <a:buNone/>
              <a:defRPr sz="1000">
                <a:solidFill>
                  <a:schemeClr val="dk1"/>
                </a:solidFill>
                <a:latin typeface="Sora"/>
                <a:ea typeface="Sora"/>
                <a:cs typeface="Sora"/>
                <a:sym typeface="Sora"/>
              </a:defRPr>
            </a:lvl6pPr>
            <a:lvl7pPr lvl="6">
              <a:spcBef>
                <a:spcPts val="0"/>
              </a:spcBef>
              <a:spcAft>
                <a:spcPts val="0"/>
              </a:spcAft>
              <a:buClr>
                <a:schemeClr val="dk1"/>
              </a:buClr>
              <a:buSzPts val="1000"/>
              <a:buFont typeface="Sora"/>
              <a:buNone/>
              <a:defRPr sz="1000">
                <a:solidFill>
                  <a:schemeClr val="dk1"/>
                </a:solidFill>
                <a:latin typeface="Sora"/>
                <a:ea typeface="Sora"/>
                <a:cs typeface="Sora"/>
                <a:sym typeface="Sora"/>
              </a:defRPr>
            </a:lvl7pPr>
            <a:lvl8pPr lvl="7">
              <a:spcBef>
                <a:spcPts val="0"/>
              </a:spcBef>
              <a:spcAft>
                <a:spcPts val="0"/>
              </a:spcAft>
              <a:buClr>
                <a:schemeClr val="dk1"/>
              </a:buClr>
              <a:buSzPts val="1000"/>
              <a:buFont typeface="Sora"/>
              <a:buNone/>
              <a:defRPr sz="1000">
                <a:solidFill>
                  <a:schemeClr val="dk1"/>
                </a:solidFill>
                <a:latin typeface="Sora"/>
                <a:ea typeface="Sora"/>
                <a:cs typeface="Sora"/>
                <a:sym typeface="Sora"/>
              </a:defRPr>
            </a:lvl8pPr>
            <a:lvl9pPr lvl="8">
              <a:spcBef>
                <a:spcPts val="0"/>
              </a:spcBef>
              <a:spcAft>
                <a:spcPts val="0"/>
              </a:spcAft>
              <a:buClr>
                <a:schemeClr val="dk1"/>
              </a:buClr>
              <a:buSzPts val="1000"/>
              <a:buFont typeface="Sora"/>
              <a:buNone/>
              <a:defRPr sz="1000">
                <a:solidFill>
                  <a:schemeClr val="dk1"/>
                </a:solidFill>
                <a:latin typeface="Sora"/>
                <a:ea typeface="Sora"/>
                <a:cs typeface="Sora"/>
                <a:sym typeface="Sora"/>
              </a:defRPr>
            </a:lvl9pPr>
          </a:lstStyle>
          <a:p/>
        </p:txBody>
      </p:sp>
      <p:sp>
        <p:nvSpPr>
          <p:cNvPr id="435" name="Google Shape;435;p30"/>
          <p:cNvSpPr txBox="1"/>
          <p:nvPr>
            <p:ph idx="8" type="title"/>
          </p:nvPr>
        </p:nvSpPr>
        <p:spPr>
          <a:xfrm>
            <a:off x="1048325" y="3512475"/>
            <a:ext cx="2069700" cy="785100"/>
          </a:xfrm>
          <a:prstGeom prst="rect">
            <a:avLst/>
          </a:prstGeom>
        </p:spPr>
        <p:txBody>
          <a:bodyPr anchorCtr="0" anchor="t" bIns="91425" lIns="182875" spcFirstLastPara="1" rIns="91425" wrap="square" tIns="91425">
            <a:noAutofit/>
          </a:bodyPr>
          <a:lstStyle>
            <a:lvl1pPr lvl="0">
              <a:spcBef>
                <a:spcPts val="0"/>
              </a:spcBef>
              <a:spcAft>
                <a:spcPts val="0"/>
              </a:spcAft>
              <a:buClr>
                <a:schemeClr val="dk1"/>
              </a:buClr>
              <a:buSzPts val="1000"/>
              <a:buFont typeface="Sora"/>
              <a:buNone/>
              <a:defRPr sz="1000">
                <a:solidFill>
                  <a:schemeClr val="dk1"/>
                </a:solidFill>
                <a:latin typeface="Sora"/>
                <a:ea typeface="Sora"/>
                <a:cs typeface="Sora"/>
                <a:sym typeface="Sora"/>
              </a:defRPr>
            </a:lvl1pPr>
            <a:lvl2pPr lvl="1">
              <a:spcBef>
                <a:spcPts val="0"/>
              </a:spcBef>
              <a:spcAft>
                <a:spcPts val="0"/>
              </a:spcAft>
              <a:buClr>
                <a:schemeClr val="dk1"/>
              </a:buClr>
              <a:buSzPts val="1000"/>
              <a:buFont typeface="Sora"/>
              <a:buNone/>
              <a:defRPr sz="1000">
                <a:solidFill>
                  <a:schemeClr val="dk1"/>
                </a:solidFill>
                <a:latin typeface="Sora"/>
                <a:ea typeface="Sora"/>
                <a:cs typeface="Sora"/>
                <a:sym typeface="Sora"/>
              </a:defRPr>
            </a:lvl2pPr>
            <a:lvl3pPr lvl="2">
              <a:spcBef>
                <a:spcPts val="0"/>
              </a:spcBef>
              <a:spcAft>
                <a:spcPts val="0"/>
              </a:spcAft>
              <a:buClr>
                <a:schemeClr val="dk1"/>
              </a:buClr>
              <a:buSzPts val="1000"/>
              <a:buFont typeface="Sora"/>
              <a:buNone/>
              <a:defRPr sz="1000">
                <a:solidFill>
                  <a:schemeClr val="dk1"/>
                </a:solidFill>
                <a:latin typeface="Sora"/>
                <a:ea typeface="Sora"/>
                <a:cs typeface="Sora"/>
                <a:sym typeface="Sora"/>
              </a:defRPr>
            </a:lvl3pPr>
            <a:lvl4pPr lvl="3">
              <a:spcBef>
                <a:spcPts val="0"/>
              </a:spcBef>
              <a:spcAft>
                <a:spcPts val="0"/>
              </a:spcAft>
              <a:buClr>
                <a:schemeClr val="dk1"/>
              </a:buClr>
              <a:buSzPts val="1000"/>
              <a:buFont typeface="Sora"/>
              <a:buNone/>
              <a:defRPr sz="1000">
                <a:solidFill>
                  <a:schemeClr val="dk1"/>
                </a:solidFill>
                <a:latin typeface="Sora"/>
                <a:ea typeface="Sora"/>
                <a:cs typeface="Sora"/>
                <a:sym typeface="Sora"/>
              </a:defRPr>
            </a:lvl4pPr>
            <a:lvl5pPr lvl="4">
              <a:spcBef>
                <a:spcPts val="0"/>
              </a:spcBef>
              <a:spcAft>
                <a:spcPts val="0"/>
              </a:spcAft>
              <a:buClr>
                <a:schemeClr val="dk1"/>
              </a:buClr>
              <a:buSzPts val="1000"/>
              <a:buFont typeface="Sora"/>
              <a:buNone/>
              <a:defRPr sz="1000">
                <a:solidFill>
                  <a:schemeClr val="dk1"/>
                </a:solidFill>
                <a:latin typeface="Sora"/>
                <a:ea typeface="Sora"/>
                <a:cs typeface="Sora"/>
                <a:sym typeface="Sora"/>
              </a:defRPr>
            </a:lvl5pPr>
            <a:lvl6pPr lvl="5">
              <a:spcBef>
                <a:spcPts val="0"/>
              </a:spcBef>
              <a:spcAft>
                <a:spcPts val="0"/>
              </a:spcAft>
              <a:buClr>
                <a:schemeClr val="dk1"/>
              </a:buClr>
              <a:buSzPts val="1000"/>
              <a:buFont typeface="Sora"/>
              <a:buNone/>
              <a:defRPr sz="1000">
                <a:solidFill>
                  <a:schemeClr val="dk1"/>
                </a:solidFill>
                <a:latin typeface="Sora"/>
                <a:ea typeface="Sora"/>
                <a:cs typeface="Sora"/>
                <a:sym typeface="Sora"/>
              </a:defRPr>
            </a:lvl6pPr>
            <a:lvl7pPr lvl="6">
              <a:spcBef>
                <a:spcPts val="0"/>
              </a:spcBef>
              <a:spcAft>
                <a:spcPts val="0"/>
              </a:spcAft>
              <a:buClr>
                <a:schemeClr val="dk1"/>
              </a:buClr>
              <a:buSzPts val="1000"/>
              <a:buFont typeface="Sora"/>
              <a:buNone/>
              <a:defRPr sz="1000">
                <a:solidFill>
                  <a:schemeClr val="dk1"/>
                </a:solidFill>
                <a:latin typeface="Sora"/>
                <a:ea typeface="Sora"/>
                <a:cs typeface="Sora"/>
                <a:sym typeface="Sora"/>
              </a:defRPr>
            </a:lvl7pPr>
            <a:lvl8pPr lvl="7">
              <a:spcBef>
                <a:spcPts val="0"/>
              </a:spcBef>
              <a:spcAft>
                <a:spcPts val="0"/>
              </a:spcAft>
              <a:buClr>
                <a:schemeClr val="dk1"/>
              </a:buClr>
              <a:buSzPts val="1000"/>
              <a:buFont typeface="Sora"/>
              <a:buNone/>
              <a:defRPr sz="1000">
                <a:solidFill>
                  <a:schemeClr val="dk1"/>
                </a:solidFill>
                <a:latin typeface="Sora"/>
                <a:ea typeface="Sora"/>
                <a:cs typeface="Sora"/>
                <a:sym typeface="Sora"/>
              </a:defRPr>
            </a:lvl8pPr>
            <a:lvl9pPr lvl="8">
              <a:spcBef>
                <a:spcPts val="0"/>
              </a:spcBef>
              <a:spcAft>
                <a:spcPts val="0"/>
              </a:spcAft>
              <a:buClr>
                <a:schemeClr val="dk1"/>
              </a:buClr>
              <a:buSzPts val="1000"/>
              <a:buFont typeface="Sora"/>
              <a:buNone/>
              <a:defRPr sz="1000">
                <a:solidFill>
                  <a:schemeClr val="dk1"/>
                </a:solidFill>
                <a:latin typeface="Sora"/>
                <a:ea typeface="Sora"/>
                <a:cs typeface="Sora"/>
                <a:sym typeface="Sora"/>
              </a:defRPr>
            </a:lvl9pPr>
          </a:lstStyle>
          <a:p/>
        </p:txBody>
      </p:sp>
      <p:sp>
        <p:nvSpPr>
          <p:cNvPr id="436" name="Google Shape;436;p30"/>
          <p:cNvSpPr txBox="1"/>
          <p:nvPr>
            <p:ph idx="9" type="title"/>
          </p:nvPr>
        </p:nvSpPr>
        <p:spPr>
          <a:xfrm>
            <a:off x="3820750" y="1711525"/>
            <a:ext cx="1800000" cy="1522200"/>
          </a:xfrm>
          <a:prstGeom prst="rect">
            <a:avLst/>
          </a:prstGeom>
        </p:spPr>
        <p:txBody>
          <a:bodyPr anchorCtr="0" anchor="t" bIns="91425" lIns="0" spcFirstLastPara="1" rIns="0" wrap="square" tIns="91425">
            <a:noAutofit/>
          </a:bodyPr>
          <a:lstStyle>
            <a:lvl1pPr lvl="0">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1pPr>
            <a:lvl2pPr lvl="1">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2pPr>
            <a:lvl3pPr lvl="2">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3pPr>
            <a:lvl4pPr lvl="3">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4pPr>
            <a:lvl5pPr lvl="4">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5pPr>
            <a:lvl6pPr lvl="5">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6pPr>
            <a:lvl7pPr lvl="6">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7pPr>
            <a:lvl8pPr lvl="7">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8pPr>
            <a:lvl9pPr lvl="8">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9pPr>
          </a:lstStyle>
          <a:p/>
        </p:txBody>
      </p:sp>
      <p:sp>
        <p:nvSpPr>
          <p:cNvPr id="437" name="Google Shape;437;p30"/>
          <p:cNvSpPr txBox="1"/>
          <p:nvPr>
            <p:ph idx="13" type="title"/>
          </p:nvPr>
        </p:nvSpPr>
        <p:spPr>
          <a:xfrm>
            <a:off x="7107575" y="1711450"/>
            <a:ext cx="874200" cy="1522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1pPr>
            <a:lvl2pPr lvl="1">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2pPr>
            <a:lvl3pPr lvl="2">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3pPr>
            <a:lvl4pPr lvl="3">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4pPr>
            <a:lvl5pPr lvl="4">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5pPr>
            <a:lvl6pPr lvl="5">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6pPr>
            <a:lvl7pPr lvl="6">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7pPr>
            <a:lvl8pPr lvl="7">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8pPr>
            <a:lvl9pPr lvl="8">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9pPr>
          </a:lstStyle>
          <a:p/>
        </p:txBody>
      </p:sp>
      <p:sp>
        <p:nvSpPr>
          <p:cNvPr id="438" name="Google Shape;438;p30"/>
          <p:cNvSpPr txBox="1"/>
          <p:nvPr>
            <p:ph idx="14" type="title"/>
          </p:nvPr>
        </p:nvSpPr>
        <p:spPr>
          <a:xfrm>
            <a:off x="5518325" y="1711575"/>
            <a:ext cx="1322100" cy="1522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1pPr>
            <a:lvl2pPr lvl="1">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2pPr>
            <a:lvl3pPr lvl="2">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3pPr>
            <a:lvl4pPr lvl="3">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4pPr>
            <a:lvl5pPr lvl="4">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5pPr>
            <a:lvl6pPr lvl="5">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6pPr>
            <a:lvl7pPr lvl="6">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7pPr>
            <a:lvl8pPr lvl="7">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8pPr>
            <a:lvl9pPr lvl="8">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9pPr>
          </a:lstStyle>
          <a:p/>
        </p:txBody>
      </p:sp>
      <p:sp>
        <p:nvSpPr>
          <p:cNvPr id="439" name="Google Shape;439;p30"/>
          <p:cNvSpPr txBox="1"/>
          <p:nvPr>
            <p:ph idx="15"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440" name="Google Shape;440;p30"/>
          <p:cNvSpPr txBox="1"/>
          <p:nvPr>
            <p:ph idx="16" type="title"/>
          </p:nvPr>
        </p:nvSpPr>
        <p:spPr>
          <a:xfrm>
            <a:off x="93381" y="502775"/>
            <a:ext cx="7178100" cy="7851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solidFill>
                  <a:schemeClr val="dk2"/>
                </a:solidFill>
              </a:defRPr>
            </a:lvl1pPr>
            <a:lvl2pPr lvl="1">
              <a:lnSpc>
                <a:spcPct val="115000"/>
              </a:lnSpc>
              <a:spcBef>
                <a:spcPts val="0"/>
              </a:spcBef>
              <a:spcAft>
                <a:spcPts val="0"/>
              </a:spcAft>
              <a:buNone/>
              <a:defRPr sz="3600">
                <a:solidFill>
                  <a:schemeClr val="dk2"/>
                </a:solidFill>
              </a:defRPr>
            </a:lvl2pPr>
            <a:lvl3pPr lvl="2">
              <a:lnSpc>
                <a:spcPct val="115000"/>
              </a:lnSpc>
              <a:spcBef>
                <a:spcPts val="0"/>
              </a:spcBef>
              <a:spcAft>
                <a:spcPts val="0"/>
              </a:spcAft>
              <a:buNone/>
              <a:defRPr sz="3600">
                <a:solidFill>
                  <a:schemeClr val="dk2"/>
                </a:solidFill>
              </a:defRPr>
            </a:lvl3pPr>
            <a:lvl4pPr lvl="3">
              <a:lnSpc>
                <a:spcPct val="115000"/>
              </a:lnSpc>
              <a:spcBef>
                <a:spcPts val="0"/>
              </a:spcBef>
              <a:spcAft>
                <a:spcPts val="0"/>
              </a:spcAft>
              <a:buNone/>
              <a:defRPr sz="3600">
                <a:solidFill>
                  <a:schemeClr val="dk2"/>
                </a:solidFill>
              </a:defRPr>
            </a:lvl4pPr>
            <a:lvl5pPr lvl="4">
              <a:lnSpc>
                <a:spcPct val="115000"/>
              </a:lnSpc>
              <a:spcBef>
                <a:spcPts val="0"/>
              </a:spcBef>
              <a:spcAft>
                <a:spcPts val="0"/>
              </a:spcAft>
              <a:buNone/>
              <a:defRPr sz="3600">
                <a:solidFill>
                  <a:schemeClr val="dk2"/>
                </a:solidFill>
              </a:defRPr>
            </a:lvl5pPr>
            <a:lvl6pPr lvl="5">
              <a:lnSpc>
                <a:spcPct val="115000"/>
              </a:lnSpc>
              <a:spcBef>
                <a:spcPts val="0"/>
              </a:spcBef>
              <a:spcAft>
                <a:spcPts val="0"/>
              </a:spcAft>
              <a:buNone/>
              <a:defRPr sz="3600">
                <a:solidFill>
                  <a:schemeClr val="dk2"/>
                </a:solidFill>
              </a:defRPr>
            </a:lvl6pPr>
            <a:lvl7pPr lvl="6">
              <a:lnSpc>
                <a:spcPct val="115000"/>
              </a:lnSpc>
              <a:spcBef>
                <a:spcPts val="0"/>
              </a:spcBef>
              <a:spcAft>
                <a:spcPts val="0"/>
              </a:spcAft>
              <a:buNone/>
              <a:defRPr sz="3600">
                <a:solidFill>
                  <a:schemeClr val="dk2"/>
                </a:solidFill>
              </a:defRPr>
            </a:lvl7pPr>
            <a:lvl8pPr lvl="7">
              <a:lnSpc>
                <a:spcPct val="115000"/>
              </a:lnSpc>
              <a:spcBef>
                <a:spcPts val="0"/>
              </a:spcBef>
              <a:spcAft>
                <a:spcPts val="0"/>
              </a:spcAft>
              <a:buNone/>
              <a:defRPr sz="3600">
                <a:solidFill>
                  <a:schemeClr val="dk2"/>
                </a:solidFill>
              </a:defRPr>
            </a:lvl8pPr>
            <a:lvl9pPr lvl="8">
              <a:lnSpc>
                <a:spcPct val="115000"/>
              </a:lnSpc>
              <a:spcBef>
                <a:spcPts val="0"/>
              </a:spcBef>
              <a:spcAft>
                <a:spcPts val="0"/>
              </a:spcAft>
              <a:buNone/>
              <a:defRPr sz="3600">
                <a:solidFill>
                  <a:schemeClr val="dk2"/>
                </a:solidFill>
              </a:defRPr>
            </a:lvl9pPr>
          </a:lstStyle>
          <a:p/>
        </p:txBody>
      </p:sp>
      <p:sp>
        <p:nvSpPr>
          <p:cNvPr id="441" name="Google Shape;441;p30"/>
          <p:cNvSpPr txBox="1"/>
          <p:nvPr>
            <p:ph idx="17"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and Project Roadmap">
  <p:cSld name="BLANK_1_1_1_1_1_1_1_1_1_1_3_1">
    <p:bg>
      <p:bgPr>
        <a:solidFill>
          <a:schemeClr val="lt1"/>
        </a:solidFill>
      </p:bgPr>
    </p:bg>
    <p:spTree>
      <p:nvGrpSpPr>
        <p:cNvPr id="442" name="Shape 442"/>
        <p:cNvGrpSpPr/>
        <p:nvPr/>
      </p:nvGrpSpPr>
      <p:grpSpPr>
        <a:xfrm>
          <a:off x="0" y="0"/>
          <a:ext cx="0" cy="0"/>
          <a:chOff x="0" y="0"/>
          <a:chExt cx="0" cy="0"/>
        </a:xfrm>
      </p:grpSpPr>
      <p:sp>
        <p:nvSpPr>
          <p:cNvPr id="443" name="Google Shape;443;p31"/>
          <p:cNvSpPr txBox="1"/>
          <p:nvPr>
            <p:ph type="title"/>
          </p:nvPr>
        </p:nvSpPr>
        <p:spPr>
          <a:xfrm>
            <a:off x="134550" y="1339350"/>
            <a:ext cx="1119600" cy="297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9pPr>
          </a:lstStyle>
          <a:p/>
        </p:txBody>
      </p:sp>
      <p:sp>
        <p:nvSpPr>
          <p:cNvPr id="444" name="Google Shape;444;p31"/>
          <p:cNvSpPr txBox="1"/>
          <p:nvPr>
            <p:ph idx="2" type="title"/>
          </p:nvPr>
        </p:nvSpPr>
        <p:spPr>
          <a:xfrm>
            <a:off x="1326150" y="904338"/>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9pPr>
          </a:lstStyle>
          <a:p/>
        </p:txBody>
      </p:sp>
      <p:sp>
        <p:nvSpPr>
          <p:cNvPr id="445" name="Google Shape;445;p31"/>
          <p:cNvSpPr txBox="1"/>
          <p:nvPr>
            <p:ph idx="3" type="title"/>
          </p:nvPr>
        </p:nvSpPr>
        <p:spPr>
          <a:xfrm>
            <a:off x="3877025" y="904338"/>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9pPr>
          </a:lstStyle>
          <a:p/>
        </p:txBody>
      </p:sp>
      <p:sp>
        <p:nvSpPr>
          <p:cNvPr id="446" name="Google Shape;446;p31"/>
          <p:cNvSpPr txBox="1"/>
          <p:nvPr>
            <p:ph idx="4" type="title"/>
          </p:nvPr>
        </p:nvSpPr>
        <p:spPr>
          <a:xfrm>
            <a:off x="6291700" y="904338"/>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9pPr>
          </a:lstStyle>
          <a:p/>
        </p:txBody>
      </p:sp>
      <p:sp>
        <p:nvSpPr>
          <p:cNvPr id="447" name="Google Shape;447;p31"/>
          <p:cNvSpPr txBox="1"/>
          <p:nvPr>
            <p:ph idx="5" type="title"/>
          </p:nvPr>
        </p:nvSpPr>
        <p:spPr>
          <a:xfrm>
            <a:off x="134550" y="2545225"/>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9pPr>
          </a:lstStyle>
          <a:p/>
        </p:txBody>
      </p:sp>
      <p:sp>
        <p:nvSpPr>
          <p:cNvPr id="448" name="Google Shape;448;p31"/>
          <p:cNvSpPr txBox="1"/>
          <p:nvPr>
            <p:ph idx="6" type="title"/>
          </p:nvPr>
        </p:nvSpPr>
        <p:spPr>
          <a:xfrm>
            <a:off x="134550" y="3703975"/>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9pPr>
          </a:lstStyle>
          <a:p/>
        </p:txBody>
      </p:sp>
      <p:sp>
        <p:nvSpPr>
          <p:cNvPr id="449" name="Google Shape;449;p31"/>
          <p:cNvSpPr txBox="1"/>
          <p:nvPr>
            <p:ph idx="7" type="title"/>
          </p:nvPr>
        </p:nvSpPr>
        <p:spPr>
          <a:xfrm>
            <a:off x="3877025" y="1339350"/>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None/>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450" name="Google Shape;450;p31"/>
          <p:cNvSpPr txBox="1"/>
          <p:nvPr>
            <p:ph idx="8" type="title"/>
          </p:nvPr>
        </p:nvSpPr>
        <p:spPr>
          <a:xfrm>
            <a:off x="3877025" y="2552413"/>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9pPr>
          </a:lstStyle>
          <a:p/>
        </p:txBody>
      </p:sp>
      <p:sp>
        <p:nvSpPr>
          <p:cNvPr id="451" name="Google Shape;451;p31"/>
          <p:cNvSpPr txBox="1"/>
          <p:nvPr>
            <p:ph idx="9" type="title"/>
          </p:nvPr>
        </p:nvSpPr>
        <p:spPr>
          <a:xfrm>
            <a:off x="3877025" y="3711169"/>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9pPr>
          </a:lstStyle>
          <a:p/>
        </p:txBody>
      </p:sp>
      <p:sp>
        <p:nvSpPr>
          <p:cNvPr id="452" name="Google Shape;452;p31"/>
          <p:cNvSpPr txBox="1"/>
          <p:nvPr>
            <p:ph idx="13" type="title"/>
          </p:nvPr>
        </p:nvSpPr>
        <p:spPr>
          <a:xfrm>
            <a:off x="6427900" y="2552413"/>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000"/>
              <a:buFont typeface="Sora"/>
              <a:buChar char="➔"/>
              <a:defRPr sz="1000">
                <a:latin typeface="Sora"/>
                <a:ea typeface="Sora"/>
                <a:cs typeface="Sora"/>
                <a:sym typeface="Sora"/>
              </a:defRPr>
            </a:lvl1pPr>
            <a:lvl2pPr lvl="1">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9pPr>
          </a:lstStyle>
          <a:p/>
        </p:txBody>
      </p:sp>
      <p:sp>
        <p:nvSpPr>
          <p:cNvPr id="453" name="Google Shape;453;p31"/>
          <p:cNvSpPr txBox="1"/>
          <p:nvPr>
            <p:ph idx="14" type="title"/>
          </p:nvPr>
        </p:nvSpPr>
        <p:spPr>
          <a:xfrm>
            <a:off x="6427900" y="1339350"/>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000"/>
              <a:buFont typeface="Sora"/>
              <a:buChar char="➔"/>
              <a:defRPr sz="1000">
                <a:latin typeface="Sora"/>
                <a:ea typeface="Sora"/>
                <a:cs typeface="Sora"/>
                <a:sym typeface="Sora"/>
              </a:defRPr>
            </a:lvl1pPr>
            <a:lvl2pPr lvl="1">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9pPr>
          </a:lstStyle>
          <a:p/>
        </p:txBody>
      </p:sp>
      <p:sp>
        <p:nvSpPr>
          <p:cNvPr id="454" name="Google Shape;454;p31"/>
          <p:cNvSpPr txBox="1"/>
          <p:nvPr>
            <p:ph idx="15" type="title"/>
          </p:nvPr>
        </p:nvSpPr>
        <p:spPr>
          <a:xfrm>
            <a:off x="6427900" y="3711169"/>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000"/>
              <a:buFont typeface="Sora"/>
              <a:buChar char="➔"/>
              <a:defRPr sz="1000">
                <a:latin typeface="Sora"/>
                <a:ea typeface="Sora"/>
                <a:cs typeface="Sora"/>
                <a:sym typeface="Sora"/>
              </a:defRPr>
            </a:lvl1pPr>
            <a:lvl2pPr lvl="1">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9pPr>
          </a:lstStyle>
          <a:p/>
        </p:txBody>
      </p:sp>
      <p:sp>
        <p:nvSpPr>
          <p:cNvPr id="455" name="Google Shape;455;p31"/>
          <p:cNvSpPr txBox="1"/>
          <p:nvPr>
            <p:ph idx="16" type="title"/>
          </p:nvPr>
        </p:nvSpPr>
        <p:spPr>
          <a:xfrm>
            <a:off x="1326150" y="1339350"/>
            <a:ext cx="2296500" cy="924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None/>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456" name="Google Shape;456;p31"/>
          <p:cNvSpPr txBox="1"/>
          <p:nvPr>
            <p:ph idx="17" type="title"/>
          </p:nvPr>
        </p:nvSpPr>
        <p:spPr>
          <a:xfrm>
            <a:off x="1326150" y="2545213"/>
            <a:ext cx="2296500" cy="924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None/>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457" name="Google Shape;457;p31"/>
          <p:cNvSpPr txBox="1"/>
          <p:nvPr>
            <p:ph idx="18" type="title"/>
          </p:nvPr>
        </p:nvSpPr>
        <p:spPr>
          <a:xfrm>
            <a:off x="1326150" y="3703969"/>
            <a:ext cx="2296500" cy="924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None/>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458" name="Google Shape;458;p31"/>
          <p:cNvSpPr txBox="1"/>
          <p:nvPr>
            <p:ph idx="19"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459" name="Google Shape;459;p31"/>
          <p:cNvSpPr txBox="1"/>
          <p:nvPr>
            <p:ph idx="20" type="title"/>
          </p:nvPr>
        </p:nvSpPr>
        <p:spPr>
          <a:xfrm>
            <a:off x="38100" y="319650"/>
            <a:ext cx="3116700" cy="520200"/>
          </a:xfrm>
          <a:prstGeom prst="rect">
            <a:avLst/>
          </a:prstGeom>
        </p:spPr>
        <p:txBody>
          <a:bodyPr anchorCtr="0" anchor="t" bIns="91425" lIns="182875" spcFirstLastPara="1" rIns="91425" wrap="square" tIns="91425">
            <a:spAutoFit/>
          </a:bodyPr>
          <a:lstStyle>
            <a:lvl1pPr lvl="0">
              <a:spcBef>
                <a:spcPts val="0"/>
              </a:spcBef>
              <a:spcAft>
                <a:spcPts val="0"/>
              </a:spcAft>
              <a:buNone/>
              <a:defRPr sz="1600">
                <a:solidFill>
                  <a:schemeClr val="accent3"/>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3"/>
                </a:solidFill>
              </a:defRPr>
            </a:lvl2pPr>
            <a:lvl3pPr lvl="2">
              <a:lnSpc>
                <a:spcPct val="115000"/>
              </a:lnSpc>
              <a:spcBef>
                <a:spcPts val="0"/>
              </a:spcBef>
              <a:spcAft>
                <a:spcPts val="0"/>
              </a:spcAft>
              <a:buNone/>
              <a:defRPr sz="1800">
                <a:solidFill>
                  <a:schemeClr val="accent3"/>
                </a:solidFill>
              </a:defRPr>
            </a:lvl3pPr>
            <a:lvl4pPr lvl="3">
              <a:lnSpc>
                <a:spcPct val="115000"/>
              </a:lnSpc>
              <a:spcBef>
                <a:spcPts val="0"/>
              </a:spcBef>
              <a:spcAft>
                <a:spcPts val="0"/>
              </a:spcAft>
              <a:buNone/>
              <a:defRPr sz="1800">
                <a:solidFill>
                  <a:schemeClr val="accent3"/>
                </a:solidFill>
              </a:defRPr>
            </a:lvl4pPr>
            <a:lvl5pPr lvl="4">
              <a:lnSpc>
                <a:spcPct val="115000"/>
              </a:lnSpc>
              <a:spcBef>
                <a:spcPts val="0"/>
              </a:spcBef>
              <a:spcAft>
                <a:spcPts val="0"/>
              </a:spcAft>
              <a:buNone/>
              <a:defRPr sz="1800">
                <a:solidFill>
                  <a:schemeClr val="accent3"/>
                </a:solidFill>
              </a:defRPr>
            </a:lvl5pPr>
            <a:lvl6pPr lvl="5">
              <a:lnSpc>
                <a:spcPct val="115000"/>
              </a:lnSpc>
              <a:spcBef>
                <a:spcPts val="0"/>
              </a:spcBef>
              <a:spcAft>
                <a:spcPts val="0"/>
              </a:spcAft>
              <a:buNone/>
              <a:defRPr sz="1800">
                <a:solidFill>
                  <a:schemeClr val="accent3"/>
                </a:solidFill>
              </a:defRPr>
            </a:lvl6pPr>
            <a:lvl7pPr lvl="6">
              <a:lnSpc>
                <a:spcPct val="115000"/>
              </a:lnSpc>
              <a:spcBef>
                <a:spcPts val="0"/>
              </a:spcBef>
              <a:spcAft>
                <a:spcPts val="0"/>
              </a:spcAft>
              <a:buNone/>
              <a:defRPr sz="1800">
                <a:solidFill>
                  <a:schemeClr val="accent3"/>
                </a:solidFill>
              </a:defRPr>
            </a:lvl7pPr>
            <a:lvl8pPr lvl="7">
              <a:lnSpc>
                <a:spcPct val="115000"/>
              </a:lnSpc>
              <a:spcBef>
                <a:spcPts val="0"/>
              </a:spcBef>
              <a:spcAft>
                <a:spcPts val="0"/>
              </a:spcAft>
              <a:buNone/>
              <a:defRPr sz="1800">
                <a:solidFill>
                  <a:schemeClr val="accent3"/>
                </a:solidFill>
              </a:defRPr>
            </a:lvl8pPr>
            <a:lvl9pPr lvl="8">
              <a:lnSpc>
                <a:spcPct val="115000"/>
              </a:lnSpc>
              <a:spcBef>
                <a:spcPts val="0"/>
              </a:spcBef>
              <a:spcAft>
                <a:spcPts val="0"/>
              </a:spcAft>
              <a:buNone/>
              <a:defRPr sz="1800">
                <a:solidFill>
                  <a:schemeClr val="accent3"/>
                </a:solidFill>
              </a:defRPr>
            </a:lvl9pPr>
          </a:lstStyle>
          <a:p/>
        </p:txBody>
      </p:sp>
      <p:sp>
        <p:nvSpPr>
          <p:cNvPr id="460" name="Google Shape;460;p31"/>
          <p:cNvSpPr txBox="1"/>
          <p:nvPr>
            <p:ph idx="21"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oadmap">
  <p:cSld name="BLANK_1_1_1_1_1_1_1_1_1_1_2">
    <p:spTree>
      <p:nvGrpSpPr>
        <p:cNvPr id="461" name="Shape 461"/>
        <p:cNvGrpSpPr/>
        <p:nvPr/>
      </p:nvGrpSpPr>
      <p:grpSpPr>
        <a:xfrm>
          <a:off x="0" y="0"/>
          <a:ext cx="0" cy="0"/>
          <a:chOff x="0" y="0"/>
          <a:chExt cx="0" cy="0"/>
        </a:xfrm>
      </p:grpSpPr>
      <p:sp>
        <p:nvSpPr>
          <p:cNvPr id="462" name="Google Shape;462;p32"/>
          <p:cNvSpPr/>
          <p:nvPr/>
        </p:nvSpPr>
        <p:spPr>
          <a:xfrm>
            <a:off x="8210550" y="-7150"/>
            <a:ext cx="945375" cy="1453000"/>
          </a:xfrm>
          <a:custGeom>
            <a:rect b="b" l="l" r="r" t="t"/>
            <a:pathLst>
              <a:path extrusionOk="0" h="58120" w="37815">
                <a:moveTo>
                  <a:pt x="0" y="35846"/>
                </a:moveTo>
                <a:lnTo>
                  <a:pt x="37815" y="58120"/>
                </a:lnTo>
                <a:lnTo>
                  <a:pt x="37589" y="0"/>
                </a:lnTo>
                <a:lnTo>
                  <a:pt x="2413" y="32"/>
                </a:lnTo>
                <a:close/>
              </a:path>
            </a:pathLst>
          </a:custGeom>
          <a:solidFill>
            <a:schemeClr val="lt1"/>
          </a:solidFill>
          <a:ln>
            <a:noFill/>
          </a:ln>
        </p:spPr>
      </p:sp>
      <p:sp>
        <p:nvSpPr>
          <p:cNvPr id="463" name="Google Shape;463;p32"/>
          <p:cNvSpPr/>
          <p:nvPr/>
        </p:nvSpPr>
        <p:spPr>
          <a:xfrm>
            <a:off x="4614025" y="-6850"/>
            <a:ext cx="3659250" cy="1404775"/>
          </a:xfrm>
          <a:custGeom>
            <a:rect b="b" l="l" r="r" t="t"/>
            <a:pathLst>
              <a:path extrusionOk="0" h="56191" w="146370">
                <a:moveTo>
                  <a:pt x="5482" y="0"/>
                </a:moveTo>
                <a:lnTo>
                  <a:pt x="0" y="56191"/>
                </a:lnTo>
                <a:lnTo>
                  <a:pt x="144451" y="35907"/>
                </a:lnTo>
                <a:lnTo>
                  <a:pt x="146370" y="274"/>
                </a:lnTo>
                <a:close/>
              </a:path>
            </a:pathLst>
          </a:custGeom>
          <a:gradFill>
            <a:gsLst>
              <a:gs pos="0">
                <a:schemeClr val="accent3"/>
              </a:gs>
              <a:gs pos="35000">
                <a:schemeClr val="accent3"/>
              </a:gs>
              <a:gs pos="100000">
                <a:schemeClr val="accent1"/>
              </a:gs>
            </a:gsLst>
            <a:lin ang="8099331" scaled="0"/>
          </a:gradFill>
          <a:ln>
            <a:noFill/>
          </a:ln>
        </p:spPr>
      </p:sp>
      <p:sp>
        <p:nvSpPr>
          <p:cNvPr id="464" name="Google Shape;464;p32"/>
          <p:cNvSpPr txBox="1"/>
          <p:nvPr>
            <p:ph type="title"/>
          </p:nvPr>
        </p:nvSpPr>
        <p:spPr>
          <a:xfrm>
            <a:off x="115025" y="502775"/>
            <a:ext cx="58290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465" name="Google Shape;465;p32"/>
          <p:cNvSpPr txBox="1"/>
          <p:nvPr>
            <p:ph idx="2"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466" name="Google Shape;466;p32"/>
          <p:cNvSpPr txBox="1"/>
          <p:nvPr>
            <p:ph idx="3" type="title"/>
          </p:nvPr>
        </p:nvSpPr>
        <p:spPr>
          <a:xfrm>
            <a:off x="2117950" y="2031200"/>
            <a:ext cx="825900" cy="361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467" name="Google Shape;467;p32"/>
          <p:cNvSpPr txBox="1"/>
          <p:nvPr>
            <p:ph idx="4" type="title"/>
          </p:nvPr>
        </p:nvSpPr>
        <p:spPr>
          <a:xfrm>
            <a:off x="3987300" y="2031200"/>
            <a:ext cx="825900" cy="361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468" name="Google Shape;468;p32"/>
          <p:cNvSpPr txBox="1"/>
          <p:nvPr>
            <p:ph idx="5" type="title"/>
          </p:nvPr>
        </p:nvSpPr>
        <p:spPr>
          <a:xfrm>
            <a:off x="389050" y="2031200"/>
            <a:ext cx="825900" cy="361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469" name="Google Shape;469;p32"/>
          <p:cNvSpPr txBox="1"/>
          <p:nvPr>
            <p:ph idx="6" type="title"/>
          </p:nvPr>
        </p:nvSpPr>
        <p:spPr>
          <a:xfrm>
            <a:off x="5858938" y="2031200"/>
            <a:ext cx="825900" cy="361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470" name="Google Shape;470;p32"/>
          <p:cNvSpPr txBox="1"/>
          <p:nvPr>
            <p:ph idx="7" type="title"/>
          </p:nvPr>
        </p:nvSpPr>
        <p:spPr>
          <a:xfrm>
            <a:off x="7730563" y="1797200"/>
            <a:ext cx="825900" cy="361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471" name="Google Shape;471;p32"/>
          <p:cNvSpPr txBox="1"/>
          <p:nvPr>
            <p:ph idx="1" type="body"/>
          </p:nvPr>
        </p:nvSpPr>
        <p:spPr>
          <a:xfrm>
            <a:off x="148300" y="2960850"/>
            <a:ext cx="1374600" cy="10563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472" name="Google Shape;472;p32"/>
          <p:cNvSpPr txBox="1"/>
          <p:nvPr>
            <p:ph idx="8" type="body"/>
          </p:nvPr>
        </p:nvSpPr>
        <p:spPr>
          <a:xfrm>
            <a:off x="3601450" y="2960850"/>
            <a:ext cx="1579500" cy="10563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473" name="Google Shape;473;p32"/>
          <p:cNvSpPr txBox="1"/>
          <p:nvPr>
            <p:ph idx="9" type="body"/>
          </p:nvPr>
        </p:nvSpPr>
        <p:spPr>
          <a:xfrm>
            <a:off x="5565675" y="2960850"/>
            <a:ext cx="1487700" cy="10563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474" name="Google Shape;474;p32"/>
          <p:cNvSpPr txBox="1"/>
          <p:nvPr>
            <p:ph idx="13" type="body"/>
          </p:nvPr>
        </p:nvSpPr>
        <p:spPr>
          <a:xfrm>
            <a:off x="7346300" y="3194850"/>
            <a:ext cx="1649400" cy="14397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1pPr>
            <a:lvl2pPr indent="-292100" lvl="1" marL="9144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2pPr>
            <a:lvl3pPr indent="-292100" lvl="2" marL="13716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3pPr>
            <a:lvl4pPr indent="-292100" lvl="3" marL="18288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4pPr>
            <a:lvl5pPr indent="-292100" lvl="4" marL="22860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5pPr>
            <a:lvl6pPr indent="-292100" lvl="5" marL="27432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6pPr>
            <a:lvl7pPr indent="-292100" lvl="6" marL="32004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7pPr>
            <a:lvl8pPr indent="-292100" lvl="7" marL="36576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8pPr>
            <a:lvl9pPr indent="-292100" lvl="8" marL="41148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9pPr>
          </a:lstStyle>
          <a:p/>
        </p:txBody>
      </p:sp>
      <p:sp>
        <p:nvSpPr>
          <p:cNvPr id="475" name="Google Shape;475;p32"/>
          <p:cNvSpPr txBox="1"/>
          <p:nvPr>
            <p:ph idx="14" type="body"/>
          </p:nvPr>
        </p:nvSpPr>
        <p:spPr>
          <a:xfrm>
            <a:off x="1842125" y="2960850"/>
            <a:ext cx="1374600" cy="10563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476" name="Google Shape;476;p32"/>
          <p:cNvSpPr txBox="1"/>
          <p:nvPr>
            <p:ph idx="15"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4">
  <p:cSld name="BLANK_1_1_1_1_1_1_1_1_1_1_2_1">
    <p:spTree>
      <p:nvGrpSpPr>
        <p:cNvPr id="477" name="Shape 477"/>
        <p:cNvGrpSpPr/>
        <p:nvPr/>
      </p:nvGrpSpPr>
      <p:grpSpPr>
        <a:xfrm>
          <a:off x="0" y="0"/>
          <a:ext cx="0" cy="0"/>
          <a:chOff x="0" y="0"/>
          <a:chExt cx="0" cy="0"/>
        </a:xfrm>
      </p:grpSpPr>
      <p:grpSp>
        <p:nvGrpSpPr>
          <p:cNvPr id="478" name="Google Shape;478;p33"/>
          <p:cNvGrpSpPr/>
          <p:nvPr/>
        </p:nvGrpSpPr>
        <p:grpSpPr>
          <a:xfrm flipH="1">
            <a:off x="3199575" y="156175"/>
            <a:ext cx="1851000" cy="1225325"/>
            <a:chOff x="461225" y="3875100"/>
            <a:chExt cx="1851000" cy="1225325"/>
          </a:xfrm>
        </p:grpSpPr>
        <p:grpSp>
          <p:nvGrpSpPr>
            <p:cNvPr id="479" name="Google Shape;479;p33"/>
            <p:cNvGrpSpPr/>
            <p:nvPr/>
          </p:nvGrpSpPr>
          <p:grpSpPr>
            <a:xfrm>
              <a:off x="461225" y="3875100"/>
              <a:ext cx="1851000" cy="114600"/>
              <a:chOff x="461225" y="3504775"/>
              <a:chExt cx="1851000" cy="114600"/>
            </a:xfrm>
          </p:grpSpPr>
          <p:sp>
            <p:nvSpPr>
              <p:cNvPr id="480" name="Google Shape;480;p33"/>
              <p:cNvSpPr/>
              <p:nvPr/>
            </p:nvSpPr>
            <p:spPr>
              <a:xfrm>
                <a:off x="4612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81" name="Google Shape;481;p33"/>
              <p:cNvSpPr/>
              <p:nvPr/>
            </p:nvSpPr>
            <p:spPr>
              <a:xfrm>
                <a:off x="8314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82" name="Google Shape;482;p33"/>
              <p:cNvSpPr/>
              <p:nvPr/>
            </p:nvSpPr>
            <p:spPr>
              <a:xfrm>
                <a:off x="12016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83" name="Google Shape;483;p33"/>
              <p:cNvSpPr/>
              <p:nvPr/>
            </p:nvSpPr>
            <p:spPr>
              <a:xfrm>
                <a:off x="15718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84" name="Google Shape;484;p33"/>
              <p:cNvSpPr/>
              <p:nvPr/>
            </p:nvSpPr>
            <p:spPr>
              <a:xfrm>
                <a:off x="19420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485" name="Google Shape;485;p33"/>
            <p:cNvGrpSpPr/>
            <p:nvPr/>
          </p:nvGrpSpPr>
          <p:grpSpPr>
            <a:xfrm>
              <a:off x="461225" y="3989700"/>
              <a:ext cx="1480800" cy="1110725"/>
              <a:chOff x="461225" y="3249175"/>
              <a:chExt cx="1480800" cy="1110725"/>
            </a:xfrm>
          </p:grpSpPr>
          <p:sp>
            <p:nvSpPr>
              <p:cNvPr id="486" name="Google Shape;486;p3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87" name="Google Shape;487;p3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88" name="Google Shape;488;p3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89" name="Google Shape;489;p33"/>
              <p:cNvSpPr/>
              <p:nvPr/>
            </p:nvSpPr>
            <p:spPr>
              <a:xfrm>
                <a:off x="1201625" y="3989700"/>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490" name="Google Shape;490;p33"/>
            <p:cNvGrpSpPr/>
            <p:nvPr/>
          </p:nvGrpSpPr>
          <p:grpSpPr>
            <a:xfrm>
              <a:off x="831425" y="4360025"/>
              <a:ext cx="1480800" cy="370200"/>
              <a:chOff x="831425" y="3249175"/>
              <a:chExt cx="1480800" cy="370200"/>
            </a:xfrm>
          </p:grpSpPr>
          <p:sp>
            <p:nvSpPr>
              <p:cNvPr id="491" name="Google Shape;491;p3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92" name="Google Shape;492;p3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93" name="Google Shape;493;p3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94" name="Google Shape;494;p3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495" name="Google Shape;495;p33"/>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496" name="Google Shape;496;p33"/>
          <p:cNvSpPr/>
          <p:nvPr/>
        </p:nvSpPr>
        <p:spPr>
          <a:xfrm>
            <a:off x="5023375" y="3994875"/>
            <a:ext cx="3941541" cy="1148616"/>
          </a:xfrm>
          <a:custGeom>
            <a:rect b="b" l="l" r="r" t="t"/>
            <a:pathLst>
              <a:path extrusionOk="0" h="47273" w="109754">
                <a:moveTo>
                  <a:pt x="93188" y="0"/>
                </a:moveTo>
                <a:lnTo>
                  <a:pt x="91918" y="29"/>
                </a:lnTo>
                <a:lnTo>
                  <a:pt x="90619" y="87"/>
                </a:lnTo>
                <a:lnTo>
                  <a:pt x="89292" y="144"/>
                </a:lnTo>
                <a:lnTo>
                  <a:pt x="87906" y="260"/>
                </a:lnTo>
                <a:lnTo>
                  <a:pt x="86521" y="404"/>
                </a:lnTo>
                <a:lnTo>
                  <a:pt x="85107" y="606"/>
                </a:lnTo>
                <a:lnTo>
                  <a:pt x="83664" y="808"/>
                </a:lnTo>
                <a:lnTo>
                  <a:pt x="82163" y="1039"/>
                </a:lnTo>
                <a:lnTo>
                  <a:pt x="80663" y="1328"/>
                </a:lnTo>
                <a:lnTo>
                  <a:pt x="79162" y="1616"/>
                </a:lnTo>
                <a:lnTo>
                  <a:pt x="77604" y="1963"/>
                </a:lnTo>
                <a:lnTo>
                  <a:pt x="76045" y="2309"/>
                </a:lnTo>
                <a:lnTo>
                  <a:pt x="74458" y="2713"/>
                </a:lnTo>
                <a:lnTo>
                  <a:pt x="72842" y="3146"/>
                </a:lnTo>
                <a:lnTo>
                  <a:pt x="71226" y="3579"/>
                </a:lnTo>
                <a:lnTo>
                  <a:pt x="69581" y="4069"/>
                </a:lnTo>
                <a:lnTo>
                  <a:pt x="67907" y="4560"/>
                </a:lnTo>
                <a:lnTo>
                  <a:pt x="66233" y="5108"/>
                </a:lnTo>
                <a:lnTo>
                  <a:pt x="64559" y="5657"/>
                </a:lnTo>
                <a:lnTo>
                  <a:pt x="62856" y="6263"/>
                </a:lnTo>
                <a:lnTo>
                  <a:pt x="61154" y="6869"/>
                </a:lnTo>
                <a:lnTo>
                  <a:pt x="59422" y="7504"/>
                </a:lnTo>
                <a:lnTo>
                  <a:pt x="57690" y="8167"/>
                </a:lnTo>
                <a:lnTo>
                  <a:pt x="55959" y="8860"/>
                </a:lnTo>
                <a:lnTo>
                  <a:pt x="54227" y="9582"/>
                </a:lnTo>
                <a:lnTo>
                  <a:pt x="52467" y="10332"/>
                </a:lnTo>
                <a:lnTo>
                  <a:pt x="50735" y="11082"/>
                </a:lnTo>
                <a:lnTo>
                  <a:pt x="48975" y="11890"/>
                </a:lnTo>
                <a:lnTo>
                  <a:pt x="47214" y="12698"/>
                </a:lnTo>
                <a:lnTo>
                  <a:pt x="45454" y="13535"/>
                </a:lnTo>
                <a:lnTo>
                  <a:pt x="43694" y="14401"/>
                </a:lnTo>
                <a:lnTo>
                  <a:pt x="41933" y="15296"/>
                </a:lnTo>
                <a:lnTo>
                  <a:pt x="40230" y="16190"/>
                </a:lnTo>
                <a:lnTo>
                  <a:pt x="38528" y="17085"/>
                </a:lnTo>
                <a:lnTo>
                  <a:pt x="36825" y="18009"/>
                </a:lnTo>
                <a:lnTo>
                  <a:pt x="35122" y="18961"/>
                </a:lnTo>
                <a:lnTo>
                  <a:pt x="33477" y="19913"/>
                </a:lnTo>
                <a:lnTo>
                  <a:pt x="31832" y="20895"/>
                </a:lnTo>
                <a:lnTo>
                  <a:pt x="30187" y="21876"/>
                </a:lnTo>
                <a:lnTo>
                  <a:pt x="28600" y="22857"/>
                </a:lnTo>
                <a:lnTo>
                  <a:pt x="27013" y="23867"/>
                </a:lnTo>
                <a:lnTo>
                  <a:pt x="25454" y="24877"/>
                </a:lnTo>
                <a:lnTo>
                  <a:pt x="23925" y="25887"/>
                </a:lnTo>
                <a:lnTo>
                  <a:pt x="22395" y="26926"/>
                </a:lnTo>
                <a:lnTo>
                  <a:pt x="20923" y="27965"/>
                </a:lnTo>
                <a:lnTo>
                  <a:pt x="19480" y="29004"/>
                </a:lnTo>
                <a:lnTo>
                  <a:pt x="18037" y="30072"/>
                </a:lnTo>
                <a:lnTo>
                  <a:pt x="16652" y="31111"/>
                </a:lnTo>
                <a:lnTo>
                  <a:pt x="15354" y="32150"/>
                </a:lnTo>
                <a:lnTo>
                  <a:pt x="14084" y="33160"/>
                </a:lnTo>
                <a:lnTo>
                  <a:pt x="12843" y="34199"/>
                </a:lnTo>
                <a:lnTo>
                  <a:pt x="11631" y="35209"/>
                </a:lnTo>
                <a:lnTo>
                  <a:pt x="10447" y="36248"/>
                </a:lnTo>
                <a:lnTo>
                  <a:pt x="9293" y="37258"/>
                </a:lnTo>
                <a:lnTo>
                  <a:pt x="8196" y="38297"/>
                </a:lnTo>
                <a:lnTo>
                  <a:pt x="7129" y="39307"/>
                </a:lnTo>
                <a:lnTo>
                  <a:pt x="6090" y="40317"/>
                </a:lnTo>
                <a:lnTo>
                  <a:pt x="5108" y="41327"/>
                </a:lnTo>
                <a:lnTo>
                  <a:pt x="4156" y="42337"/>
                </a:lnTo>
                <a:lnTo>
                  <a:pt x="3233" y="43347"/>
                </a:lnTo>
                <a:lnTo>
                  <a:pt x="2367" y="44357"/>
                </a:lnTo>
                <a:lnTo>
                  <a:pt x="1530" y="45339"/>
                </a:lnTo>
                <a:lnTo>
                  <a:pt x="751" y="46320"/>
                </a:lnTo>
                <a:lnTo>
                  <a:pt x="0" y="47272"/>
                </a:lnTo>
                <a:lnTo>
                  <a:pt x="76016" y="47272"/>
                </a:lnTo>
                <a:lnTo>
                  <a:pt x="78152" y="45916"/>
                </a:lnTo>
                <a:lnTo>
                  <a:pt x="80230" y="44531"/>
                </a:lnTo>
                <a:lnTo>
                  <a:pt x="82250" y="43145"/>
                </a:lnTo>
                <a:lnTo>
                  <a:pt x="84241" y="41731"/>
                </a:lnTo>
                <a:lnTo>
                  <a:pt x="86146" y="40317"/>
                </a:lnTo>
                <a:lnTo>
                  <a:pt x="88022" y="38903"/>
                </a:lnTo>
                <a:lnTo>
                  <a:pt x="89840" y="37460"/>
                </a:lnTo>
                <a:lnTo>
                  <a:pt x="91572" y="36046"/>
                </a:lnTo>
                <a:lnTo>
                  <a:pt x="93245" y="34603"/>
                </a:lnTo>
                <a:lnTo>
                  <a:pt x="94862" y="33160"/>
                </a:lnTo>
                <a:lnTo>
                  <a:pt x="96420" y="31717"/>
                </a:lnTo>
                <a:lnTo>
                  <a:pt x="97892" y="30303"/>
                </a:lnTo>
                <a:lnTo>
                  <a:pt x="99277" y="28860"/>
                </a:lnTo>
                <a:lnTo>
                  <a:pt x="100605" y="27446"/>
                </a:lnTo>
                <a:lnTo>
                  <a:pt x="101846" y="26060"/>
                </a:lnTo>
                <a:lnTo>
                  <a:pt x="103000" y="24646"/>
                </a:lnTo>
                <a:lnTo>
                  <a:pt x="104068" y="23290"/>
                </a:lnTo>
                <a:lnTo>
                  <a:pt x="105049" y="21934"/>
                </a:lnTo>
                <a:lnTo>
                  <a:pt x="105944" y="20606"/>
                </a:lnTo>
                <a:lnTo>
                  <a:pt x="106752" y="19307"/>
                </a:lnTo>
                <a:lnTo>
                  <a:pt x="107444" y="18037"/>
                </a:lnTo>
                <a:lnTo>
                  <a:pt x="107791" y="17431"/>
                </a:lnTo>
                <a:lnTo>
                  <a:pt x="108079" y="16796"/>
                </a:lnTo>
                <a:lnTo>
                  <a:pt x="108339" y="16190"/>
                </a:lnTo>
                <a:lnTo>
                  <a:pt x="108599" y="15584"/>
                </a:lnTo>
                <a:lnTo>
                  <a:pt x="108830" y="15007"/>
                </a:lnTo>
                <a:lnTo>
                  <a:pt x="109032" y="14401"/>
                </a:lnTo>
                <a:lnTo>
                  <a:pt x="109205" y="13824"/>
                </a:lnTo>
                <a:lnTo>
                  <a:pt x="109349" y="13218"/>
                </a:lnTo>
                <a:lnTo>
                  <a:pt x="109493" y="12670"/>
                </a:lnTo>
                <a:lnTo>
                  <a:pt x="109609" y="12092"/>
                </a:lnTo>
                <a:lnTo>
                  <a:pt x="109667" y="11544"/>
                </a:lnTo>
                <a:lnTo>
                  <a:pt x="109724" y="10996"/>
                </a:lnTo>
                <a:lnTo>
                  <a:pt x="109753" y="10447"/>
                </a:lnTo>
                <a:lnTo>
                  <a:pt x="109753" y="9928"/>
                </a:lnTo>
                <a:lnTo>
                  <a:pt x="109753" y="9437"/>
                </a:lnTo>
                <a:lnTo>
                  <a:pt x="109695" y="8918"/>
                </a:lnTo>
                <a:lnTo>
                  <a:pt x="109609" y="8427"/>
                </a:lnTo>
                <a:lnTo>
                  <a:pt x="109522" y="7965"/>
                </a:lnTo>
                <a:lnTo>
                  <a:pt x="109378" y="7504"/>
                </a:lnTo>
                <a:lnTo>
                  <a:pt x="109234" y="7042"/>
                </a:lnTo>
                <a:lnTo>
                  <a:pt x="109060" y="6609"/>
                </a:lnTo>
                <a:lnTo>
                  <a:pt x="108858" y="6176"/>
                </a:lnTo>
                <a:lnTo>
                  <a:pt x="108656" y="5801"/>
                </a:lnTo>
                <a:lnTo>
                  <a:pt x="108426" y="5426"/>
                </a:lnTo>
                <a:lnTo>
                  <a:pt x="108195" y="5079"/>
                </a:lnTo>
                <a:lnTo>
                  <a:pt x="107935" y="4733"/>
                </a:lnTo>
                <a:lnTo>
                  <a:pt x="107646" y="4416"/>
                </a:lnTo>
                <a:lnTo>
                  <a:pt x="107358" y="4098"/>
                </a:lnTo>
                <a:lnTo>
                  <a:pt x="107011" y="3810"/>
                </a:lnTo>
                <a:lnTo>
                  <a:pt x="106694" y="3492"/>
                </a:lnTo>
                <a:lnTo>
                  <a:pt x="106319" y="3232"/>
                </a:lnTo>
                <a:lnTo>
                  <a:pt x="105944" y="2944"/>
                </a:lnTo>
                <a:lnTo>
                  <a:pt x="105568" y="2684"/>
                </a:lnTo>
                <a:lnTo>
                  <a:pt x="105164" y="2453"/>
                </a:lnTo>
                <a:lnTo>
                  <a:pt x="104732" y="2222"/>
                </a:lnTo>
                <a:lnTo>
                  <a:pt x="104270" y="1991"/>
                </a:lnTo>
                <a:lnTo>
                  <a:pt x="103808" y="1789"/>
                </a:lnTo>
                <a:lnTo>
                  <a:pt x="103317" y="1587"/>
                </a:lnTo>
                <a:lnTo>
                  <a:pt x="102307" y="1212"/>
                </a:lnTo>
                <a:lnTo>
                  <a:pt x="101211" y="895"/>
                </a:lnTo>
                <a:lnTo>
                  <a:pt x="100027" y="635"/>
                </a:lnTo>
                <a:lnTo>
                  <a:pt x="98815" y="404"/>
                </a:lnTo>
                <a:lnTo>
                  <a:pt x="97517" y="231"/>
                </a:lnTo>
                <a:lnTo>
                  <a:pt x="96131" y="116"/>
                </a:lnTo>
                <a:lnTo>
                  <a:pt x="94688" y="29"/>
                </a:lnTo>
                <a:lnTo>
                  <a:pt x="93188" y="0"/>
                </a:ln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lt1"/>
              </a:solidFill>
              <a:latin typeface="Sora"/>
              <a:ea typeface="Sora"/>
              <a:cs typeface="Sora"/>
              <a:sym typeface="Sora"/>
            </a:endParaRPr>
          </a:p>
        </p:txBody>
      </p:sp>
      <p:sp>
        <p:nvSpPr>
          <p:cNvPr id="497" name="Google Shape;497;p33"/>
          <p:cNvSpPr/>
          <p:nvPr/>
        </p:nvSpPr>
        <p:spPr>
          <a:xfrm rot="5400000">
            <a:off x="6364434" y="2363929"/>
            <a:ext cx="912991" cy="4646142"/>
          </a:xfrm>
          <a:custGeom>
            <a:rect b="b" l="l" r="r" t="t"/>
            <a:pathLst>
              <a:path extrusionOk="0" fill="none" h="93762" w="39886">
                <a:moveTo>
                  <a:pt x="39886" y="0"/>
                </a:moveTo>
                <a:lnTo>
                  <a:pt x="7330" y="0"/>
                </a:lnTo>
                <a:lnTo>
                  <a:pt x="7330" y="0"/>
                </a:lnTo>
                <a:lnTo>
                  <a:pt x="6362" y="3051"/>
                </a:lnTo>
                <a:lnTo>
                  <a:pt x="5470" y="6176"/>
                </a:lnTo>
                <a:lnTo>
                  <a:pt x="4614" y="9413"/>
                </a:lnTo>
                <a:lnTo>
                  <a:pt x="3832" y="12725"/>
                </a:lnTo>
                <a:lnTo>
                  <a:pt x="3088" y="16148"/>
                </a:lnTo>
                <a:lnTo>
                  <a:pt x="2456" y="19608"/>
                </a:lnTo>
                <a:lnTo>
                  <a:pt x="1860" y="23143"/>
                </a:lnTo>
                <a:lnTo>
                  <a:pt x="1340" y="26715"/>
                </a:lnTo>
                <a:lnTo>
                  <a:pt x="1340" y="26715"/>
                </a:lnTo>
                <a:lnTo>
                  <a:pt x="930" y="29989"/>
                </a:lnTo>
                <a:lnTo>
                  <a:pt x="633" y="33263"/>
                </a:lnTo>
                <a:lnTo>
                  <a:pt x="372" y="36463"/>
                </a:lnTo>
                <a:lnTo>
                  <a:pt x="186" y="39625"/>
                </a:lnTo>
                <a:lnTo>
                  <a:pt x="37" y="42714"/>
                </a:lnTo>
                <a:lnTo>
                  <a:pt x="0" y="45802"/>
                </a:lnTo>
                <a:lnTo>
                  <a:pt x="0" y="48778"/>
                </a:lnTo>
                <a:lnTo>
                  <a:pt x="112" y="51755"/>
                </a:lnTo>
                <a:lnTo>
                  <a:pt x="223" y="54620"/>
                </a:lnTo>
                <a:lnTo>
                  <a:pt x="447" y="57448"/>
                </a:lnTo>
                <a:lnTo>
                  <a:pt x="707" y="60201"/>
                </a:lnTo>
                <a:lnTo>
                  <a:pt x="1042" y="62843"/>
                </a:lnTo>
                <a:lnTo>
                  <a:pt x="1414" y="65447"/>
                </a:lnTo>
                <a:lnTo>
                  <a:pt x="1860" y="67940"/>
                </a:lnTo>
                <a:lnTo>
                  <a:pt x="2381" y="70358"/>
                </a:lnTo>
                <a:lnTo>
                  <a:pt x="2939" y="72665"/>
                </a:lnTo>
                <a:lnTo>
                  <a:pt x="3535" y="74898"/>
                </a:lnTo>
                <a:lnTo>
                  <a:pt x="4204" y="77018"/>
                </a:lnTo>
                <a:lnTo>
                  <a:pt x="4949" y="79028"/>
                </a:lnTo>
                <a:lnTo>
                  <a:pt x="5321" y="79995"/>
                </a:lnTo>
                <a:lnTo>
                  <a:pt x="5693" y="80925"/>
                </a:lnTo>
                <a:lnTo>
                  <a:pt x="6102" y="81855"/>
                </a:lnTo>
                <a:lnTo>
                  <a:pt x="6549" y="82748"/>
                </a:lnTo>
                <a:lnTo>
                  <a:pt x="6958" y="83567"/>
                </a:lnTo>
                <a:lnTo>
                  <a:pt x="7404" y="84385"/>
                </a:lnTo>
                <a:lnTo>
                  <a:pt x="7851" y="85204"/>
                </a:lnTo>
                <a:lnTo>
                  <a:pt x="8334" y="85948"/>
                </a:lnTo>
                <a:lnTo>
                  <a:pt x="8818" y="86692"/>
                </a:lnTo>
                <a:lnTo>
                  <a:pt x="9302" y="87362"/>
                </a:lnTo>
                <a:lnTo>
                  <a:pt x="9786" y="88032"/>
                </a:lnTo>
                <a:lnTo>
                  <a:pt x="10306" y="88664"/>
                </a:lnTo>
                <a:lnTo>
                  <a:pt x="10827" y="89259"/>
                </a:lnTo>
                <a:lnTo>
                  <a:pt x="11385" y="89818"/>
                </a:lnTo>
                <a:lnTo>
                  <a:pt x="11906" y="90338"/>
                </a:lnTo>
                <a:lnTo>
                  <a:pt x="12464" y="90822"/>
                </a:lnTo>
                <a:lnTo>
                  <a:pt x="13060" y="91306"/>
                </a:lnTo>
                <a:lnTo>
                  <a:pt x="13618" y="91715"/>
                </a:lnTo>
                <a:lnTo>
                  <a:pt x="14213" y="92087"/>
                </a:lnTo>
                <a:lnTo>
                  <a:pt x="14808" y="92422"/>
                </a:lnTo>
                <a:lnTo>
                  <a:pt x="15404" y="92757"/>
                </a:lnTo>
                <a:lnTo>
                  <a:pt x="16036" y="93017"/>
                </a:lnTo>
                <a:lnTo>
                  <a:pt x="16669" y="93241"/>
                </a:lnTo>
                <a:lnTo>
                  <a:pt x="17301" y="93427"/>
                </a:lnTo>
                <a:lnTo>
                  <a:pt x="17971" y="93575"/>
                </a:lnTo>
                <a:lnTo>
                  <a:pt x="18604" y="93687"/>
                </a:lnTo>
                <a:lnTo>
                  <a:pt x="18604" y="93687"/>
                </a:lnTo>
                <a:lnTo>
                  <a:pt x="19311" y="93762"/>
                </a:lnTo>
                <a:lnTo>
                  <a:pt x="20017" y="93762"/>
                </a:lnTo>
                <a:lnTo>
                  <a:pt x="20017" y="93762"/>
                </a:lnTo>
                <a:lnTo>
                  <a:pt x="20650" y="93762"/>
                </a:lnTo>
                <a:lnTo>
                  <a:pt x="21320" y="93687"/>
                </a:lnTo>
                <a:lnTo>
                  <a:pt x="21952" y="93613"/>
                </a:lnTo>
                <a:lnTo>
                  <a:pt x="22622" y="93464"/>
                </a:lnTo>
                <a:lnTo>
                  <a:pt x="23254" y="93315"/>
                </a:lnTo>
                <a:lnTo>
                  <a:pt x="23924" y="93092"/>
                </a:lnTo>
                <a:lnTo>
                  <a:pt x="24557" y="92831"/>
                </a:lnTo>
                <a:lnTo>
                  <a:pt x="25189" y="92571"/>
                </a:lnTo>
                <a:lnTo>
                  <a:pt x="25859" y="92236"/>
                </a:lnTo>
                <a:lnTo>
                  <a:pt x="26491" y="91901"/>
                </a:lnTo>
                <a:lnTo>
                  <a:pt x="27124" y="91529"/>
                </a:lnTo>
                <a:lnTo>
                  <a:pt x="27794" y="91083"/>
                </a:lnTo>
                <a:lnTo>
                  <a:pt x="28426" y="90636"/>
                </a:lnTo>
                <a:lnTo>
                  <a:pt x="29059" y="90152"/>
                </a:lnTo>
                <a:lnTo>
                  <a:pt x="29691" y="89632"/>
                </a:lnTo>
                <a:lnTo>
                  <a:pt x="30324" y="89073"/>
                </a:lnTo>
                <a:lnTo>
                  <a:pt x="30956" y="88515"/>
                </a:lnTo>
                <a:lnTo>
                  <a:pt x="31589" y="87883"/>
                </a:lnTo>
                <a:lnTo>
                  <a:pt x="32221" y="87250"/>
                </a:lnTo>
                <a:lnTo>
                  <a:pt x="32817" y="86581"/>
                </a:lnTo>
                <a:lnTo>
                  <a:pt x="33449" y="85874"/>
                </a:lnTo>
                <a:lnTo>
                  <a:pt x="34045" y="85129"/>
                </a:lnTo>
                <a:lnTo>
                  <a:pt x="35272" y="83567"/>
                </a:lnTo>
                <a:lnTo>
                  <a:pt x="36463" y="81892"/>
                </a:lnTo>
                <a:lnTo>
                  <a:pt x="37616" y="80107"/>
                </a:lnTo>
                <a:lnTo>
                  <a:pt x="38770" y="78209"/>
                </a:lnTo>
                <a:lnTo>
                  <a:pt x="39886" y="76200"/>
                </a:lnTo>
                <a:lnTo>
                  <a:pt x="39886" y="0"/>
                </a:lnTo>
                <a:lnTo>
                  <a:pt x="39886" y="0"/>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498" name="Google Shape;498;p33"/>
          <p:cNvSpPr txBox="1"/>
          <p:nvPr>
            <p:ph idx="2" type="title"/>
          </p:nvPr>
        </p:nvSpPr>
        <p:spPr>
          <a:xfrm>
            <a:off x="115025" y="502775"/>
            <a:ext cx="39417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499" name="Google Shape;499;p33"/>
          <p:cNvSpPr/>
          <p:nvPr/>
        </p:nvSpPr>
        <p:spPr>
          <a:xfrm>
            <a:off x="1643225" y="-725"/>
            <a:ext cx="5761425" cy="711800"/>
          </a:xfrm>
          <a:custGeom>
            <a:rect b="b" l="l" r="r" t="t"/>
            <a:pathLst>
              <a:path extrusionOk="0" h="28472" w="230457">
                <a:moveTo>
                  <a:pt x="0" y="0"/>
                </a:moveTo>
                <a:lnTo>
                  <a:pt x="230457" y="28472"/>
                </a:lnTo>
                <a:lnTo>
                  <a:pt x="220381" y="20"/>
                </a:lnTo>
                <a:close/>
              </a:path>
            </a:pathLst>
          </a:custGeom>
          <a:solidFill>
            <a:schemeClr val="lt1"/>
          </a:solidFill>
          <a:ln>
            <a:noFill/>
          </a:ln>
        </p:spPr>
      </p:sp>
      <p:sp>
        <p:nvSpPr>
          <p:cNvPr id="500" name="Google Shape;500;p33"/>
          <p:cNvSpPr/>
          <p:nvPr/>
        </p:nvSpPr>
        <p:spPr>
          <a:xfrm>
            <a:off x="7140700" y="-1350"/>
            <a:ext cx="2003375" cy="714225"/>
          </a:xfrm>
          <a:custGeom>
            <a:rect b="b" l="l" r="r" t="t"/>
            <a:pathLst>
              <a:path extrusionOk="0" h="28569" w="80135">
                <a:moveTo>
                  <a:pt x="10558" y="28569"/>
                </a:moveTo>
                <a:lnTo>
                  <a:pt x="67491" y="18220"/>
                </a:lnTo>
                <a:lnTo>
                  <a:pt x="80135" y="0"/>
                </a:lnTo>
                <a:lnTo>
                  <a:pt x="0" y="45"/>
                </a:lnTo>
                <a:close/>
              </a:path>
            </a:pathLst>
          </a:custGeom>
          <a:gradFill>
            <a:gsLst>
              <a:gs pos="0">
                <a:schemeClr val="accent2"/>
              </a:gs>
              <a:gs pos="21000">
                <a:schemeClr val="lt2"/>
              </a:gs>
              <a:gs pos="49000">
                <a:schemeClr val="accent1"/>
              </a:gs>
              <a:gs pos="75000">
                <a:schemeClr val="accent3"/>
              </a:gs>
              <a:gs pos="100000">
                <a:schemeClr val="accent4"/>
              </a:gs>
            </a:gsLst>
            <a:lin ang="0" scaled="0"/>
          </a:gradFill>
          <a:ln>
            <a:noFill/>
          </a:ln>
          <a:effectLst>
            <a:outerShdw blurRad="314325" rotWithShape="0" algn="bl" dir="5400000" dist="28575">
              <a:schemeClr val="accent4">
                <a:alpha val="24000"/>
              </a:schemeClr>
            </a:outerShdw>
          </a:effectLst>
        </p:spPr>
      </p:sp>
      <p:sp>
        <p:nvSpPr>
          <p:cNvPr id="501" name="Google Shape;501;p33"/>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orient="horz" pos="317">
          <p15:clr>
            <a:srgbClr val="E46962"/>
          </p15:clr>
        </p15:guide>
      </p15:sldGuideLst>
    </p:ext>
  </p:extLst>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eps">
  <p:cSld name="BLANK_1_1_1_1_1_1_1_1_1_1_2_1_1">
    <p:spTree>
      <p:nvGrpSpPr>
        <p:cNvPr id="502" name="Shape 502"/>
        <p:cNvGrpSpPr/>
        <p:nvPr/>
      </p:nvGrpSpPr>
      <p:grpSpPr>
        <a:xfrm>
          <a:off x="0" y="0"/>
          <a:ext cx="0" cy="0"/>
          <a:chOff x="0" y="0"/>
          <a:chExt cx="0" cy="0"/>
        </a:xfrm>
      </p:grpSpPr>
      <p:grpSp>
        <p:nvGrpSpPr>
          <p:cNvPr id="503" name="Google Shape;503;p34"/>
          <p:cNvGrpSpPr/>
          <p:nvPr/>
        </p:nvGrpSpPr>
        <p:grpSpPr>
          <a:xfrm flipH="1">
            <a:off x="3199575" y="156175"/>
            <a:ext cx="1851000" cy="1225325"/>
            <a:chOff x="461225" y="3875100"/>
            <a:chExt cx="1851000" cy="1225325"/>
          </a:xfrm>
        </p:grpSpPr>
        <p:grpSp>
          <p:nvGrpSpPr>
            <p:cNvPr id="504" name="Google Shape;504;p34"/>
            <p:cNvGrpSpPr/>
            <p:nvPr/>
          </p:nvGrpSpPr>
          <p:grpSpPr>
            <a:xfrm>
              <a:off x="461225" y="3875100"/>
              <a:ext cx="1851000" cy="114600"/>
              <a:chOff x="461225" y="3504775"/>
              <a:chExt cx="1851000" cy="114600"/>
            </a:xfrm>
          </p:grpSpPr>
          <p:sp>
            <p:nvSpPr>
              <p:cNvPr id="505" name="Google Shape;505;p34"/>
              <p:cNvSpPr/>
              <p:nvPr/>
            </p:nvSpPr>
            <p:spPr>
              <a:xfrm>
                <a:off x="4612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6" name="Google Shape;506;p34"/>
              <p:cNvSpPr/>
              <p:nvPr/>
            </p:nvSpPr>
            <p:spPr>
              <a:xfrm>
                <a:off x="8314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7" name="Google Shape;507;p34"/>
              <p:cNvSpPr/>
              <p:nvPr/>
            </p:nvSpPr>
            <p:spPr>
              <a:xfrm>
                <a:off x="12016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8" name="Google Shape;508;p34"/>
              <p:cNvSpPr/>
              <p:nvPr/>
            </p:nvSpPr>
            <p:spPr>
              <a:xfrm>
                <a:off x="15718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9" name="Google Shape;509;p34"/>
              <p:cNvSpPr/>
              <p:nvPr/>
            </p:nvSpPr>
            <p:spPr>
              <a:xfrm>
                <a:off x="19420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10" name="Google Shape;510;p34"/>
            <p:cNvGrpSpPr/>
            <p:nvPr/>
          </p:nvGrpSpPr>
          <p:grpSpPr>
            <a:xfrm>
              <a:off x="461225" y="3989700"/>
              <a:ext cx="1480800" cy="1110725"/>
              <a:chOff x="461225" y="3249175"/>
              <a:chExt cx="1480800" cy="1110725"/>
            </a:xfrm>
          </p:grpSpPr>
          <p:sp>
            <p:nvSpPr>
              <p:cNvPr id="511" name="Google Shape;511;p34"/>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2" name="Google Shape;512;p34"/>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3" name="Google Shape;513;p34"/>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4" name="Google Shape;514;p34"/>
              <p:cNvSpPr/>
              <p:nvPr/>
            </p:nvSpPr>
            <p:spPr>
              <a:xfrm>
                <a:off x="1201625" y="3989700"/>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15" name="Google Shape;515;p34"/>
            <p:cNvGrpSpPr/>
            <p:nvPr/>
          </p:nvGrpSpPr>
          <p:grpSpPr>
            <a:xfrm>
              <a:off x="831425" y="4360025"/>
              <a:ext cx="1480800" cy="370200"/>
              <a:chOff x="831425" y="3249175"/>
              <a:chExt cx="1480800" cy="370200"/>
            </a:xfrm>
          </p:grpSpPr>
          <p:sp>
            <p:nvSpPr>
              <p:cNvPr id="516" name="Google Shape;516;p34"/>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7" name="Google Shape;517;p34"/>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8" name="Google Shape;518;p34"/>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9" name="Google Shape;519;p34"/>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520" name="Google Shape;520;p34"/>
          <p:cNvSpPr/>
          <p:nvPr/>
        </p:nvSpPr>
        <p:spPr>
          <a:xfrm>
            <a:off x="5023375" y="3994875"/>
            <a:ext cx="3941541" cy="1148616"/>
          </a:xfrm>
          <a:custGeom>
            <a:rect b="b" l="l" r="r" t="t"/>
            <a:pathLst>
              <a:path extrusionOk="0" h="47273" w="109754">
                <a:moveTo>
                  <a:pt x="93188" y="0"/>
                </a:moveTo>
                <a:lnTo>
                  <a:pt x="91918" y="29"/>
                </a:lnTo>
                <a:lnTo>
                  <a:pt x="90619" y="87"/>
                </a:lnTo>
                <a:lnTo>
                  <a:pt x="89292" y="144"/>
                </a:lnTo>
                <a:lnTo>
                  <a:pt x="87906" y="260"/>
                </a:lnTo>
                <a:lnTo>
                  <a:pt x="86521" y="404"/>
                </a:lnTo>
                <a:lnTo>
                  <a:pt x="85107" y="606"/>
                </a:lnTo>
                <a:lnTo>
                  <a:pt x="83664" y="808"/>
                </a:lnTo>
                <a:lnTo>
                  <a:pt x="82163" y="1039"/>
                </a:lnTo>
                <a:lnTo>
                  <a:pt x="80663" y="1328"/>
                </a:lnTo>
                <a:lnTo>
                  <a:pt x="79162" y="1616"/>
                </a:lnTo>
                <a:lnTo>
                  <a:pt x="77604" y="1963"/>
                </a:lnTo>
                <a:lnTo>
                  <a:pt x="76045" y="2309"/>
                </a:lnTo>
                <a:lnTo>
                  <a:pt x="74458" y="2713"/>
                </a:lnTo>
                <a:lnTo>
                  <a:pt x="72842" y="3146"/>
                </a:lnTo>
                <a:lnTo>
                  <a:pt x="71226" y="3579"/>
                </a:lnTo>
                <a:lnTo>
                  <a:pt x="69581" y="4069"/>
                </a:lnTo>
                <a:lnTo>
                  <a:pt x="67907" y="4560"/>
                </a:lnTo>
                <a:lnTo>
                  <a:pt x="66233" y="5108"/>
                </a:lnTo>
                <a:lnTo>
                  <a:pt x="64559" y="5657"/>
                </a:lnTo>
                <a:lnTo>
                  <a:pt x="62856" y="6263"/>
                </a:lnTo>
                <a:lnTo>
                  <a:pt x="61154" y="6869"/>
                </a:lnTo>
                <a:lnTo>
                  <a:pt x="59422" y="7504"/>
                </a:lnTo>
                <a:lnTo>
                  <a:pt x="57690" y="8167"/>
                </a:lnTo>
                <a:lnTo>
                  <a:pt x="55959" y="8860"/>
                </a:lnTo>
                <a:lnTo>
                  <a:pt x="54227" y="9582"/>
                </a:lnTo>
                <a:lnTo>
                  <a:pt x="52467" y="10332"/>
                </a:lnTo>
                <a:lnTo>
                  <a:pt x="50735" y="11082"/>
                </a:lnTo>
                <a:lnTo>
                  <a:pt x="48975" y="11890"/>
                </a:lnTo>
                <a:lnTo>
                  <a:pt x="47214" y="12698"/>
                </a:lnTo>
                <a:lnTo>
                  <a:pt x="45454" y="13535"/>
                </a:lnTo>
                <a:lnTo>
                  <a:pt x="43694" y="14401"/>
                </a:lnTo>
                <a:lnTo>
                  <a:pt x="41933" y="15296"/>
                </a:lnTo>
                <a:lnTo>
                  <a:pt x="40230" y="16190"/>
                </a:lnTo>
                <a:lnTo>
                  <a:pt x="38528" y="17085"/>
                </a:lnTo>
                <a:lnTo>
                  <a:pt x="36825" y="18009"/>
                </a:lnTo>
                <a:lnTo>
                  <a:pt x="35122" y="18961"/>
                </a:lnTo>
                <a:lnTo>
                  <a:pt x="33477" y="19913"/>
                </a:lnTo>
                <a:lnTo>
                  <a:pt x="31832" y="20895"/>
                </a:lnTo>
                <a:lnTo>
                  <a:pt x="30187" y="21876"/>
                </a:lnTo>
                <a:lnTo>
                  <a:pt x="28600" y="22857"/>
                </a:lnTo>
                <a:lnTo>
                  <a:pt x="27013" y="23867"/>
                </a:lnTo>
                <a:lnTo>
                  <a:pt x="25454" y="24877"/>
                </a:lnTo>
                <a:lnTo>
                  <a:pt x="23925" y="25887"/>
                </a:lnTo>
                <a:lnTo>
                  <a:pt x="22395" y="26926"/>
                </a:lnTo>
                <a:lnTo>
                  <a:pt x="20923" y="27965"/>
                </a:lnTo>
                <a:lnTo>
                  <a:pt x="19480" y="29004"/>
                </a:lnTo>
                <a:lnTo>
                  <a:pt x="18037" y="30072"/>
                </a:lnTo>
                <a:lnTo>
                  <a:pt x="16652" y="31111"/>
                </a:lnTo>
                <a:lnTo>
                  <a:pt x="15354" y="32150"/>
                </a:lnTo>
                <a:lnTo>
                  <a:pt x="14084" y="33160"/>
                </a:lnTo>
                <a:lnTo>
                  <a:pt x="12843" y="34199"/>
                </a:lnTo>
                <a:lnTo>
                  <a:pt x="11631" y="35209"/>
                </a:lnTo>
                <a:lnTo>
                  <a:pt x="10447" y="36248"/>
                </a:lnTo>
                <a:lnTo>
                  <a:pt x="9293" y="37258"/>
                </a:lnTo>
                <a:lnTo>
                  <a:pt x="8196" y="38297"/>
                </a:lnTo>
                <a:lnTo>
                  <a:pt x="7129" y="39307"/>
                </a:lnTo>
                <a:lnTo>
                  <a:pt x="6090" y="40317"/>
                </a:lnTo>
                <a:lnTo>
                  <a:pt x="5108" y="41327"/>
                </a:lnTo>
                <a:lnTo>
                  <a:pt x="4156" y="42337"/>
                </a:lnTo>
                <a:lnTo>
                  <a:pt x="3233" y="43347"/>
                </a:lnTo>
                <a:lnTo>
                  <a:pt x="2367" y="44357"/>
                </a:lnTo>
                <a:lnTo>
                  <a:pt x="1530" y="45339"/>
                </a:lnTo>
                <a:lnTo>
                  <a:pt x="751" y="46320"/>
                </a:lnTo>
                <a:lnTo>
                  <a:pt x="0" y="47272"/>
                </a:lnTo>
                <a:lnTo>
                  <a:pt x="76016" y="47272"/>
                </a:lnTo>
                <a:lnTo>
                  <a:pt x="78152" y="45916"/>
                </a:lnTo>
                <a:lnTo>
                  <a:pt x="80230" y="44531"/>
                </a:lnTo>
                <a:lnTo>
                  <a:pt x="82250" y="43145"/>
                </a:lnTo>
                <a:lnTo>
                  <a:pt x="84241" y="41731"/>
                </a:lnTo>
                <a:lnTo>
                  <a:pt x="86146" y="40317"/>
                </a:lnTo>
                <a:lnTo>
                  <a:pt x="88022" y="38903"/>
                </a:lnTo>
                <a:lnTo>
                  <a:pt x="89840" y="37460"/>
                </a:lnTo>
                <a:lnTo>
                  <a:pt x="91572" y="36046"/>
                </a:lnTo>
                <a:lnTo>
                  <a:pt x="93245" y="34603"/>
                </a:lnTo>
                <a:lnTo>
                  <a:pt x="94862" y="33160"/>
                </a:lnTo>
                <a:lnTo>
                  <a:pt x="96420" y="31717"/>
                </a:lnTo>
                <a:lnTo>
                  <a:pt x="97892" y="30303"/>
                </a:lnTo>
                <a:lnTo>
                  <a:pt x="99277" y="28860"/>
                </a:lnTo>
                <a:lnTo>
                  <a:pt x="100605" y="27446"/>
                </a:lnTo>
                <a:lnTo>
                  <a:pt x="101846" y="26060"/>
                </a:lnTo>
                <a:lnTo>
                  <a:pt x="103000" y="24646"/>
                </a:lnTo>
                <a:lnTo>
                  <a:pt x="104068" y="23290"/>
                </a:lnTo>
                <a:lnTo>
                  <a:pt x="105049" y="21934"/>
                </a:lnTo>
                <a:lnTo>
                  <a:pt x="105944" y="20606"/>
                </a:lnTo>
                <a:lnTo>
                  <a:pt x="106752" y="19307"/>
                </a:lnTo>
                <a:lnTo>
                  <a:pt x="107444" y="18037"/>
                </a:lnTo>
                <a:lnTo>
                  <a:pt x="107791" y="17431"/>
                </a:lnTo>
                <a:lnTo>
                  <a:pt x="108079" y="16796"/>
                </a:lnTo>
                <a:lnTo>
                  <a:pt x="108339" y="16190"/>
                </a:lnTo>
                <a:lnTo>
                  <a:pt x="108599" y="15584"/>
                </a:lnTo>
                <a:lnTo>
                  <a:pt x="108830" y="15007"/>
                </a:lnTo>
                <a:lnTo>
                  <a:pt x="109032" y="14401"/>
                </a:lnTo>
                <a:lnTo>
                  <a:pt x="109205" y="13824"/>
                </a:lnTo>
                <a:lnTo>
                  <a:pt x="109349" y="13218"/>
                </a:lnTo>
                <a:lnTo>
                  <a:pt x="109493" y="12670"/>
                </a:lnTo>
                <a:lnTo>
                  <a:pt x="109609" y="12092"/>
                </a:lnTo>
                <a:lnTo>
                  <a:pt x="109667" y="11544"/>
                </a:lnTo>
                <a:lnTo>
                  <a:pt x="109724" y="10996"/>
                </a:lnTo>
                <a:lnTo>
                  <a:pt x="109753" y="10447"/>
                </a:lnTo>
                <a:lnTo>
                  <a:pt x="109753" y="9928"/>
                </a:lnTo>
                <a:lnTo>
                  <a:pt x="109753" y="9437"/>
                </a:lnTo>
                <a:lnTo>
                  <a:pt x="109695" y="8918"/>
                </a:lnTo>
                <a:lnTo>
                  <a:pt x="109609" y="8427"/>
                </a:lnTo>
                <a:lnTo>
                  <a:pt x="109522" y="7965"/>
                </a:lnTo>
                <a:lnTo>
                  <a:pt x="109378" y="7504"/>
                </a:lnTo>
                <a:lnTo>
                  <a:pt x="109234" y="7042"/>
                </a:lnTo>
                <a:lnTo>
                  <a:pt x="109060" y="6609"/>
                </a:lnTo>
                <a:lnTo>
                  <a:pt x="108858" y="6176"/>
                </a:lnTo>
                <a:lnTo>
                  <a:pt x="108656" y="5801"/>
                </a:lnTo>
                <a:lnTo>
                  <a:pt x="108426" y="5426"/>
                </a:lnTo>
                <a:lnTo>
                  <a:pt x="108195" y="5079"/>
                </a:lnTo>
                <a:lnTo>
                  <a:pt x="107935" y="4733"/>
                </a:lnTo>
                <a:lnTo>
                  <a:pt x="107646" y="4416"/>
                </a:lnTo>
                <a:lnTo>
                  <a:pt x="107358" y="4098"/>
                </a:lnTo>
                <a:lnTo>
                  <a:pt x="107011" y="3810"/>
                </a:lnTo>
                <a:lnTo>
                  <a:pt x="106694" y="3492"/>
                </a:lnTo>
                <a:lnTo>
                  <a:pt x="106319" y="3232"/>
                </a:lnTo>
                <a:lnTo>
                  <a:pt x="105944" y="2944"/>
                </a:lnTo>
                <a:lnTo>
                  <a:pt x="105568" y="2684"/>
                </a:lnTo>
                <a:lnTo>
                  <a:pt x="105164" y="2453"/>
                </a:lnTo>
                <a:lnTo>
                  <a:pt x="104732" y="2222"/>
                </a:lnTo>
                <a:lnTo>
                  <a:pt x="104270" y="1991"/>
                </a:lnTo>
                <a:lnTo>
                  <a:pt x="103808" y="1789"/>
                </a:lnTo>
                <a:lnTo>
                  <a:pt x="103317" y="1587"/>
                </a:lnTo>
                <a:lnTo>
                  <a:pt x="102307" y="1212"/>
                </a:lnTo>
                <a:lnTo>
                  <a:pt x="101211" y="895"/>
                </a:lnTo>
                <a:lnTo>
                  <a:pt x="100027" y="635"/>
                </a:lnTo>
                <a:lnTo>
                  <a:pt x="98815" y="404"/>
                </a:lnTo>
                <a:lnTo>
                  <a:pt x="97517" y="231"/>
                </a:lnTo>
                <a:lnTo>
                  <a:pt x="96131" y="116"/>
                </a:lnTo>
                <a:lnTo>
                  <a:pt x="94688" y="29"/>
                </a:lnTo>
                <a:lnTo>
                  <a:pt x="93188" y="0"/>
                </a:ln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521" name="Google Shape;521;p34"/>
          <p:cNvSpPr/>
          <p:nvPr/>
        </p:nvSpPr>
        <p:spPr>
          <a:xfrm rot="5400000">
            <a:off x="6364434" y="2363929"/>
            <a:ext cx="912991" cy="4646142"/>
          </a:xfrm>
          <a:custGeom>
            <a:rect b="b" l="l" r="r" t="t"/>
            <a:pathLst>
              <a:path extrusionOk="0" fill="none" h="93762" w="39886">
                <a:moveTo>
                  <a:pt x="39886" y="0"/>
                </a:moveTo>
                <a:lnTo>
                  <a:pt x="7330" y="0"/>
                </a:lnTo>
                <a:lnTo>
                  <a:pt x="7330" y="0"/>
                </a:lnTo>
                <a:lnTo>
                  <a:pt x="6362" y="3051"/>
                </a:lnTo>
                <a:lnTo>
                  <a:pt x="5470" y="6176"/>
                </a:lnTo>
                <a:lnTo>
                  <a:pt x="4614" y="9413"/>
                </a:lnTo>
                <a:lnTo>
                  <a:pt x="3832" y="12725"/>
                </a:lnTo>
                <a:lnTo>
                  <a:pt x="3088" y="16148"/>
                </a:lnTo>
                <a:lnTo>
                  <a:pt x="2456" y="19608"/>
                </a:lnTo>
                <a:lnTo>
                  <a:pt x="1860" y="23143"/>
                </a:lnTo>
                <a:lnTo>
                  <a:pt x="1340" y="26715"/>
                </a:lnTo>
                <a:lnTo>
                  <a:pt x="1340" y="26715"/>
                </a:lnTo>
                <a:lnTo>
                  <a:pt x="930" y="29989"/>
                </a:lnTo>
                <a:lnTo>
                  <a:pt x="633" y="33263"/>
                </a:lnTo>
                <a:lnTo>
                  <a:pt x="372" y="36463"/>
                </a:lnTo>
                <a:lnTo>
                  <a:pt x="186" y="39625"/>
                </a:lnTo>
                <a:lnTo>
                  <a:pt x="37" y="42714"/>
                </a:lnTo>
                <a:lnTo>
                  <a:pt x="0" y="45802"/>
                </a:lnTo>
                <a:lnTo>
                  <a:pt x="0" y="48778"/>
                </a:lnTo>
                <a:lnTo>
                  <a:pt x="112" y="51755"/>
                </a:lnTo>
                <a:lnTo>
                  <a:pt x="223" y="54620"/>
                </a:lnTo>
                <a:lnTo>
                  <a:pt x="447" y="57448"/>
                </a:lnTo>
                <a:lnTo>
                  <a:pt x="707" y="60201"/>
                </a:lnTo>
                <a:lnTo>
                  <a:pt x="1042" y="62843"/>
                </a:lnTo>
                <a:lnTo>
                  <a:pt x="1414" y="65447"/>
                </a:lnTo>
                <a:lnTo>
                  <a:pt x="1860" y="67940"/>
                </a:lnTo>
                <a:lnTo>
                  <a:pt x="2381" y="70358"/>
                </a:lnTo>
                <a:lnTo>
                  <a:pt x="2939" y="72665"/>
                </a:lnTo>
                <a:lnTo>
                  <a:pt x="3535" y="74898"/>
                </a:lnTo>
                <a:lnTo>
                  <a:pt x="4204" y="77018"/>
                </a:lnTo>
                <a:lnTo>
                  <a:pt x="4949" y="79028"/>
                </a:lnTo>
                <a:lnTo>
                  <a:pt x="5321" y="79995"/>
                </a:lnTo>
                <a:lnTo>
                  <a:pt x="5693" y="80925"/>
                </a:lnTo>
                <a:lnTo>
                  <a:pt x="6102" y="81855"/>
                </a:lnTo>
                <a:lnTo>
                  <a:pt x="6549" y="82748"/>
                </a:lnTo>
                <a:lnTo>
                  <a:pt x="6958" y="83567"/>
                </a:lnTo>
                <a:lnTo>
                  <a:pt x="7404" y="84385"/>
                </a:lnTo>
                <a:lnTo>
                  <a:pt x="7851" y="85204"/>
                </a:lnTo>
                <a:lnTo>
                  <a:pt x="8334" y="85948"/>
                </a:lnTo>
                <a:lnTo>
                  <a:pt x="8818" y="86692"/>
                </a:lnTo>
                <a:lnTo>
                  <a:pt x="9302" y="87362"/>
                </a:lnTo>
                <a:lnTo>
                  <a:pt x="9786" y="88032"/>
                </a:lnTo>
                <a:lnTo>
                  <a:pt x="10306" y="88664"/>
                </a:lnTo>
                <a:lnTo>
                  <a:pt x="10827" y="89259"/>
                </a:lnTo>
                <a:lnTo>
                  <a:pt x="11385" y="89818"/>
                </a:lnTo>
                <a:lnTo>
                  <a:pt x="11906" y="90338"/>
                </a:lnTo>
                <a:lnTo>
                  <a:pt x="12464" y="90822"/>
                </a:lnTo>
                <a:lnTo>
                  <a:pt x="13060" y="91306"/>
                </a:lnTo>
                <a:lnTo>
                  <a:pt x="13618" y="91715"/>
                </a:lnTo>
                <a:lnTo>
                  <a:pt x="14213" y="92087"/>
                </a:lnTo>
                <a:lnTo>
                  <a:pt x="14808" y="92422"/>
                </a:lnTo>
                <a:lnTo>
                  <a:pt x="15404" y="92757"/>
                </a:lnTo>
                <a:lnTo>
                  <a:pt x="16036" y="93017"/>
                </a:lnTo>
                <a:lnTo>
                  <a:pt x="16669" y="93241"/>
                </a:lnTo>
                <a:lnTo>
                  <a:pt x="17301" y="93427"/>
                </a:lnTo>
                <a:lnTo>
                  <a:pt x="17971" y="93575"/>
                </a:lnTo>
                <a:lnTo>
                  <a:pt x="18604" y="93687"/>
                </a:lnTo>
                <a:lnTo>
                  <a:pt x="18604" y="93687"/>
                </a:lnTo>
                <a:lnTo>
                  <a:pt x="19311" y="93762"/>
                </a:lnTo>
                <a:lnTo>
                  <a:pt x="20017" y="93762"/>
                </a:lnTo>
                <a:lnTo>
                  <a:pt x="20017" y="93762"/>
                </a:lnTo>
                <a:lnTo>
                  <a:pt x="20650" y="93762"/>
                </a:lnTo>
                <a:lnTo>
                  <a:pt x="21320" y="93687"/>
                </a:lnTo>
                <a:lnTo>
                  <a:pt x="21952" y="93613"/>
                </a:lnTo>
                <a:lnTo>
                  <a:pt x="22622" y="93464"/>
                </a:lnTo>
                <a:lnTo>
                  <a:pt x="23254" y="93315"/>
                </a:lnTo>
                <a:lnTo>
                  <a:pt x="23924" y="93092"/>
                </a:lnTo>
                <a:lnTo>
                  <a:pt x="24557" y="92831"/>
                </a:lnTo>
                <a:lnTo>
                  <a:pt x="25189" y="92571"/>
                </a:lnTo>
                <a:lnTo>
                  <a:pt x="25859" y="92236"/>
                </a:lnTo>
                <a:lnTo>
                  <a:pt x="26491" y="91901"/>
                </a:lnTo>
                <a:lnTo>
                  <a:pt x="27124" y="91529"/>
                </a:lnTo>
                <a:lnTo>
                  <a:pt x="27794" y="91083"/>
                </a:lnTo>
                <a:lnTo>
                  <a:pt x="28426" y="90636"/>
                </a:lnTo>
                <a:lnTo>
                  <a:pt x="29059" y="90152"/>
                </a:lnTo>
                <a:lnTo>
                  <a:pt x="29691" y="89632"/>
                </a:lnTo>
                <a:lnTo>
                  <a:pt x="30324" y="89073"/>
                </a:lnTo>
                <a:lnTo>
                  <a:pt x="30956" y="88515"/>
                </a:lnTo>
                <a:lnTo>
                  <a:pt x="31589" y="87883"/>
                </a:lnTo>
                <a:lnTo>
                  <a:pt x="32221" y="87250"/>
                </a:lnTo>
                <a:lnTo>
                  <a:pt x="32817" y="86581"/>
                </a:lnTo>
                <a:lnTo>
                  <a:pt x="33449" y="85874"/>
                </a:lnTo>
                <a:lnTo>
                  <a:pt x="34045" y="85129"/>
                </a:lnTo>
                <a:lnTo>
                  <a:pt x="35272" y="83567"/>
                </a:lnTo>
                <a:lnTo>
                  <a:pt x="36463" y="81892"/>
                </a:lnTo>
                <a:lnTo>
                  <a:pt x="37616" y="80107"/>
                </a:lnTo>
                <a:lnTo>
                  <a:pt x="38770" y="78209"/>
                </a:lnTo>
                <a:lnTo>
                  <a:pt x="39886" y="76200"/>
                </a:lnTo>
                <a:lnTo>
                  <a:pt x="39886" y="0"/>
                </a:lnTo>
                <a:lnTo>
                  <a:pt x="39886" y="0"/>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522" name="Google Shape;522;p34"/>
          <p:cNvSpPr/>
          <p:nvPr/>
        </p:nvSpPr>
        <p:spPr>
          <a:xfrm>
            <a:off x="1643225" y="-725"/>
            <a:ext cx="5761425" cy="711800"/>
          </a:xfrm>
          <a:custGeom>
            <a:rect b="b" l="l" r="r" t="t"/>
            <a:pathLst>
              <a:path extrusionOk="0" h="28472" w="230457">
                <a:moveTo>
                  <a:pt x="0" y="0"/>
                </a:moveTo>
                <a:lnTo>
                  <a:pt x="230457" y="28472"/>
                </a:lnTo>
                <a:lnTo>
                  <a:pt x="220381" y="20"/>
                </a:lnTo>
                <a:close/>
              </a:path>
            </a:pathLst>
          </a:custGeom>
          <a:solidFill>
            <a:schemeClr val="lt1"/>
          </a:solidFill>
          <a:ln>
            <a:noFill/>
          </a:ln>
        </p:spPr>
      </p:sp>
      <p:sp>
        <p:nvSpPr>
          <p:cNvPr id="523" name="Google Shape;523;p34"/>
          <p:cNvSpPr/>
          <p:nvPr/>
        </p:nvSpPr>
        <p:spPr>
          <a:xfrm>
            <a:off x="7140700" y="-1350"/>
            <a:ext cx="2003375" cy="714225"/>
          </a:xfrm>
          <a:custGeom>
            <a:rect b="b" l="l" r="r" t="t"/>
            <a:pathLst>
              <a:path extrusionOk="0" h="28569" w="80135">
                <a:moveTo>
                  <a:pt x="10558" y="28569"/>
                </a:moveTo>
                <a:lnTo>
                  <a:pt x="67491" y="18220"/>
                </a:lnTo>
                <a:lnTo>
                  <a:pt x="80135" y="0"/>
                </a:lnTo>
                <a:lnTo>
                  <a:pt x="0" y="45"/>
                </a:lnTo>
                <a:close/>
              </a:path>
            </a:pathLst>
          </a:custGeom>
          <a:gradFill>
            <a:gsLst>
              <a:gs pos="0">
                <a:schemeClr val="accent1"/>
              </a:gs>
              <a:gs pos="11000">
                <a:schemeClr val="accent1"/>
              </a:gs>
              <a:gs pos="26000">
                <a:schemeClr val="accent3"/>
              </a:gs>
              <a:gs pos="63000">
                <a:schemeClr val="accent4"/>
              </a:gs>
              <a:gs pos="100000">
                <a:schemeClr val="accent4"/>
              </a:gs>
            </a:gsLst>
            <a:lin ang="8100019" scaled="0"/>
          </a:gradFill>
          <a:ln>
            <a:noFill/>
          </a:ln>
          <a:effectLst>
            <a:outerShdw blurRad="314325" rotWithShape="0" algn="bl" dir="5400000" dist="28575">
              <a:schemeClr val="accent4">
                <a:alpha val="24000"/>
              </a:schemeClr>
            </a:outerShdw>
          </a:effectLst>
        </p:spPr>
      </p:sp>
      <p:cxnSp>
        <p:nvCxnSpPr>
          <p:cNvPr id="524" name="Google Shape;524;p34"/>
          <p:cNvCxnSpPr/>
          <p:nvPr/>
        </p:nvCxnSpPr>
        <p:spPr>
          <a:xfrm rot="10800000">
            <a:off x="605578" y="1794125"/>
            <a:ext cx="8537700" cy="0"/>
          </a:xfrm>
          <a:prstGeom prst="straightConnector1">
            <a:avLst/>
          </a:prstGeom>
          <a:noFill/>
          <a:ln cap="flat" cmpd="sng" w="19050">
            <a:solidFill>
              <a:schemeClr val="dk1"/>
            </a:solidFill>
            <a:prstDash val="solid"/>
            <a:round/>
            <a:headEnd len="med" w="med" type="none"/>
            <a:tailEnd len="med" w="med" type="none"/>
          </a:ln>
        </p:spPr>
      </p:cxnSp>
      <p:cxnSp>
        <p:nvCxnSpPr>
          <p:cNvPr id="525" name="Google Shape;525;p34"/>
          <p:cNvCxnSpPr/>
          <p:nvPr/>
        </p:nvCxnSpPr>
        <p:spPr>
          <a:xfrm rot="10800000">
            <a:off x="605578" y="2731925"/>
            <a:ext cx="8537700" cy="0"/>
          </a:xfrm>
          <a:prstGeom prst="straightConnector1">
            <a:avLst/>
          </a:prstGeom>
          <a:noFill/>
          <a:ln cap="flat" cmpd="sng" w="19050">
            <a:solidFill>
              <a:schemeClr val="dk1"/>
            </a:solidFill>
            <a:prstDash val="solid"/>
            <a:round/>
            <a:headEnd len="med" w="med" type="none"/>
            <a:tailEnd len="med" w="med" type="none"/>
          </a:ln>
        </p:spPr>
      </p:cxnSp>
      <p:cxnSp>
        <p:nvCxnSpPr>
          <p:cNvPr id="526" name="Google Shape;526;p34"/>
          <p:cNvCxnSpPr/>
          <p:nvPr/>
        </p:nvCxnSpPr>
        <p:spPr>
          <a:xfrm rot="10800000">
            <a:off x="606300" y="3669725"/>
            <a:ext cx="8537700" cy="0"/>
          </a:xfrm>
          <a:prstGeom prst="straightConnector1">
            <a:avLst/>
          </a:prstGeom>
          <a:noFill/>
          <a:ln cap="flat" cmpd="sng" w="19050">
            <a:solidFill>
              <a:schemeClr val="dk1"/>
            </a:solidFill>
            <a:prstDash val="solid"/>
            <a:round/>
            <a:headEnd len="med" w="med" type="none"/>
            <a:tailEnd len="med" w="med" type="none"/>
          </a:ln>
        </p:spPr>
      </p:cxnSp>
      <p:sp>
        <p:nvSpPr>
          <p:cNvPr id="527" name="Google Shape;527;p34"/>
          <p:cNvSpPr txBox="1"/>
          <p:nvPr>
            <p:ph idx="1" type="body"/>
          </p:nvPr>
        </p:nvSpPr>
        <p:spPr>
          <a:xfrm>
            <a:off x="5788075" y="1906850"/>
            <a:ext cx="3021300" cy="825000"/>
          </a:xfrm>
          <a:prstGeom prst="rect">
            <a:avLst/>
          </a:prstGeom>
        </p:spPr>
        <p:txBody>
          <a:bodyPr anchorCtr="0" anchor="t" bIns="91425" lIns="0" spcFirstLastPara="1" rIns="91425" wrap="square" tIns="0">
            <a:noAutofit/>
          </a:bodyPr>
          <a:lstStyle>
            <a:lvl1pPr indent="-292100" lvl="0" marL="457200">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528" name="Google Shape;528;p34"/>
          <p:cNvSpPr txBox="1"/>
          <p:nvPr>
            <p:ph type="title"/>
          </p:nvPr>
        </p:nvSpPr>
        <p:spPr>
          <a:xfrm>
            <a:off x="2134625" y="2853988"/>
            <a:ext cx="1583400" cy="3612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529" name="Google Shape;529;p34"/>
          <p:cNvSpPr txBox="1"/>
          <p:nvPr>
            <p:ph idx="2" type="body"/>
          </p:nvPr>
        </p:nvSpPr>
        <p:spPr>
          <a:xfrm>
            <a:off x="5788075" y="2855650"/>
            <a:ext cx="3021300" cy="814200"/>
          </a:xfrm>
          <a:prstGeom prst="rect">
            <a:avLst/>
          </a:prstGeom>
        </p:spPr>
        <p:txBody>
          <a:bodyPr anchorCtr="0" anchor="t" bIns="91425" lIns="0" spcFirstLastPara="1" rIns="91425" wrap="square" tIns="0">
            <a:noAutofit/>
          </a:bodyPr>
          <a:lstStyle>
            <a:lvl1pPr indent="-292100" lvl="0" marL="457200">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530" name="Google Shape;530;p34"/>
          <p:cNvSpPr txBox="1"/>
          <p:nvPr>
            <p:ph idx="3" type="title"/>
          </p:nvPr>
        </p:nvSpPr>
        <p:spPr>
          <a:xfrm>
            <a:off x="525175" y="2853988"/>
            <a:ext cx="1408800" cy="361200"/>
          </a:xfrm>
          <a:prstGeom prst="rect">
            <a:avLst/>
          </a:prstGeom>
        </p:spPr>
        <p:txBody>
          <a:bodyPr anchorCtr="0" anchor="t" bIns="91425" lIns="0" spcFirstLastPara="1" rIns="91425" wrap="square" tIns="0">
            <a:noAutofit/>
          </a:bodyPr>
          <a:lstStyle>
            <a:lvl1pPr lvl="0" algn="r">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531" name="Google Shape;531;p34"/>
          <p:cNvSpPr txBox="1"/>
          <p:nvPr>
            <p:ph idx="4" type="title"/>
          </p:nvPr>
        </p:nvSpPr>
        <p:spPr>
          <a:xfrm>
            <a:off x="2134625" y="3793475"/>
            <a:ext cx="1583400" cy="3612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532" name="Google Shape;532;p34"/>
          <p:cNvSpPr txBox="1"/>
          <p:nvPr>
            <p:ph idx="5" type="body"/>
          </p:nvPr>
        </p:nvSpPr>
        <p:spPr>
          <a:xfrm>
            <a:off x="5788075" y="3793450"/>
            <a:ext cx="3021300" cy="836100"/>
          </a:xfrm>
          <a:prstGeom prst="rect">
            <a:avLst/>
          </a:prstGeom>
        </p:spPr>
        <p:txBody>
          <a:bodyPr anchorCtr="0" anchor="t" bIns="91425" lIns="0" spcFirstLastPara="1" rIns="91425" wrap="square" tIns="0">
            <a:noAutofit/>
          </a:bodyPr>
          <a:lstStyle>
            <a:lvl1pPr indent="-292100" lvl="0" marL="457200">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533" name="Google Shape;533;p34"/>
          <p:cNvSpPr txBox="1"/>
          <p:nvPr>
            <p:ph idx="6" type="title"/>
          </p:nvPr>
        </p:nvSpPr>
        <p:spPr>
          <a:xfrm>
            <a:off x="525175" y="3793475"/>
            <a:ext cx="1408800" cy="361200"/>
          </a:xfrm>
          <a:prstGeom prst="rect">
            <a:avLst/>
          </a:prstGeom>
        </p:spPr>
        <p:txBody>
          <a:bodyPr anchorCtr="0" anchor="t" bIns="91425" lIns="0" spcFirstLastPara="1" rIns="91425" wrap="square" tIns="0">
            <a:noAutofit/>
          </a:bodyPr>
          <a:lstStyle>
            <a:lvl1pPr lvl="0" algn="r">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534" name="Google Shape;534;p34"/>
          <p:cNvSpPr txBox="1"/>
          <p:nvPr>
            <p:ph idx="7"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535" name="Google Shape;535;p34"/>
          <p:cNvSpPr txBox="1"/>
          <p:nvPr>
            <p:ph idx="8" type="title"/>
          </p:nvPr>
        </p:nvSpPr>
        <p:spPr>
          <a:xfrm>
            <a:off x="2134625" y="1914525"/>
            <a:ext cx="1583400" cy="3612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536" name="Google Shape;536;p34"/>
          <p:cNvSpPr txBox="1"/>
          <p:nvPr>
            <p:ph idx="9" type="title"/>
          </p:nvPr>
        </p:nvSpPr>
        <p:spPr>
          <a:xfrm>
            <a:off x="525175" y="1914525"/>
            <a:ext cx="1408800" cy="361200"/>
          </a:xfrm>
          <a:prstGeom prst="rect">
            <a:avLst/>
          </a:prstGeom>
        </p:spPr>
        <p:txBody>
          <a:bodyPr anchorCtr="0" anchor="t" bIns="91425" lIns="0" spcFirstLastPara="1" rIns="91425" wrap="square" tIns="0">
            <a:noAutofit/>
          </a:bodyPr>
          <a:lstStyle>
            <a:lvl1pPr lvl="0" algn="r">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537" name="Google Shape;537;p34"/>
          <p:cNvSpPr txBox="1"/>
          <p:nvPr>
            <p:ph idx="13" type="title"/>
          </p:nvPr>
        </p:nvSpPr>
        <p:spPr>
          <a:xfrm>
            <a:off x="115025" y="502775"/>
            <a:ext cx="39417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538" name="Google Shape;538;p34"/>
          <p:cNvSpPr txBox="1"/>
          <p:nvPr>
            <p:ph idx="14"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orient="horz" pos="317">
          <p15:clr>
            <a:srgbClr val="E46962"/>
          </p15:clr>
        </p15:guide>
      </p15:sldGuideLst>
    </p:ext>
  </p:extLst>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1">
  <p:cSld name="BLANK_1_1_1_1_1_1_1_1_1_1_1">
    <p:spTree>
      <p:nvGrpSpPr>
        <p:cNvPr id="539" name="Shape 539"/>
        <p:cNvGrpSpPr/>
        <p:nvPr/>
      </p:nvGrpSpPr>
      <p:grpSpPr>
        <a:xfrm>
          <a:off x="0" y="0"/>
          <a:ext cx="0" cy="0"/>
          <a:chOff x="0" y="0"/>
          <a:chExt cx="0" cy="0"/>
        </a:xfrm>
      </p:grpSpPr>
      <p:grpSp>
        <p:nvGrpSpPr>
          <p:cNvPr id="540" name="Google Shape;540;p35"/>
          <p:cNvGrpSpPr/>
          <p:nvPr/>
        </p:nvGrpSpPr>
        <p:grpSpPr>
          <a:xfrm>
            <a:off x="115026" y="364"/>
            <a:ext cx="5125634" cy="5143564"/>
            <a:chOff x="312900" y="2788524"/>
            <a:chExt cx="2221197" cy="1994480"/>
          </a:xfrm>
        </p:grpSpPr>
        <p:grpSp>
          <p:nvGrpSpPr>
            <p:cNvPr id="541" name="Google Shape;541;p35"/>
            <p:cNvGrpSpPr/>
            <p:nvPr/>
          </p:nvGrpSpPr>
          <p:grpSpPr>
            <a:xfrm>
              <a:off x="312900" y="2788524"/>
              <a:ext cx="1851000" cy="1994480"/>
              <a:chOff x="461225" y="3244074"/>
              <a:chExt cx="1851000" cy="1994480"/>
            </a:xfrm>
          </p:grpSpPr>
          <p:grpSp>
            <p:nvGrpSpPr>
              <p:cNvPr id="542" name="Google Shape;542;p35"/>
              <p:cNvGrpSpPr/>
              <p:nvPr/>
            </p:nvGrpSpPr>
            <p:grpSpPr>
              <a:xfrm>
                <a:off x="461229" y="3244074"/>
                <a:ext cx="1850992" cy="1994480"/>
                <a:chOff x="461229" y="3244074"/>
                <a:chExt cx="1850992" cy="1994480"/>
              </a:xfrm>
            </p:grpSpPr>
            <p:sp>
              <p:nvSpPr>
                <p:cNvPr id="543" name="Google Shape;543;p35"/>
                <p:cNvSpPr/>
                <p:nvPr/>
              </p:nvSpPr>
              <p:spPr>
                <a:xfrm>
                  <a:off x="461229" y="3244074"/>
                  <a:ext cx="370200" cy="37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44" name="Google Shape;544;p35"/>
                <p:cNvSpPr/>
                <p:nvPr/>
              </p:nvSpPr>
              <p:spPr>
                <a:xfrm>
                  <a:off x="831430" y="5100554"/>
                  <a:ext cx="370200" cy="1380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45" name="Google Shape;545;p35"/>
                <p:cNvSpPr/>
                <p:nvPr/>
              </p:nvSpPr>
              <p:spPr>
                <a:xfrm>
                  <a:off x="1201620" y="3244219"/>
                  <a:ext cx="370200" cy="37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46" name="Google Shape;546;p35"/>
                <p:cNvSpPr/>
                <p:nvPr/>
              </p:nvSpPr>
              <p:spPr>
                <a:xfrm>
                  <a:off x="1571820" y="3244219"/>
                  <a:ext cx="370200" cy="37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47" name="Google Shape;547;p35"/>
                <p:cNvSpPr/>
                <p:nvPr/>
              </p:nvSpPr>
              <p:spPr>
                <a:xfrm>
                  <a:off x="1942021" y="3244219"/>
                  <a:ext cx="370200" cy="37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48" name="Google Shape;548;p35"/>
              <p:cNvGrpSpPr/>
              <p:nvPr/>
            </p:nvGrpSpPr>
            <p:grpSpPr>
              <a:xfrm>
                <a:off x="461225" y="3619500"/>
                <a:ext cx="1851000" cy="370200"/>
                <a:chOff x="461225" y="3249175"/>
                <a:chExt cx="1851000" cy="370200"/>
              </a:xfrm>
            </p:grpSpPr>
            <p:sp>
              <p:nvSpPr>
                <p:cNvPr id="549" name="Google Shape;549;p3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50" name="Google Shape;550;p3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51" name="Google Shape;551;p3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52" name="Google Shape;552;p3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53" name="Google Shape;553;p3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54" name="Google Shape;554;p35"/>
              <p:cNvGrpSpPr/>
              <p:nvPr/>
            </p:nvGrpSpPr>
            <p:grpSpPr>
              <a:xfrm>
                <a:off x="461225" y="3989700"/>
                <a:ext cx="1851000" cy="1110726"/>
                <a:chOff x="461225" y="3249175"/>
                <a:chExt cx="1851000" cy="1110726"/>
              </a:xfrm>
            </p:grpSpPr>
            <p:sp>
              <p:nvSpPr>
                <p:cNvPr id="555" name="Google Shape;555;p35"/>
                <p:cNvSpPr/>
                <p:nvPr/>
              </p:nvSpPr>
              <p:spPr>
                <a:xfrm>
                  <a:off x="461225" y="3989701"/>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56" name="Google Shape;556;p3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57" name="Google Shape;557;p3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58" name="Google Shape;558;p3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59" name="Google Shape;559;p3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60" name="Google Shape;560;p35"/>
              <p:cNvGrpSpPr/>
              <p:nvPr/>
            </p:nvGrpSpPr>
            <p:grpSpPr>
              <a:xfrm>
                <a:off x="461225" y="4360025"/>
                <a:ext cx="1851000" cy="370200"/>
                <a:chOff x="461225" y="3249175"/>
                <a:chExt cx="1851000" cy="370200"/>
              </a:xfrm>
            </p:grpSpPr>
            <p:sp>
              <p:nvSpPr>
                <p:cNvPr id="561" name="Google Shape;561;p3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62" name="Google Shape;562;p3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63" name="Google Shape;563;p3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64" name="Google Shape;564;p3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565" name="Google Shape;565;p35"/>
            <p:cNvSpPr/>
            <p:nvPr/>
          </p:nvSpPr>
          <p:spPr>
            <a:xfrm>
              <a:off x="2163897" y="2788524"/>
              <a:ext cx="370200" cy="37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66" name="Google Shape;566;p35"/>
          <p:cNvGrpSpPr/>
          <p:nvPr/>
        </p:nvGrpSpPr>
        <p:grpSpPr>
          <a:xfrm flipH="1" rot="5400000">
            <a:off x="7145338" y="3274875"/>
            <a:ext cx="2221200" cy="1481050"/>
            <a:chOff x="312900" y="2793625"/>
            <a:chExt cx="2221200" cy="1481050"/>
          </a:xfrm>
        </p:grpSpPr>
        <p:grpSp>
          <p:nvGrpSpPr>
            <p:cNvPr id="567" name="Google Shape;567;p35"/>
            <p:cNvGrpSpPr/>
            <p:nvPr/>
          </p:nvGrpSpPr>
          <p:grpSpPr>
            <a:xfrm>
              <a:off x="312900" y="2793625"/>
              <a:ext cx="1851000" cy="1481050"/>
              <a:chOff x="461225" y="3249175"/>
              <a:chExt cx="1851000" cy="1481050"/>
            </a:xfrm>
          </p:grpSpPr>
          <p:grpSp>
            <p:nvGrpSpPr>
              <p:cNvPr id="568" name="Google Shape;568;p35"/>
              <p:cNvGrpSpPr/>
              <p:nvPr/>
            </p:nvGrpSpPr>
            <p:grpSpPr>
              <a:xfrm>
                <a:off x="461225" y="3249175"/>
                <a:ext cx="1851000" cy="370200"/>
                <a:chOff x="461225" y="3249175"/>
                <a:chExt cx="1851000" cy="370200"/>
              </a:xfrm>
            </p:grpSpPr>
            <p:sp>
              <p:nvSpPr>
                <p:cNvPr id="569" name="Google Shape;569;p3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70" name="Google Shape;570;p3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71" name="Google Shape;571;p3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72" name="Google Shape;572;p3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73" name="Google Shape;573;p3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74" name="Google Shape;574;p35"/>
              <p:cNvGrpSpPr/>
              <p:nvPr/>
            </p:nvGrpSpPr>
            <p:grpSpPr>
              <a:xfrm>
                <a:off x="461225" y="3619500"/>
                <a:ext cx="1851000" cy="370200"/>
                <a:chOff x="461225" y="3249175"/>
                <a:chExt cx="1851000" cy="370200"/>
              </a:xfrm>
            </p:grpSpPr>
            <p:sp>
              <p:nvSpPr>
                <p:cNvPr id="575" name="Google Shape;575;p3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76" name="Google Shape;576;p3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77" name="Google Shape;577;p3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78" name="Google Shape;578;p3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79" name="Google Shape;579;p3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80" name="Google Shape;580;p35"/>
              <p:cNvGrpSpPr/>
              <p:nvPr/>
            </p:nvGrpSpPr>
            <p:grpSpPr>
              <a:xfrm>
                <a:off x="461225" y="3989700"/>
                <a:ext cx="1851000" cy="370200"/>
                <a:chOff x="461225" y="3249175"/>
                <a:chExt cx="1851000" cy="370200"/>
              </a:xfrm>
            </p:grpSpPr>
            <p:sp>
              <p:nvSpPr>
                <p:cNvPr id="581" name="Google Shape;581;p3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82" name="Google Shape;582;p3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83" name="Google Shape;583;p3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84" name="Google Shape;584;p3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85" name="Google Shape;585;p3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86" name="Google Shape;586;p35"/>
              <p:cNvGrpSpPr/>
              <p:nvPr/>
            </p:nvGrpSpPr>
            <p:grpSpPr>
              <a:xfrm>
                <a:off x="461225" y="4360025"/>
                <a:ext cx="1851000" cy="370200"/>
                <a:chOff x="461225" y="3249175"/>
                <a:chExt cx="1851000" cy="370200"/>
              </a:xfrm>
            </p:grpSpPr>
            <p:sp>
              <p:nvSpPr>
                <p:cNvPr id="587" name="Google Shape;587;p3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88" name="Google Shape;588;p3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89" name="Google Shape;589;p3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90" name="Google Shape;590;p3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91" name="Google Shape;591;p3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592" name="Google Shape;592;p35"/>
            <p:cNvSpPr/>
            <p:nvPr/>
          </p:nvSpPr>
          <p:spPr>
            <a:xfrm>
              <a:off x="2163900" y="279362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593" name="Google Shape;593;p35"/>
          <p:cNvSpPr/>
          <p:nvPr/>
        </p:nvSpPr>
        <p:spPr>
          <a:xfrm>
            <a:off x="6255775" y="3774250"/>
            <a:ext cx="2888225" cy="1369250"/>
          </a:xfrm>
          <a:custGeom>
            <a:rect b="b" l="l" r="r" t="t"/>
            <a:pathLst>
              <a:path extrusionOk="0" h="54770" w="115529">
                <a:moveTo>
                  <a:pt x="115529" y="1"/>
                </a:moveTo>
                <a:lnTo>
                  <a:pt x="112924" y="187"/>
                </a:lnTo>
                <a:lnTo>
                  <a:pt x="110245" y="447"/>
                </a:lnTo>
                <a:lnTo>
                  <a:pt x="107566" y="745"/>
                </a:lnTo>
                <a:lnTo>
                  <a:pt x="104850" y="1080"/>
                </a:lnTo>
                <a:lnTo>
                  <a:pt x="102097" y="1489"/>
                </a:lnTo>
                <a:lnTo>
                  <a:pt x="99344" y="1936"/>
                </a:lnTo>
                <a:lnTo>
                  <a:pt x="96516" y="2419"/>
                </a:lnTo>
                <a:lnTo>
                  <a:pt x="93725" y="2940"/>
                </a:lnTo>
                <a:lnTo>
                  <a:pt x="90860" y="3536"/>
                </a:lnTo>
                <a:lnTo>
                  <a:pt x="88033" y="4131"/>
                </a:lnTo>
                <a:lnTo>
                  <a:pt x="85168" y="4801"/>
                </a:lnTo>
                <a:lnTo>
                  <a:pt x="82266" y="5508"/>
                </a:lnTo>
                <a:lnTo>
                  <a:pt x="79401" y="6252"/>
                </a:lnTo>
                <a:lnTo>
                  <a:pt x="76498" y="7070"/>
                </a:lnTo>
                <a:lnTo>
                  <a:pt x="73596" y="7889"/>
                </a:lnTo>
                <a:lnTo>
                  <a:pt x="70694" y="8782"/>
                </a:lnTo>
                <a:lnTo>
                  <a:pt x="67308" y="9861"/>
                </a:lnTo>
                <a:lnTo>
                  <a:pt x="63960" y="10977"/>
                </a:lnTo>
                <a:lnTo>
                  <a:pt x="60685" y="12130"/>
                </a:lnTo>
                <a:lnTo>
                  <a:pt x="57411" y="13321"/>
                </a:lnTo>
                <a:lnTo>
                  <a:pt x="54211" y="14586"/>
                </a:lnTo>
                <a:lnTo>
                  <a:pt x="51086" y="15851"/>
                </a:lnTo>
                <a:lnTo>
                  <a:pt x="47961" y="17153"/>
                </a:lnTo>
                <a:lnTo>
                  <a:pt x="44947" y="18530"/>
                </a:lnTo>
                <a:lnTo>
                  <a:pt x="41970" y="19907"/>
                </a:lnTo>
                <a:lnTo>
                  <a:pt x="39068" y="21321"/>
                </a:lnTo>
                <a:lnTo>
                  <a:pt x="36203" y="22772"/>
                </a:lnTo>
                <a:lnTo>
                  <a:pt x="33450" y="24223"/>
                </a:lnTo>
                <a:lnTo>
                  <a:pt x="30734" y="25748"/>
                </a:lnTo>
                <a:lnTo>
                  <a:pt x="28129" y="27274"/>
                </a:lnTo>
                <a:lnTo>
                  <a:pt x="25562" y="28836"/>
                </a:lnTo>
                <a:lnTo>
                  <a:pt x="23106" y="30436"/>
                </a:lnTo>
                <a:lnTo>
                  <a:pt x="20799" y="31962"/>
                </a:lnTo>
                <a:lnTo>
                  <a:pt x="18604" y="33524"/>
                </a:lnTo>
                <a:lnTo>
                  <a:pt x="16521" y="35087"/>
                </a:lnTo>
                <a:lnTo>
                  <a:pt x="14549" y="36650"/>
                </a:lnTo>
                <a:lnTo>
                  <a:pt x="12651" y="38213"/>
                </a:lnTo>
                <a:lnTo>
                  <a:pt x="10902" y="39775"/>
                </a:lnTo>
                <a:lnTo>
                  <a:pt x="9265" y="41338"/>
                </a:lnTo>
                <a:lnTo>
                  <a:pt x="7740" y="42863"/>
                </a:lnTo>
                <a:lnTo>
                  <a:pt x="6326" y="44426"/>
                </a:lnTo>
                <a:lnTo>
                  <a:pt x="5061" y="45952"/>
                </a:lnTo>
                <a:lnTo>
                  <a:pt x="4466" y="46696"/>
                </a:lnTo>
                <a:lnTo>
                  <a:pt x="3870" y="47477"/>
                </a:lnTo>
                <a:lnTo>
                  <a:pt x="3349" y="48221"/>
                </a:lnTo>
                <a:lnTo>
                  <a:pt x="2828" y="48965"/>
                </a:lnTo>
                <a:lnTo>
                  <a:pt x="2382" y="49709"/>
                </a:lnTo>
                <a:lnTo>
                  <a:pt x="1936" y="50454"/>
                </a:lnTo>
                <a:lnTo>
                  <a:pt x="1526" y="51198"/>
                </a:lnTo>
                <a:lnTo>
                  <a:pt x="1154" y="51905"/>
                </a:lnTo>
                <a:lnTo>
                  <a:pt x="819" y="52649"/>
                </a:lnTo>
                <a:lnTo>
                  <a:pt x="522" y="53356"/>
                </a:lnTo>
                <a:lnTo>
                  <a:pt x="224" y="54063"/>
                </a:lnTo>
                <a:lnTo>
                  <a:pt x="1" y="54770"/>
                </a:lnTo>
                <a:lnTo>
                  <a:pt x="115529" y="54770"/>
                </a:lnTo>
                <a:lnTo>
                  <a:pt x="115529" y="1"/>
                </a:lnTo>
                <a:close/>
              </a:path>
            </a:pathLst>
          </a:cu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94" name="Google Shape;594;p35"/>
          <p:cNvSpPr/>
          <p:nvPr/>
        </p:nvSpPr>
        <p:spPr>
          <a:xfrm rot="5400000">
            <a:off x="6256650" y="3649999"/>
            <a:ext cx="1392300" cy="3359400"/>
          </a:xfrm>
          <a:prstGeom prst="chord">
            <a:avLst>
              <a:gd fmla="val 5820070" name="adj1"/>
              <a:gd fmla="val 15784537"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95" name="Google Shape;595;p35"/>
          <p:cNvSpPr txBox="1"/>
          <p:nvPr>
            <p:ph idx="1" type="subTitle"/>
          </p:nvPr>
        </p:nvSpPr>
        <p:spPr>
          <a:xfrm>
            <a:off x="4482800" y="3963975"/>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596" name="Google Shape;596;p35"/>
          <p:cNvSpPr txBox="1"/>
          <p:nvPr>
            <p:ph idx="2" type="subTitle"/>
          </p:nvPr>
        </p:nvSpPr>
        <p:spPr>
          <a:xfrm>
            <a:off x="4482800" y="3731112"/>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97" name="Google Shape;597;p35"/>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598" name="Google Shape;598;p35"/>
          <p:cNvSpPr txBox="1"/>
          <p:nvPr>
            <p:ph idx="3" type="title"/>
          </p:nvPr>
        </p:nvSpPr>
        <p:spPr>
          <a:xfrm>
            <a:off x="115025" y="471075"/>
            <a:ext cx="39417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599" name="Google Shape;599;p35"/>
          <p:cNvSpPr txBox="1"/>
          <p:nvPr>
            <p:ph idx="4" type="subTitle"/>
          </p:nvPr>
        </p:nvSpPr>
        <p:spPr>
          <a:xfrm>
            <a:off x="4482800" y="3428650"/>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600" name="Google Shape;600;p35"/>
          <p:cNvSpPr txBox="1"/>
          <p:nvPr>
            <p:ph idx="5" type="subTitle"/>
          </p:nvPr>
        </p:nvSpPr>
        <p:spPr>
          <a:xfrm>
            <a:off x="4482800" y="3195787"/>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601" name="Google Shape;601;p35"/>
          <p:cNvSpPr txBox="1"/>
          <p:nvPr>
            <p:ph idx="6" type="subTitle"/>
          </p:nvPr>
        </p:nvSpPr>
        <p:spPr>
          <a:xfrm>
            <a:off x="4482800" y="2894863"/>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602" name="Google Shape;602;p35"/>
          <p:cNvSpPr txBox="1"/>
          <p:nvPr>
            <p:ph idx="7" type="subTitle"/>
          </p:nvPr>
        </p:nvSpPr>
        <p:spPr>
          <a:xfrm>
            <a:off x="4482800" y="2662000"/>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603" name="Google Shape;603;p35"/>
          <p:cNvSpPr txBox="1"/>
          <p:nvPr>
            <p:ph idx="8" type="subTitle"/>
          </p:nvPr>
        </p:nvSpPr>
        <p:spPr>
          <a:xfrm>
            <a:off x="4482800" y="2361863"/>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604" name="Google Shape;604;p35"/>
          <p:cNvSpPr txBox="1"/>
          <p:nvPr>
            <p:ph idx="9" type="subTitle"/>
          </p:nvPr>
        </p:nvSpPr>
        <p:spPr>
          <a:xfrm>
            <a:off x="4482800" y="2129000"/>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605" name="Google Shape;605;p35"/>
          <p:cNvSpPr txBox="1"/>
          <p:nvPr>
            <p:ph idx="13" type="subTitle"/>
          </p:nvPr>
        </p:nvSpPr>
        <p:spPr>
          <a:xfrm>
            <a:off x="4482800" y="1829238"/>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606" name="Google Shape;606;p35"/>
          <p:cNvSpPr txBox="1"/>
          <p:nvPr>
            <p:ph idx="14" type="subTitle"/>
          </p:nvPr>
        </p:nvSpPr>
        <p:spPr>
          <a:xfrm>
            <a:off x="4482800" y="1596375"/>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607" name="Google Shape;607;p35"/>
          <p:cNvSpPr txBox="1"/>
          <p:nvPr>
            <p:ph idx="15" type="subTitle"/>
          </p:nvPr>
        </p:nvSpPr>
        <p:spPr>
          <a:xfrm>
            <a:off x="4482800" y="1296613"/>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608" name="Google Shape;608;p35"/>
          <p:cNvSpPr txBox="1"/>
          <p:nvPr>
            <p:ph idx="16" type="subTitle"/>
          </p:nvPr>
        </p:nvSpPr>
        <p:spPr>
          <a:xfrm>
            <a:off x="4482800" y="1063750"/>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609" name="Google Shape;609;p35"/>
          <p:cNvSpPr txBox="1"/>
          <p:nvPr>
            <p:ph idx="17"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udience Persona Infographic">
  <p:cSld name="BLANK_1_1_1_1_1_1_1_1_1_1_1_1_3">
    <p:bg>
      <p:bgPr>
        <a:solidFill>
          <a:schemeClr val="lt1"/>
        </a:solidFill>
      </p:bgPr>
    </p:bg>
    <p:spTree>
      <p:nvGrpSpPr>
        <p:cNvPr id="610" name="Shape 610"/>
        <p:cNvGrpSpPr/>
        <p:nvPr/>
      </p:nvGrpSpPr>
      <p:grpSpPr>
        <a:xfrm>
          <a:off x="0" y="0"/>
          <a:ext cx="0" cy="0"/>
          <a:chOff x="0" y="0"/>
          <a:chExt cx="0" cy="0"/>
        </a:xfrm>
      </p:grpSpPr>
      <p:sp>
        <p:nvSpPr>
          <p:cNvPr id="611" name="Google Shape;611;p36"/>
          <p:cNvSpPr/>
          <p:nvPr/>
        </p:nvSpPr>
        <p:spPr>
          <a:xfrm>
            <a:off x="6702700" y="2532550"/>
            <a:ext cx="2441400" cy="26109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12" name="Google Shape;612;p36"/>
          <p:cNvSpPr/>
          <p:nvPr>
            <p:ph idx="2" type="pic"/>
          </p:nvPr>
        </p:nvSpPr>
        <p:spPr>
          <a:xfrm>
            <a:off x="6702600" y="-16150"/>
            <a:ext cx="2441400" cy="2574600"/>
          </a:xfrm>
          <a:prstGeom prst="rect">
            <a:avLst/>
          </a:prstGeom>
          <a:noFill/>
          <a:ln>
            <a:noFill/>
          </a:ln>
        </p:spPr>
      </p:sp>
      <p:sp>
        <p:nvSpPr>
          <p:cNvPr id="613" name="Google Shape;613;p36"/>
          <p:cNvSpPr txBox="1"/>
          <p:nvPr>
            <p:ph idx="1" type="subTitle"/>
          </p:nvPr>
        </p:nvSpPr>
        <p:spPr>
          <a:xfrm>
            <a:off x="115025" y="1739375"/>
            <a:ext cx="3460800" cy="1776600"/>
          </a:xfrm>
          <a:prstGeom prst="rect">
            <a:avLst/>
          </a:prstGeom>
        </p:spPr>
        <p:txBody>
          <a:bodyPr anchorCtr="0" anchor="t" bIns="0" lIns="91425" spcFirstLastPara="1" rIns="91425" wrap="square" tIns="0">
            <a:norm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nSpc>
                <a:spcPct val="115000"/>
              </a:lnSpc>
              <a:spcBef>
                <a:spcPts val="1000"/>
              </a:spcBef>
              <a:spcAft>
                <a:spcPts val="0"/>
              </a:spcAft>
              <a:buClr>
                <a:schemeClr val="dk2"/>
              </a:buClr>
              <a:buSzPts val="1400"/>
              <a:buNone/>
              <a:defRPr>
                <a:solidFill>
                  <a:schemeClr val="dk2"/>
                </a:solidFill>
              </a:defRPr>
            </a:lvl2pPr>
            <a:lvl3pPr lvl="2">
              <a:lnSpc>
                <a:spcPct val="115000"/>
              </a:lnSpc>
              <a:spcBef>
                <a:spcPts val="0"/>
              </a:spcBef>
              <a:spcAft>
                <a:spcPts val="0"/>
              </a:spcAft>
              <a:buClr>
                <a:schemeClr val="dk2"/>
              </a:buClr>
              <a:buSzPts val="1400"/>
              <a:buNone/>
              <a:defRPr>
                <a:solidFill>
                  <a:schemeClr val="dk2"/>
                </a:solidFill>
              </a:defRPr>
            </a:lvl3pPr>
            <a:lvl4pPr lvl="3">
              <a:lnSpc>
                <a:spcPct val="115000"/>
              </a:lnSpc>
              <a:spcBef>
                <a:spcPts val="0"/>
              </a:spcBef>
              <a:spcAft>
                <a:spcPts val="0"/>
              </a:spcAft>
              <a:buClr>
                <a:schemeClr val="dk2"/>
              </a:buClr>
              <a:buSzPts val="1400"/>
              <a:buNone/>
              <a:defRPr>
                <a:solidFill>
                  <a:schemeClr val="dk2"/>
                </a:solidFill>
              </a:defRPr>
            </a:lvl4pPr>
            <a:lvl5pPr lvl="4">
              <a:lnSpc>
                <a:spcPct val="115000"/>
              </a:lnSpc>
              <a:spcBef>
                <a:spcPts val="0"/>
              </a:spcBef>
              <a:spcAft>
                <a:spcPts val="0"/>
              </a:spcAft>
              <a:buClr>
                <a:schemeClr val="dk2"/>
              </a:buClr>
              <a:buSzPts val="1400"/>
              <a:buNone/>
              <a:defRPr>
                <a:solidFill>
                  <a:schemeClr val="dk2"/>
                </a:solidFill>
              </a:defRPr>
            </a:lvl5pPr>
            <a:lvl6pPr lvl="5">
              <a:lnSpc>
                <a:spcPct val="115000"/>
              </a:lnSpc>
              <a:spcBef>
                <a:spcPts val="0"/>
              </a:spcBef>
              <a:spcAft>
                <a:spcPts val="0"/>
              </a:spcAft>
              <a:buClr>
                <a:schemeClr val="dk2"/>
              </a:buClr>
              <a:buSzPts val="1400"/>
              <a:buNone/>
              <a:defRPr>
                <a:solidFill>
                  <a:schemeClr val="dk2"/>
                </a:solidFill>
              </a:defRPr>
            </a:lvl6pPr>
            <a:lvl7pPr lvl="6">
              <a:lnSpc>
                <a:spcPct val="115000"/>
              </a:lnSpc>
              <a:spcBef>
                <a:spcPts val="0"/>
              </a:spcBef>
              <a:spcAft>
                <a:spcPts val="0"/>
              </a:spcAft>
              <a:buClr>
                <a:schemeClr val="dk2"/>
              </a:buClr>
              <a:buSzPts val="1400"/>
              <a:buNone/>
              <a:defRPr>
                <a:solidFill>
                  <a:schemeClr val="dk2"/>
                </a:solidFill>
              </a:defRPr>
            </a:lvl7pPr>
            <a:lvl8pPr lvl="7">
              <a:lnSpc>
                <a:spcPct val="115000"/>
              </a:lnSpc>
              <a:spcBef>
                <a:spcPts val="0"/>
              </a:spcBef>
              <a:spcAft>
                <a:spcPts val="0"/>
              </a:spcAft>
              <a:buClr>
                <a:schemeClr val="dk2"/>
              </a:buClr>
              <a:buSzPts val="1400"/>
              <a:buNone/>
              <a:defRPr>
                <a:solidFill>
                  <a:schemeClr val="dk2"/>
                </a:solidFill>
              </a:defRPr>
            </a:lvl8pPr>
            <a:lvl9pPr lvl="8">
              <a:lnSpc>
                <a:spcPct val="115000"/>
              </a:lnSpc>
              <a:spcBef>
                <a:spcPts val="0"/>
              </a:spcBef>
              <a:spcAft>
                <a:spcPts val="0"/>
              </a:spcAft>
              <a:buClr>
                <a:schemeClr val="dk2"/>
              </a:buClr>
              <a:buSzPts val="1400"/>
              <a:buNone/>
              <a:defRPr>
                <a:solidFill>
                  <a:schemeClr val="dk2"/>
                </a:solidFill>
              </a:defRPr>
            </a:lvl9pPr>
          </a:lstStyle>
          <a:p/>
        </p:txBody>
      </p:sp>
      <p:sp>
        <p:nvSpPr>
          <p:cNvPr id="614" name="Google Shape;614;p36"/>
          <p:cNvSpPr txBox="1"/>
          <p:nvPr>
            <p:ph idx="3" type="subTitle"/>
          </p:nvPr>
        </p:nvSpPr>
        <p:spPr>
          <a:xfrm>
            <a:off x="115025" y="3869063"/>
            <a:ext cx="3460800" cy="8004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latin typeface="Sora ExtraLight"/>
                <a:ea typeface="Sora ExtraLight"/>
                <a:cs typeface="Sora ExtraLight"/>
                <a:sym typeface="Sora ExtraLight"/>
              </a:defRPr>
            </a:lvl1pPr>
            <a:lvl2pPr lvl="1">
              <a:spcBef>
                <a:spcPts val="100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615" name="Google Shape;615;p36"/>
          <p:cNvSpPr txBox="1"/>
          <p:nvPr>
            <p:ph type="title"/>
          </p:nvPr>
        </p:nvSpPr>
        <p:spPr>
          <a:xfrm>
            <a:off x="3656050" y="1739375"/>
            <a:ext cx="2960700" cy="237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latin typeface="IBM Plex Sans Medium"/>
                <a:ea typeface="IBM Plex Sans Medium"/>
                <a:cs typeface="IBM Plex Sans Medium"/>
                <a:sym typeface="IBM Plex Sans Medium"/>
              </a:defRPr>
            </a:lvl1pPr>
            <a:lvl2pPr lvl="1">
              <a:spcBef>
                <a:spcPts val="100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616" name="Google Shape;616;p36"/>
          <p:cNvSpPr txBox="1"/>
          <p:nvPr>
            <p:ph idx="4" type="title"/>
          </p:nvPr>
        </p:nvSpPr>
        <p:spPr>
          <a:xfrm>
            <a:off x="3656050" y="2786778"/>
            <a:ext cx="2960700" cy="3387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latin typeface="IBM Plex Sans Medium"/>
                <a:ea typeface="IBM Plex Sans Medium"/>
                <a:cs typeface="IBM Plex Sans Medium"/>
                <a:sym typeface="IBM Plex Sans Medium"/>
              </a:defRPr>
            </a:lvl1pPr>
            <a:lvl2pPr lvl="1">
              <a:spcBef>
                <a:spcPts val="100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617" name="Google Shape;617;p36"/>
          <p:cNvSpPr txBox="1"/>
          <p:nvPr>
            <p:ph idx="5" type="title"/>
          </p:nvPr>
        </p:nvSpPr>
        <p:spPr>
          <a:xfrm>
            <a:off x="3624425" y="4231975"/>
            <a:ext cx="900600" cy="3387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latin typeface="IBM Plex Sans Medium"/>
                <a:ea typeface="IBM Plex Sans Medium"/>
                <a:cs typeface="IBM Plex Sans Medium"/>
                <a:sym typeface="IBM Plex Sans Medium"/>
              </a:defRPr>
            </a:lvl1pPr>
            <a:lvl2pPr lvl="1">
              <a:spcBef>
                <a:spcPts val="100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618" name="Google Shape;618;p36"/>
          <p:cNvSpPr txBox="1"/>
          <p:nvPr>
            <p:ph idx="6" type="title"/>
          </p:nvPr>
        </p:nvSpPr>
        <p:spPr>
          <a:xfrm>
            <a:off x="115025" y="1079975"/>
            <a:ext cx="6055500" cy="4923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9pPr>
          </a:lstStyle>
          <a:p/>
        </p:txBody>
      </p:sp>
      <p:sp>
        <p:nvSpPr>
          <p:cNvPr id="619" name="Google Shape;619;p36"/>
          <p:cNvSpPr txBox="1"/>
          <p:nvPr>
            <p:ph idx="7"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620" name="Google Shape;620;p36"/>
          <p:cNvSpPr txBox="1"/>
          <p:nvPr>
            <p:ph idx="8" type="title"/>
          </p:nvPr>
        </p:nvSpPr>
        <p:spPr>
          <a:xfrm>
            <a:off x="115025" y="473240"/>
            <a:ext cx="6055500" cy="5772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solidFill>
                  <a:schemeClr val="dk2"/>
                </a:solidFill>
              </a:defRPr>
            </a:lvl1pPr>
            <a:lvl2pPr lvl="1">
              <a:lnSpc>
                <a:spcPct val="115000"/>
              </a:lnSpc>
              <a:spcBef>
                <a:spcPts val="0"/>
              </a:spcBef>
              <a:spcAft>
                <a:spcPts val="0"/>
              </a:spcAft>
              <a:buNone/>
              <a:defRPr sz="3600">
                <a:solidFill>
                  <a:schemeClr val="dk2"/>
                </a:solidFill>
              </a:defRPr>
            </a:lvl2pPr>
            <a:lvl3pPr lvl="2">
              <a:lnSpc>
                <a:spcPct val="115000"/>
              </a:lnSpc>
              <a:spcBef>
                <a:spcPts val="0"/>
              </a:spcBef>
              <a:spcAft>
                <a:spcPts val="0"/>
              </a:spcAft>
              <a:buNone/>
              <a:defRPr sz="3600">
                <a:solidFill>
                  <a:schemeClr val="dk2"/>
                </a:solidFill>
              </a:defRPr>
            </a:lvl3pPr>
            <a:lvl4pPr lvl="3">
              <a:lnSpc>
                <a:spcPct val="115000"/>
              </a:lnSpc>
              <a:spcBef>
                <a:spcPts val="0"/>
              </a:spcBef>
              <a:spcAft>
                <a:spcPts val="0"/>
              </a:spcAft>
              <a:buNone/>
              <a:defRPr sz="3600">
                <a:solidFill>
                  <a:schemeClr val="dk2"/>
                </a:solidFill>
              </a:defRPr>
            </a:lvl4pPr>
            <a:lvl5pPr lvl="4">
              <a:lnSpc>
                <a:spcPct val="115000"/>
              </a:lnSpc>
              <a:spcBef>
                <a:spcPts val="0"/>
              </a:spcBef>
              <a:spcAft>
                <a:spcPts val="0"/>
              </a:spcAft>
              <a:buNone/>
              <a:defRPr sz="3600">
                <a:solidFill>
                  <a:schemeClr val="dk2"/>
                </a:solidFill>
              </a:defRPr>
            </a:lvl5pPr>
            <a:lvl6pPr lvl="5">
              <a:lnSpc>
                <a:spcPct val="115000"/>
              </a:lnSpc>
              <a:spcBef>
                <a:spcPts val="0"/>
              </a:spcBef>
              <a:spcAft>
                <a:spcPts val="0"/>
              </a:spcAft>
              <a:buNone/>
              <a:defRPr sz="3600">
                <a:solidFill>
                  <a:schemeClr val="dk2"/>
                </a:solidFill>
              </a:defRPr>
            </a:lvl6pPr>
            <a:lvl7pPr lvl="6">
              <a:lnSpc>
                <a:spcPct val="115000"/>
              </a:lnSpc>
              <a:spcBef>
                <a:spcPts val="0"/>
              </a:spcBef>
              <a:spcAft>
                <a:spcPts val="0"/>
              </a:spcAft>
              <a:buNone/>
              <a:defRPr sz="3600">
                <a:solidFill>
                  <a:schemeClr val="dk2"/>
                </a:solidFill>
              </a:defRPr>
            </a:lvl7pPr>
            <a:lvl8pPr lvl="7">
              <a:lnSpc>
                <a:spcPct val="115000"/>
              </a:lnSpc>
              <a:spcBef>
                <a:spcPts val="0"/>
              </a:spcBef>
              <a:spcAft>
                <a:spcPts val="0"/>
              </a:spcAft>
              <a:buNone/>
              <a:defRPr sz="3600">
                <a:solidFill>
                  <a:schemeClr val="dk2"/>
                </a:solidFill>
              </a:defRPr>
            </a:lvl8pPr>
            <a:lvl9pPr lvl="8">
              <a:lnSpc>
                <a:spcPct val="115000"/>
              </a:lnSpc>
              <a:spcBef>
                <a:spcPts val="0"/>
              </a:spcBef>
              <a:spcAft>
                <a:spcPts val="0"/>
              </a:spcAft>
              <a:buNone/>
              <a:defRPr sz="3600">
                <a:solidFill>
                  <a:schemeClr val="dk2"/>
                </a:solidFill>
              </a:defRPr>
            </a:lvl9pPr>
          </a:lstStyle>
          <a:p/>
        </p:txBody>
      </p:sp>
      <p:sp>
        <p:nvSpPr>
          <p:cNvPr id="621" name="Google Shape;621;p36"/>
          <p:cNvSpPr txBox="1"/>
          <p:nvPr>
            <p:ph idx="9" type="title"/>
          </p:nvPr>
        </p:nvSpPr>
        <p:spPr>
          <a:xfrm>
            <a:off x="115025" y="3631463"/>
            <a:ext cx="3460800" cy="237600"/>
          </a:xfrm>
          <a:prstGeom prst="rect">
            <a:avLst/>
          </a:prstGeom>
        </p:spPr>
        <p:txBody>
          <a:bodyPr anchorCtr="0" anchor="t" bIns="0" lIns="91425" spcFirstLastPara="1" rIns="0" wrap="square" tIns="0">
            <a:noAutofit/>
          </a:bodyPr>
          <a:lstStyle>
            <a:lvl1pPr lvl="0">
              <a:spcBef>
                <a:spcPts val="0"/>
              </a:spcBef>
              <a:spcAft>
                <a:spcPts val="0"/>
              </a:spcAft>
              <a:buNone/>
              <a:defRPr sz="1000">
                <a:solidFill>
                  <a:schemeClr val="dk2"/>
                </a:solidFill>
                <a:latin typeface="IBM Plex Sans Medium"/>
                <a:ea typeface="IBM Plex Sans Medium"/>
                <a:cs typeface="IBM Plex Sans Medium"/>
                <a:sym typeface="IBM Plex Sans Medium"/>
              </a:defRPr>
            </a:lvl1pPr>
            <a:lvl2pPr lvl="1">
              <a:spcBef>
                <a:spcPts val="100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622" name="Google Shape;622;p36"/>
          <p:cNvSpPr txBox="1"/>
          <p:nvPr>
            <p:ph idx="13" type="subTitle"/>
          </p:nvPr>
        </p:nvSpPr>
        <p:spPr>
          <a:xfrm>
            <a:off x="6751650" y="2599100"/>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623" name="Google Shape;623;p36"/>
          <p:cNvSpPr txBox="1"/>
          <p:nvPr>
            <p:ph idx="14" type="subTitle"/>
          </p:nvPr>
        </p:nvSpPr>
        <p:spPr>
          <a:xfrm>
            <a:off x="6751650" y="2912378"/>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624" name="Google Shape;624;p36"/>
          <p:cNvSpPr txBox="1"/>
          <p:nvPr>
            <p:ph idx="15" type="subTitle"/>
          </p:nvPr>
        </p:nvSpPr>
        <p:spPr>
          <a:xfrm>
            <a:off x="6751650" y="3225655"/>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625" name="Google Shape;625;p36"/>
          <p:cNvSpPr txBox="1"/>
          <p:nvPr>
            <p:ph idx="16" type="subTitle"/>
          </p:nvPr>
        </p:nvSpPr>
        <p:spPr>
          <a:xfrm>
            <a:off x="6751650" y="3538932"/>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626" name="Google Shape;626;p36"/>
          <p:cNvSpPr txBox="1"/>
          <p:nvPr>
            <p:ph idx="17" type="subTitle"/>
          </p:nvPr>
        </p:nvSpPr>
        <p:spPr>
          <a:xfrm>
            <a:off x="6751650" y="3852210"/>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627" name="Google Shape;627;p36"/>
          <p:cNvSpPr txBox="1"/>
          <p:nvPr>
            <p:ph idx="18" type="subTitle"/>
          </p:nvPr>
        </p:nvSpPr>
        <p:spPr>
          <a:xfrm>
            <a:off x="6751650" y="4165488"/>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628" name="Google Shape;628;p36"/>
          <p:cNvSpPr txBox="1"/>
          <p:nvPr>
            <p:ph idx="19"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2">
  <p:cSld name="BLANK_1_1_1_1_1_1_1_1_1_1_1_1_2">
    <p:spTree>
      <p:nvGrpSpPr>
        <p:cNvPr id="629" name="Shape 629"/>
        <p:cNvGrpSpPr/>
        <p:nvPr/>
      </p:nvGrpSpPr>
      <p:grpSpPr>
        <a:xfrm>
          <a:off x="0" y="0"/>
          <a:ext cx="0" cy="0"/>
          <a:chOff x="0" y="0"/>
          <a:chExt cx="0" cy="0"/>
        </a:xfrm>
      </p:grpSpPr>
      <p:sp>
        <p:nvSpPr>
          <p:cNvPr id="630" name="Google Shape;630;p37"/>
          <p:cNvSpPr/>
          <p:nvPr/>
        </p:nvSpPr>
        <p:spPr>
          <a:xfrm flipH="1" rot="-8100000">
            <a:off x="4692650" y="965198"/>
            <a:ext cx="4843399" cy="2480248"/>
          </a:xfrm>
          <a:prstGeom prst="flowChartConnector">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31" name="Google Shape;631;p37"/>
          <p:cNvSpPr/>
          <p:nvPr/>
        </p:nvSpPr>
        <p:spPr>
          <a:xfrm flipH="1" rot="10800000">
            <a:off x="4676692" y="3337812"/>
            <a:ext cx="4467295" cy="1685226"/>
          </a:xfrm>
          <a:custGeom>
            <a:rect b="b" l="l" r="r" t="t"/>
            <a:pathLst>
              <a:path extrusionOk="0" h="51371" w="119855">
                <a:moveTo>
                  <a:pt x="32006" y="0"/>
                </a:moveTo>
                <a:lnTo>
                  <a:pt x="30303" y="29"/>
                </a:lnTo>
                <a:lnTo>
                  <a:pt x="28658" y="116"/>
                </a:lnTo>
                <a:lnTo>
                  <a:pt x="27042" y="202"/>
                </a:lnTo>
                <a:lnTo>
                  <a:pt x="25455" y="289"/>
                </a:lnTo>
                <a:lnTo>
                  <a:pt x="23896" y="433"/>
                </a:lnTo>
                <a:lnTo>
                  <a:pt x="22367" y="606"/>
                </a:lnTo>
                <a:lnTo>
                  <a:pt x="20895" y="779"/>
                </a:lnTo>
                <a:lnTo>
                  <a:pt x="19452" y="1010"/>
                </a:lnTo>
                <a:lnTo>
                  <a:pt x="18067" y="1241"/>
                </a:lnTo>
                <a:lnTo>
                  <a:pt x="16710" y="1501"/>
                </a:lnTo>
                <a:lnTo>
                  <a:pt x="15383" y="1761"/>
                </a:lnTo>
                <a:lnTo>
                  <a:pt x="14142" y="2078"/>
                </a:lnTo>
                <a:lnTo>
                  <a:pt x="12930" y="2396"/>
                </a:lnTo>
                <a:lnTo>
                  <a:pt x="11746" y="2771"/>
                </a:lnTo>
                <a:lnTo>
                  <a:pt x="10621" y="3117"/>
                </a:lnTo>
                <a:lnTo>
                  <a:pt x="9524" y="3550"/>
                </a:lnTo>
                <a:lnTo>
                  <a:pt x="8485" y="3983"/>
                </a:lnTo>
                <a:lnTo>
                  <a:pt x="7504" y="4416"/>
                </a:lnTo>
                <a:lnTo>
                  <a:pt x="6581" y="4906"/>
                </a:lnTo>
                <a:lnTo>
                  <a:pt x="5715" y="5397"/>
                </a:lnTo>
                <a:lnTo>
                  <a:pt x="4907" y="5916"/>
                </a:lnTo>
                <a:lnTo>
                  <a:pt x="4156" y="6465"/>
                </a:lnTo>
                <a:lnTo>
                  <a:pt x="3464" y="7013"/>
                </a:lnTo>
                <a:lnTo>
                  <a:pt x="2829" y="7590"/>
                </a:lnTo>
                <a:lnTo>
                  <a:pt x="2281" y="8196"/>
                </a:lnTo>
                <a:lnTo>
                  <a:pt x="1761" y="8802"/>
                </a:lnTo>
                <a:lnTo>
                  <a:pt x="1328" y="9437"/>
                </a:lnTo>
                <a:lnTo>
                  <a:pt x="953" y="10072"/>
                </a:lnTo>
                <a:lnTo>
                  <a:pt x="636" y="10765"/>
                </a:lnTo>
                <a:lnTo>
                  <a:pt x="376" y="11429"/>
                </a:lnTo>
                <a:lnTo>
                  <a:pt x="174" y="12121"/>
                </a:lnTo>
                <a:lnTo>
                  <a:pt x="87" y="12698"/>
                </a:lnTo>
                <a:lnTo>
                  <a:pt x="29" y="13276"/>
                </a:lnTo>
                <a:lnTo>
                  <a:pt x="1" y="13853"/>
                </a:lnTo>
                <a:lnTo>
                  <a:pt x="29" y="14430"/>
                </a:lnTo>
                <a:lnTo>
                  <a:pt x="87" y="15007"/>
                </a:lnTo>
                <a:lnTo>
                  <a:pt x="174" y="15613"/>
                </a:lnTo>
                <a:lnTo>
                  <a:pt x="318" y="16219"/>
                </a:lnTo>
                <a:lnTo>
                  <a:pt x="491" y="16796"/>
                </a:lnTo>
                <a:lnTo>
                  <a:pt x="722" y="17403"/>
                </a:lnTo>
                <a:lnTo>
                  <a:pt x="953" y="18009"/>
                </a:lnTo>
                <a:lnTo>
                  <a:pt x="1242" y="18615"/>
                </a:lnTo>
                <a:lnTo>
                  <a:pt x="1588" y="19221"/>
                </a:lnTo>
                <a:lnTo>
                  <a:pt x="1934" y="19856"/>
                </a:lnTo>
                <a:lnTo>
                  <a:pt x="2338" y="20462"/>
                </a:lnTo>
                <a:lnTo>
                  <a:pt x="2771" y="21068"/>
                </a:lnTo>
                <a:lnTo>
                  <a:pt x="3233" y="21703"/>
                </a:lnTo>
                <a:lnTo>
                  <a:pt x="3752" y="22309"/>
                </a:lnTo>
                <a:lnTo>
                  <a:pt x="4272" y="22944"/>
                </a:lnTo>
                <a:lnTo>
                  <a:pt x="4849" y="23550"/>
                </a:lnTo>
                <a:lnTo>
                  <a:pt x="5455" y="24185"/>
                </a:lnTo>
                <a:lnTo>
                  <a:pt x="6090" y="24791"/>
                </a:lnTo>
                <a:lnTo>
                  <a:pt x="6754" y="25426"/>
                </a:lnTo>
                <a:lnTo>
                  <a:pt x="7446" y="26032"/>
                </a:lnTo>
                <a:lnTo>
                  <a:pt x="8197" y="26638"/>
                </a:lnTo>
                <a:lnTo>
                  <a:pt x="8947" y="27273"/>
                </a:lnTo>
                <a:lnTo>
                  <a:pt x="9726" y="27879"/>
                </a:lnTo>
                <a:lnTo>
                  <a:pt x="10563" y="28485"/>
                </a:lnTo>
                <a:lnTo>
                  <a:pt x="11400" y="29120"/>
                </a:lnTo>
                <a:lnTo>
                  <a:pt x="12295" y="29726"/>
                </a:lnTo>
                <a:lnTo>
                  <a:pt x="13189" y="30332"/>
                </a:lnTo>
                <a:lnTo>
                  <a:pt x="14113" y="30938"/>
                </a:lnTo>
                <a:lnTo>
                  <a:pt x="15094" y="31544"/>
                </a:lnTo>
                <a:lnTo>
                  <a:pt x="17085" y="32727"/>
                </a:lnTo>
                <a:lnTo>
                  <a:pt x="19192" y="33910"/>
                </a:lnTo>
                <a:lnTo>
                  <a:pt x="21414" y="35065"/>
                </a:lnTo>
                <a:lnTo>
                  <a:pt x="23723" y="36219"/>
                </a:lnTo>
                <a:lnTo>
                  <a:pt x="26118" y="37316"/>
                </a:lnTo>
                <a:lnTo>
                  <a:pt x="28629" y="38412"/>
                </a:lnTo>
                <a:lnTo>
                  <a:pt x="31198" y="39480"/>
                </a:lnTo>
                <a:lnTo>
                  <a:pt x="33853" y="40519"/>
                </a:lnTo>
                <a:lnTo>
                  <a:pt x="36595" y="41529"/>
                </a:lnTo>
                <a:lnTo>
                  <a:pt x="39423" y="42510"/>
                </a:lnTo>
                <a:lnTo>
                  <a:pt x="42309" y="43434"/>
                </a:lnTo>
                <a:lnTo>
                  <a:pt x="45281" y="44329"/>
                </a:lnTo>
                <a:lnTo>
                  <a:pt x="48283" y="45194"/>
                </a:lnTo>
                <a:lnTo>
                  <a:pt x="51371" y="46002"/>
                </a:lnTo>
                <a:lnTo>
                  <a:pt x="54516" y="46782"/>
                </a:lnTo>
                <a:lnTo>
                  <a:pt x="57691" y="47503"/>
                </a:lnTo>
                <a:lnTo>
                  <a:pt x="59884" y="47965"/>
                </a:lnTo>
                <a:lnTo>
                  <a:pt x="62049" y="48398"/>
                </a:lnTo>
                <a:lnTo>
                  <a:pt x="64213" y="48802"/>
                </a:lnTo>
                <a:lnTo>
                  <a:pt x="66378" y="49177"/>
                </a:lnTo>
                <a:lnTo>
                  <a:pt x="68542" y="49523"/>
                </a:lnTo>
                <a:lnTo>
                  <a:pt x="70678" y="49841"/>
                </a:lnTo>
                <a:lnTo>
                  <a:pt x="72813" y="50129"/>
                </a:lnTo>
                <a:lnTo>
                  <a:pt x="74949" y="50389"/>
                </a:lnTo>
                <a:lnTo>
                  <a:pt x="77027" y="50620"/>
                </a:lnTo>
                <a:lnTo>
                  <a:pt x="79133" y="50822"/>
                </a:lnTo>
                <a:lnTo>
                  <a:pt x="81183" y="50995"/>
                </a:lnTo>
                <a:lnTo>
                  <a:pt x="83232" y="51111"/>
                </a:lnTo>
                <a:lnTo>
                  <a:pt x="85252" y="51226"/>
                </a:lnTo>
                <a:lnTo>
                  <a:pt x="87272" y="51313"/>
                </a:lnTo>
                <a:lnTo>
                  <a:pt x="89234" y="51370"/>
                </a:lnTo>
                <a:lnTo>
                  <a:pt x="91168" y="51370"/>
                </a:lnTo>
                <a:lnTo>
                  <a:pt x="93534" y="51342"/>
                </a:lnTo>
                <a:lnTo>
                  <a:pt x="95843" y="51284"/>
                </a:lnTo>
                <a:lnTo>
                  <a:pt x="98094" y="51168"/>
                </a:lnTo>
                <a:lnTo>
                  <a:pt x="100259" y="50995"/>
                </a:lnTo>
                <a:lnTo>
                  <a:pt x="102365" y="50764"/>
                </a:lnTo>
                <a:lnTo>
                  <a:pt x="104386" y="50533"/>
                </a:lnTo>
                <a:lnTo>
                  <a:pt x="106319" y="50216"/>
                </a:lnTo>
                <a:lnTo>
                  <a:pt x="108195" y="49870"/>
                </a:lnTo>
                <a:lnTo>
                  <a:pt x="109955" y="49466"/>
                </a:lnTo>
                <a:lnTo>
                  <a:pt x="111658" y="49033"/>
                </a:lnTo>
                <a:lnTo>
                  <a:pt x="113274" y="48571"/>
                </a:lnTo>
                <a:lnTo>
                  <a:pt x="114025" y="48311"/>
                </a:lnTo>
                <a:lnTo>
                  <a:pt x="114775" y="48052"/>
                </a:lnTo>
                <a:lnTo>
                  <a:pt x="115497" y="47763"/>
                </a:lnTo>
                <a:lnTo>
                  <a:pt x="116189" y="47474"/>
                </a:lnTo>
                <a:lnTo>
                  <a:pt x="116882" y="47186"/>
                </a:lnTo>
                <a:lnTo>
                  <a:pt x="117517" y="46868"/>
                </a:lnTo>
                <a:lnTo>
                  <a:pt x="118152" y="46580"/>
                </a:lnTo>
                <a:lnTo>
                  <a:pt x="118729" y="46233"/>
                </a:lnTo>
                <a:lnTo>
                  <a:pt x="119306" y="45916"/>
                </a:lnTo>
                <a:lnTo>
                  <a:pt x="119854" y="45570"/>
                </a:lnTo>
                <a:lnTo>
                  <a:pt x="119854" y="27590"/>
                </a:lnTo>
                <a:lnTo>
                  <a:pt x="118989" y="26724"/>
                </a:lnTo>
                <a:lnTo>
                  <a:pt x="118065" y="25858"/>
                </a:lnTo>
                <a:lnTo>
                  <a:pt x="117084" y="24993"/>
                </a:lnTo>
                <a:lnTo>
                  <a:pt x="116045" y="24127"/>
                </a:lnTo>
                <a:lnTo>
                  <a:pt x="114919" y="23290"/>
                </a:lnTo>
                <a:lnTo>
                  <a:pt x="113765" y="22424"/>
                </a:lnTo>
                <a:lnTo>
                  <a:pt x="112553" y="21558"/>
                </a:lnTo>
                <a:lnTo>
                  <a:pt x="111283" y="20721"/>
                </a:lnTo>
                <a:lnTo>
                  <a:pt x="109927" y="19884"/>
                </a:lnTo>
                <a:lnTo>
                  <a:pt x="108570" y="19048"/>
                </a:lnTo>
                <a:lnTo>
                  <a:pt x="107127" y="18239"/>
                </a:lnTo>
                <a:lnTo>
                  <a:pt x="105627" y="17403"/>
                </a:lnTo>
                <a:lnTo>
                  <a:pt x="104097" y="16594"/>
                </a:lnTo>
                <a:lnTo>
                  <a:pt x="102510" y="15786"/>
                </a:lnTo>
                <a:lnTo>
                  <a:pt x="100894" y="15007"/>
                </a:lnTo>
                <a:lnTo>
                  <a:pt x="99220" y="14228"/>
                </a:lnTo>
                <a:lnTo>
                  <a:pt x="97430" y="13420"/>
                </a:lnTo>
                <a:lnTo>
                  <a:pt x="95612" y="12641"/>
                </a:lnTo>
                <a:lnTo>
                  <a:pt x="93765" y="11890"/>
                </a:lnTo>
                <a:lnTo>
                  <a:pt x="91889" y="11140"/>
                </a:lnTo>
                <a:lnTo>
                  <a:pt x="89985" y="10419"/>
                </a:lnTo>
                <a:lnTo>
                  <a:pt x="88022" y="9726"/>
                </a:lnTo>
                <a:lnTo>
                  <a:pt x="86060" y="9033"/>
                </a:lnTo>
                <a:lnTo>
                  <a:pt x="84040" y="8369"/>
                </a:lnTo>
                <a:lnTo>
                  <a:pt x="82019" y="7735"/>
                </a:lnTo>
                <a:lnTo>
                  <a:pt x="79970" y="7100"/>
                </a:lnTo>
                <a:lnTo>
                  <a:pt x="77893" y="6522"/>
                </a:lnTo>
                <a:lnTo>
                  <a:pt x="75786" y="5945"/>
                </a:lnTo>
                <a:lnTo>
                  <a:pt x="73650" y="5368"/>
                </a:lnTo>
                <a:lnTo>
                  <a:pt x="71515" y="4849"/>
                </a:lnTo>
                <a:lnTo>
                  <a:pt x="69379" y="4329"/>
                </a:lnTo>
                <a:lnTo>
                  <a:pt x="67214" y="3839"/>
                </a:lnTo>
                <a:lnTo>
                  <a:pt x="65021" y="3377"/>
                </a:lnTo>
                <a:lnTo>
                  <a:pt x="62857" y="2944"/>
                </a:lnTo>
                <a:lnTo>
                  <a:pt x="60692" y="2540"/>
                </a:lnTo>
                <a:lnTo>
                  <a:pt x="58528" y="2194"/>
                </a:lnTo>
                <a:lnTo>
                  <a:pt x="56363" y="1847"/>
                </a:lnTo>
                <a:lnTo>
                  <a:pt x="54228" y="1530"/>
                </a:lnTo>
                <a:lnTo>
                  <a:pt x="52092" y="1241"/>
                </a:lnTo>
                <a:lnTo>
                  <a:pt x="49985" y="981"/>
                </a:lnTo>
                <a:lnTo>
                  <a:pt x="47879" y="751"/>
                </a:lnTo>
                <a:lnTo>
                  <a:pt x="45772" y="549"/>
                </a:lnTo>
                <a:lnTo>
                  <a:pt x="43723" y="375"/>
                </a:lnTo>
                <a:lnTo>
                  <a:pt x="41674" y="231"/>
                </a:lnTo>
                <a:lnTo>
                  <a:pt x="39654" y="116"/>
                </a:lnTo>
                <a:lnTo>
                  <a:pt x="37662" y="58"/>
                </a:lnTo>
                <a:lnTo>
                  <a:pt x="35671" y="0"/>
                </a:ln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632" name="Google Shape;632;p37"/>
          <p:cNvSpPr/>
          <p:nvPr>
            <p:ph idx="2" type="pic"/>
          </p:nvPr>
        </p:nvSpPr>
        <p:spPr>
          <a:xfrm>
            <a:off x="5457500" y="0"/>
            <a:ext cx="3686400" cy="5143500"/>
          </a:xfrm>
          <a:prstGeom prst="rect">
            <a:avLst/>
          </a:prstGeom>
          <a:noFill/>
          <a:ln>
            <a:noFill/>
          </a:ln>
        </p:spPr>
      </p:sp>
      <p:sp>
        <p:nvSpPr>
          <p:cNvPr id="633" name="Google Shape;633;p37"/>
          <p:cNvSpPr txBox="1"/>
          <p:nvPr>
            <p:ph idx="1" type="body"/>
          </p:nvPr>
        </p:nvSpPr>
        <p:spPr>
          <a:xfrm>
            <a:off x="115025" y="1743625"/>
            <a:ext cx="2094000" cy="28647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Font typeface="Sora Light"/>
              <a:buChar char="●"/>
              <a:defRPr sz="1000">
                <a:latin typeface="Sora Light"/>
                <a:ea typeface="Sora Light"/>
                <a:cs typeface="Sora Light"/>
                <a:sym typeface="Sora Light"/>
              </a:defRPr>
            </a:lvl1pPr>
            <a:lvl2pPr indent="-292100" lvl="1" marL="914400">
              <a:spcBef>
                <a:spcPts val="800"/>
              </a:spcBef>
              <a:spcAft>
                <a:spcPts val="0"/>
              </a:spcAft>
              <a:buSzPts val="1000"/>
              <a:buFont typeface="Sora Light"/>
              <a:buChar char="○"/>
              <a:defRPr sz="1000">
                <a:latin typeface="Sora Light"/>
                <a:ea typeface="Sora Light"/>
                <a:cs typeface="Sora Light"/>
                <a:sym typeface="Sora Light"/>
              </a:defRPr>
            </a:lvl2pPr>
            <a:lvl3pPr indent="-292100" lvl="2" marL="1371600">
              <a:spcBef>
                <a:spcPts val="800"/>
              </a:spcBef>
              <a:spcAft>
                <a:spcPts val="0"/>
              </a:spcAft>
              <a:buSzPts val="1000"/>
              <a:buFont typeface="Sora Light"/>
              <a:buChar char="■"/>
              <a:defRPr sz="1000">
                <a:latin typeface="Sora Light"/>
                <a:ea typeface="Sora Light"/>
                <a:cs typeface="Sora Light"/>
                <a:sym typeface="Sora Light"/>
              </a:defRPr>
            </a:lvl3pPr>
            <a:lvl4pPr indent="-292100" lvl="3" marL="1828800">
              <a:spcBef>
                <a:spcPts val="800"/>
              </a:spcBef>
              <a:spcAft>
                <a:spcPts val="0"/>
              </a:spcAft>
              <a:buSzPts val="1000"/>
              <a:buFont typeface="Sora Light"/>
              <a:buChar char="●"/>
              <a:defRPr sz="1000">
                <a:latin typeface="Sora Light"/>
                <a:ea typeface="Sora Light"/>
                <a:cs typeface="Sora Light"/>
                <a:sym typeface="Sora Light"/>
              </a:defRPr>
            </a:lvl4pPr>
            <a:lvl5pPr indent="-292100" lvl="4" marL="2286000">
              <a:spcBef>
                <a:spcPts val="800"/>
              </a:spcBef>
              <a:spcAft>
                <a:spcPts val="0"/>
              </a:spcAft>
              <a:buSzPts val="1000"/>
              <a:buFont typeface="Sora Light"/>
              <a:buChar char="○"/>
              <a:defRPr sz="1000">
                <a:latin typeface="Sora Light"/>
                <a:ea typeface="Sora Light"/>
                <a:cs typeface="Sora Light"/>
                <a:sym typeface="Sora Light"/>
              </a:defRPr>
            </a:lvl5pPr>
            <a:lvl6pPr indent="-292100" lvl="5" marL="2743200">
              <a:spcBef>
                <a:spcPts val="800"/>
              </a:spcBef>
              <a:spcAft>
                <a:spcPts val="0"/>
              </a:spcAft>
              <a:buSzPts val="1000"/>
              <a:buFont typeface="Sora Light"/>
              <a:buChar char="■"/>
              <a:defRPr sz="1000">
                <a:latin typeface="Sora Light"/>
                <a:ea typeface="Sora Light"/>
                <a:cs typeface="Sora Light"/>
                <a:sym typeface="Sora Light"/>
              </a:defRPr>
            </a:lvl6pPr>
            <a:lvl7pPr indent="-292100" lvl="6" marL="3200400">
              <a:spcBef>
                <a:spcPts val="800"/>
              </a:spcBef>
              <a:spcAft>
                <a:spcPts val="0"/>
              </a:spcAft>
              <a:buSzPts val="1000"/>
              <a:buFont typeface="Sora Light"/>
              <a:buChar char="●"/>
              <a:defRPr sz="1000">
                <a:latin typeface="Sora Light"/>
                <a:ea typeface="Sora Light"/>
                <a:cs typeface="Sora Light"/>
                <a:sym typeface="Sora Light"/>
              </a:defRPr>
            </a:lvl7pPr>
            <a:lvl8pPr indent="-292100" lvl="7" marL="3657600">
              <a:spcBef>
                <a:spcPts val="800"/>
              </a:spcBef>
              <a:spcAft>
                <a:spcPts val="0"/>
              </a:spcAft>
              <a:buSzPts val="1000"/>
              <a:buFont typeface="Sora Light"/>
              <a:buChar char="○"/>
              <a:defRPr sz="1000">
                <a:latin typeface="Sora Light"/>
                <a:ea typeface="Sora Light"/>
                <a:cs typeface="Sora Light"/>
                <a:sym typeface="Sora Light"/>
              </a:defRPr>
            </a:lvl8pPr>
            <a:lvl9pPr indent="-292100" lvl="8" marL="4114800">
              <a:spcBef>
                <a:spcPts val="800"/>
              </a:spcBef>
              <a:spcAft>
                <a:spcPts val="800"/>
              </a:spcAft>
              <a:buSzPts val="1000"/>
              <a:buFont typeface="Sora Light"/>
              <a:buChar char="■"/>
              <a:defRPr sz="1000">
                <a:latin typeface="Sora Light"/>
                <a:ea typeface="Sora Light"/>
                <a:cs typeface="Sora Light"/>
                <a:sym typeface="Sora Light"/>
              </a:defRPr>
            </a:lvl9pPr>
          </a:lstStyle>
          <a:p/>
        </p:txBody>
      </p:sp>
      <p:sp>
        <p:nvSpPr>
          <p:cNvPr id="634" name="Google Shape;634;p37"/>
          <p:cNvSpPr txBox="1"/>
          <p:nvPr>
            <p:ph idx="3" type="body"/>
          </p:nvPr>
        </p:nvSpPr>
        <p:spPr>
          <a:xfrm>
            <a:off x="2276600" y="1743625"/>
            <a:ext cx="2904900" cy="2864700"/>
          </a:xfrm>
          <a:prstGeom prst="rect">
            <a:avLst/>
          </a:prstGeom>
        </p:spPr>
        <p:txBody>
          <a:bodyPr anchorCtr="0" anchor="t" bIns="91425" lIns="91425" spcFirstLastPara="1" rIns="91425" wrap="square" tIns="91425">
            <a:noAutofit/>
          </a:bodyPr>
          <a:lstStyle>
            <a:lvl1pPr indent="-292100" lvl="0" marL="457200">
              <a:lnSpc>
                <a:spcPct val="115000"/>
              </a:lnSpc>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nSpc>
                <a:spcPct val="115000"/>
              </a:lnSpc>
              <a:spcBef>
                <a:spcPts val="800"/>
              </a:spcBef>
              <a:spcAft>
                <a:spcPts val="800"/>
              </a:spcAft>
              <a:buClr>
                <a:schemeClr val="lt1"/>
              </a:buClr>
              <a:buSzPts val="1000"/>
              <a:buFont typeface="Sora Light"/>
              <a:buChar char="■"/>
              <a:defRPr sz="1000">
                <a:latin typeface="Sora Light"/>
                <a:ea typeface="Sora Light"/>
                <a:cs typeface="Sora Light"/>
                <a:sym typeface="Sora Light"/>
              </a:defRPr>
            </a:lvl9pPr>
          </a:lstStyle>
          <a:p/>
        </p:txBody>
      </p:sp>
      <p:sp>
        <p:nvSpPr>
          <p:cNvPr id="635" name="Google Shape;635;p37"/>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636" name="Google Shape;636;p37"/>
          <p:cNvSpPr txBox="1"/>
          <p:nvPr>
            <p:ph idx="4" type="title"/>
          </p:nvPr>
        </p:nvSpPr>
        <p:spPr>
          <a:xfrm>
            <a:off x="115025" y="502775"/>
            <a:ext cx="51255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637" name="Google Shape;637;p37"/>
          <p:cNvSpPr txBox="1"/>
          <p:nvPr>
            <p:ph idx="5"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Alt 2">
  <p:cSld name="BLANK_1_1_1_1_1_1_1_1_1_1_1_1_1_1">
    <p:bg>
      <p:bgPr>
        <a:solidFill>
          <a:schemeClr val="lt1"/>
        </a:solidFill>
      </p:bgPr>
    </p:bg>
    <p:spTree>
      <p:nvGrpSpPr>
        <p:cNvPr id="638" name="Shape 638"/>
        <p:cNvGrpSpPr/>
        <p:nvPr/>
      </p:nvGrpSpPr>
      <p:grpSpPr>
        <a:xfrm>
          <a:off x="0" y="0"/>
          <a:ext cx="0" cy="0"/>
          <a:chOff x="0" y="0"/>
          <a:chExt cx="0" cy="0"/>
        </a:xfrm>
      </p:grpSpPr>
      <p:grpSp>
        <p:nvGrpSpPr>
          <p:cNvPr id="639" name="Google Shape;639;p38"/>
          <p:cNvGrpSpPr/>
          <p:nvPr/>
        </p:nvGrpSpPr>
        <p:grpSpPr>
          <a:xfrm>
            <a:off x="7704171" y="1036593"/>
            <a:ext cx="1439893" cy="3234395"/>
            <a:chOff x="461225" y="3249175"/>
            <a:chExt cx="1110600" cy="2221578"/>
          </a:xfrm>
        </p:grpSpPr>
        <p:grpSp>
          <p:nvGrpSpPr>
            <p:cNvPr id="640" name="Google Shape;640;p38"/>
            <p:cNvGrpSpPr/>
            <p:nvPr/>
          </p:nvGrpSpPr>
          <p:grpSpPr>
            <a:xfrm>
              <a:off x="831422" y="3249175"/>
              <a:ext cx="740403" cy="2221578"/>
              <a:chOff x="831422" y="3249175"/>
              <a:chExt cx="740403" cy="2221578"/>
            </a:xfrm>
          </p:grpSpPr>
          <p:sp>
            <p:nvSpPr>
              <p:cNvPr id="641" name="Google Shape;641;p38"/>
              <p:cNvSpPr/>
              <p:nvPr/>
            </p:nvSpPr>
            <p:spPr>
              <a:xfrm>
                <a:off x="831422"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642" name="Google Shape;642;p38"/>
              <p:cNvSpPr/>
              <p:nvPr/>
            </p:nvSpPr>
            <p:spPr>
              <a:xfrm>
                <a:off x="1201622" y="5100553"/>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643" name="Google Shape;643;p38"/>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grpSp>
        <p:grpSp>
          <p:nvGrpSpPr>
            <p:cNvPr id="644" name="Google Shape;644;p38"/>
            <p:cNvGrpSpPr/>
            <p:nvPr/>
          </p:nvGrpSpPr>
          <p:grpSpPr>
            <a:xfrm>
              <a:off x="461225" y="3619500"/>
              <a:ext cx="1110600" cy="370200"/>
              <a:chOff x="461225" y="3249175"/>
              <a:chExt cx="1110600" cy="370200"/>
            </a:xfrm>
          </p:grpSpPr>
          <p:sp>
            <p:nvSpPr>
              <p:cNvPr id="645" name="Google Shape;645;p38"/>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646" name="Google Shape;646;p38"/>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647" name="Google Shape;647;p38"/>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grpSp>
        <p:grpSp>
          <p:nvGrpSpPr>
            <p:cNvPr id="648" name="Google Shape;648;p38"/>
            <p:cNvGrpSpPr/>
            <p:nvPr/>
          </p:nvGrpSpPr>
          <p:grpSpPr>
            <a:xfrm>
              <a:off x="461225" y="3989700"/>
              <a:ext cx="1110600" cy="1110726"/>
              <a:chOff x="461225" y="3249175"/>
              <a:chExt cx="1110600" cy="1110726"/>
            </a:xfrm>
          </p:grpSpPr>
          <p:sp>
            <p:nvSpPr>
              <p:cNvPr id="649" name="Google Shape;649;p38"/>
              <p:cNvSpPr/>
              <p:nvPr/>
            </p:nvSpPr>
            <p:spPr>
              <a:xfrm>
                <a:off x="461225" y="3989701"/>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650" name="Google Shape;650;p38"/>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651" name="Google Shape;651;p38"/>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grpSp>
        <p:grpSp>
          <p:nvGrpSpPr>
            <p:cNvPr id="652" name="Google Shape;652;p38"/>
            <p:cNvGrpSpPr/>
            <p:nvPr/>
          </p:nvGrpSpPr>
          <p:grpSpPr>
            <a:xfrm>
              <a:off x="831422" y="4360025"/>
              <a:ext cx="370203" cy="740520"/>
              <a:chOff x="831422" y="3249175"/>
              <a:chExt cx="370203" cy="740520"/>
            </a:xfrm>
          </p:grpSpPr>
          <p:sp>
            <p:nvSpPr>
              <p:cNvPr id="653" name="Google Shape;653;p38"/>
              <p:cNvSpPr/>
              <p:nvPr/>
            </p:nvSpPr>
            <p:spPr>
              <a:xfrm>
                <a:off x="831422" y="361949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654" name="Google Shape;654;p38"/>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grpSp>
      </p:grpSp>
      <p:sp>
        <p:nvSpPr>
          <p:cNvPr id="655" name="Google Shape;655;p38"/>
          <p:cNvSpPr/>
          <p:nvPr/>
        </p:nvSpPr>
        <p:spPr>
          <a:xfrm>
            <a:off x="7394250" y="-8100"/>
            <a:ext cx="1759750" cy="2691775"/>
          </a:xfrm>
          <a:custGeom>
            <a:rect b="b" l="l" r="r" t="t"/>
            <a:pathLst>
              <a:path extrusionOk="0" h="107671" w="70390">
                <a:moveTo>
                  <a:pt x="0" y="95"/>
                </a:moveTo>
                <a:lnTo>
                  <a:pt x="70390" y="0"/>
                </a:lnTo>
                <a:lnTo>
                  <a:pt x="70200" y="107671"/>
                </a:lnTo>
                <a:close/>
              </a:path>
            </a:pathLst>
          </a:custGeom>
          <a:gradFill>
            <a:gsLst>
              <a:gs pos="0">
                <a:schemeClr val="accent2"/>
              </a:gs>
              <a:gs pos="37000">
                <a:schemeClr val="lt2"/>
              </a:gs>
              <a:gs pos="92000">
                <a:schemeClr val="accent1"/>
              </a:gs>
              <a:gs pos="100000">
                <a:schemeClr val="accent1"/>
              </a:gs>
            </a:gsLst>
            <a:lin ang="13500032" scaled="0"/>
          </a:gradFill>
          <a:ln>
            <a:noFill/>
          </a:ln>
        </p:spPr>
      </p:sp>
      <p:sp>
        <p:nvSpPr>
          <p:cNvPr id="656" name="Google Shape;656;p38"/>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657" name="Google Shape;657;p38"/>
          <p:cNvSpPr txBox="1"/>
          <p:nvPr>
            <p:ph idx="2" type="title"/>
          </p:nvPr>
        </p:nvSpPr>
        <p:spPr>
          <a:xfrm>
            <a:off x="115025" y="502775"/>
            <a:ext cx="6055500" cy="8409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solidFill>
                  <a:schemeClr val="dk2"/>
                </a:solidFill>
              </a:defRPr>
            </a:lvl1pPr>
            <a:lvl2pPr lvl="1">
              <a:lnSpc>
                <a:spcPct val="115000"/>
              </a:lnSpc>
              <a:spcBef>
                <a:spcPts val="0"/>
              </a:spcBef>
              <a:spcAft>
                <a:spcPts val="0"/>
              </a:spcAft>
              <a:buNone/>
              <a:defRPr sz="3600">
                <a:solidFill>
                  <a:schemeClr val="dk2"/>
                </a:solidFill>
              </a:defRPr>
            </a:lvl2pPr>
            <a:lvl3pPr lvl="2">
              <a:lnSpc>
                <a:spcPct val="115000"/>
              </a:lnSpc>
              <a:spcBef>
                <a:spcPts val="0"/>
              </a:spcBef>
              <a:spcAft>
                <a:spcPts val="0"/>
              </a:spcAft>
              <a:buNone/>
              <a:defRPr sz="3600">
                <a:solidFill>
                  <a:schemeClr val="dk2"/>
                </a:solidFill>
              </a:defRPr>
            </a:lvl3pPr>
            <a:lvl4pPr lvl="3">
              <a:lnSpc>
                <a:spcPct val="115000"/>
              </a:lnSpc>
              <a:spcBef>
                <a:spcPts val="0"/>
              </a:spcBef>
              <a:spcAft>
                <a:spcPts val="0"/>
              </a:spcAft>
              <a:buNone/>
              <a:defRPr sz="3600">
                <a:solidFill>
                  <a:schemeClr val="dk2"/>
                </a:solidFill>
              </a:defRPr>
            </a:lvl4pPr>
            <a:lvl5pPr lvl="4">
              <a:lnSpc>
                <a:spcPct val="115000"/>
              </a:lnSpc>
              <a:spcBef>
                <a:spcPts val="0"/>
              </a:spcBef>
              <a:spcAft>
                <a:spcPts val="0"/>
              </a:spcAft>
              <a:buNone/>
              <a:defRPr sz="3600">
                <a:solidFill>
                  <a:schemeClr val="dk2"/>
                </a:solidFill>
              </a:defRPr>
            </a:lvl5pPr>
            <a:lvl6pPr lvl="5">
              <a:lnSpc>
                <a:spcPct val="115000"/>
              </a:lnSpc>
              <a:spcBef>
                <a:spcPts val="0"/>
              </a:spcBef>
              <a:spcAft>
                <a:spcPts val="0"/>
              </a:spcAft>
              <a:buNone/>
              <a:defRPr sz="3600">
                <a:solidFill>
                  <a:schemeClr val="dk2"/>
                </a:solidFill>
              </a:defRPr>
            </a:lvl6pPr>
            <a:lvl7pPr lvl="6">
              <a:lnSpc>
                <a:spcPct val="115000"/>
              </a:lnSpc>
              <a:spcBef>
                <a:spcPts val="0"/>
              </a:spcBef>
              <a:spcAft>
                <a:spcPts val="0"/>
              </a:spcAft>
              <a:buNone/>
              <a:defRPr sz="3600">
                <a:solidFill>
                  <a:schemeClr val="dk2"/>
                </a:solidFill>
              </a:defRPr>
            </a:lvl7pPr>
            <a:lvl8pPr lvl="7">
              <a:lnSpc>
                <a:spcPct val="115000"/>
              </a:lnSpc>
              <a:spcBef>
                <a:spcPts val="0"/>
              </a:spcBef>
              <a:spcAft>
                <a:spcPts val="0"/>
              </a:spcAft>
              <a:buNone/>
              <a:defRPr sz="3600">
                <a:solidFill>
                  <a:schemeClr val="dk2"/>
                </a:solidFill>
              </a:defRPr>
            </a:lvl8pPr>
            <a:lvl9pPr lvl="8">
              <a:lnSpc>
                <a:spcPct val="115000"/>
              </a:lnSpc>
              <a:spcBef>
                <a:spcPts val="0"/>
              </a:spcBef>
              <a:spcAft>
                <a:spcPts val="0"/>
              </a:spcAft>
              <a:buNone/>
              <a:defRPr sz="3600">
                <a:solidFill>
                  <a:schemeClr val="dk2"/>
                </a:solidFill>
              </a:defRPr>
            </a:lvl9pPr>
          </a:lstStyle>
          <a:p/>
        </p:txBody>
      </p:sp>
      <p:sp>
        <p:nvSpPr>
          <p:cNvPr id="658" name="Google Shape;658;p38"/>
          <p:cNvSpPr txBox="1"/>
          <p:nvPr>
            <p:ph idx="3" type="title"/>
          </p:nvPr>
        </p:nvSpPr>
        <p:spPr>
          <a:xfrm>
            <a:off x="115025" y="1904100"/>
            <a:ext cx="1834500" cy="520200"/>
          </a:xfrm>
          <a:prstGeom prst="rect">
            <a:avLst/>
          </a:prstGeom>
        </p:spPr>
        <p:txBody>
          <a:bodyPr anchorCtr="0" anchor="t" bIns="91425" lIns="91425" spcFirstLastPara="1" rIns="91425" wrap="square" tIns="0">
            <a:noAutofit/>
          </a:bodyPr>
          <a:lstStyle>
            <a:lvl1pPr lvl="0">
              <a:spcBef>
                <a:spcPts val="0"/>
              </a:spcBef>
              <a:spcAft>
                <a:spcPts val="0"/>
              </a:spcAft>
              <a:buNone/>
              <a:defRPr sz="1200">
                <a:solidFill>
                  <a:schemeClr val="accent3"/>
                </a:solidFill>
                <a:latin typeface="IBM Plex Sans Medium"/>
                <a:ea typeface="IBM Plex Sans Medium"/>
                <a:cs typeface="IBM Plex Sans Medium"/>
                <a:sym typeface="IBM Plex Sans Medium"/>
              </a:defRPr>
            </a:lvl1pPr>
            <a:lvl2pPr lvl="1">
              <a:spcBef>
                <a:spcPts val="0"/>
              </a:spcBef>
              <a:spcAft>
                <a:spcPts val="0"/>
              </a:spcAft>
              <a:buClr>
                <a:schemeClr val="accent2"/>
              </a:buClr>
              <a:buSzPts val="3000"/>
              <a:buNone/>
              <a:defRPr>
                <a:solidFill>
                  <a:schemeClr val="accent2"/>
                </a:solidFill>
              </a:defRPr>
            </a:lvl2pPr>
            <a:lvl3pPr lvl="2">
              <a:spcBef>
                <a:spcPts val="0"/>
              </a:spcBef>
              <a:spcAft>
                <a:spcPts val="0"/>
              </a:spcAft>
              <a:buClr>
                <a:schemeClr val="accent2"/>
              </a:buClr>
              <a:buSzPts val="3000"/>
              <a:buNone/>
              <a:defRPr>
                <a:solidFill>
                  <a:schemeClr val="accent2"/>
                </a:solidFill>
              </a:defRPr>
            </a:lvl3pPr>
            <a:lvl4pPr lvl="3">
              <a:spcBef>
                <a:spcPts val="0"/>
              </a:spcBef>
              <a:spcAft>
                <a:spcPts val="0"/>
              </a:spcAft>
              <a:buClr>
                <a:schemeClr val="accent2"/>
              </a:buClr>
              <a:buSzPts val="3000"/>
              <a:buNone/>
              <a:defRPr>
                <a:solidFill>
                  <a:schemeClr val="accent2"/>
                </a:solidFill>
              </a:defRPr>
            </a:lvl4pPr>
            <a:lvl5pPr lvl="4">
              <a:spcBef>
                <a:spcPts val="0"/>
              </a:spcBef>
              <a:spcAft>
                <a:spcPts val="0"/>
              </a:spcAft>
              <a:buClr>
                <a:schemeClr val="accent2"/>
              </a:buClr>
              <a:buSzPts val="3000"/>
              <a:buNone/>
              <a:defRPr>
                <a:solidFill>
                  <a:schemeClr val="accent2"/>
                </a:solidFill>
              </a:defRPr>
            </a:lvl5pPr>
            <a:lvl6pPr lvl="5">
              <a:spcBef>
                <a:spcPts val="0"/>
              </a:spcBef>
              <a:spcAft>
                <a:spcPts val="0"/>
              </a:spcAft>
              <a:buClr>
                <a:schemeClr val="accent2"/>
              </a:buClr>
              <a:buSzPts val="3000"/>
              <a:buNone/>
              <a:defRPr>
                <a:solidFill>
                  <a:schemeClr val="accent2"/>
                </a:solidFill>
              </a:defRPr>
            </a:lvl6pPr>
            <a:lvl7pPr lvl="6">
              <a:spcBef>
                <a:spcPts val="0"/>
              </a:spcBef>
              <a:spcAft>
                <a:spcPts val="0"/>
              </a:spcAft>
              <a:buClr>
                <a:schemeClr val="accent2"/>
              </a:buClr>
              <a:buSzPts val="3000"/>
              <a:buNone/>
              <a:defRPr>
                <a:solidFill>
                  <a:schemeClr val="accent2"/>
                </a:solidFill>
              </a:defRPr>
            </a:lvl7pPr>
            <a:lvl8pPr lvl="7">
              <a:spcBef>
                <a:spcPts val="0"/>
              </a:spcBef>
              <a:spcAft>
                <a:spcPts val="0"/>
              </a:spcAft>
              <a:buClr>
                <a:schemeClr val="accent2"/>
              </a:buClr>
              <a:buSzPts val="3000"/>
              <a:buNone/>
              <a:defRPr>
                <a:solidFill>
                  <a:schemeClr val="accent2"/>
                </a:solidFill>
              </a:defRPr>
            </a:lvl8pPr>
            <a:lvl9pPr lvl="8">
              <a:spcBef>
                <a:spcPts val="0"/>
              </a:spcBef>
              <a:spcAft>
                <a:spcPts val="0"/>
              </a:spcAft>
              <a:buClr>
                <a:schemeClr val="accent2"/>
              </a:buClr>
              <a:buSzPts val="3000"/>
              <a:buNone/>
              <a:defRPr>
                <a:solidFill>
                  <a:schemeClr val="accent2"/>
                </a:solidFill>
              </a:defRPr>
            </a:lvl9pPr>
          </a:lstStyle>
          <a:p/>
        </p:txBody>
      </p:sp>
      <p:sp>
        <p:nvSpPr>
          <p:cNvPr id="659" name="Google Shape;659;p38"/>
          <p:cNvSpPr txBox="1"/>
          <p:nvPr>
            <p:ph idx="4" type="title"/>
          </p:nvPr>
        </p:nvSpPr>
        <p:spPr>
          <a:xfrm>
            <a:off x="2634200" y="1904100"/>
            <a:ext cx="1834500" cy="520200"/>
          </a:xfrm>
          <a:prstGeom prst="rect">
            <a:avLst/>
          </a:prstGeom>
        </p:spPr>
        <p:txBody>
          <a:bodyPr anchorCtr="0" anchor="t" bIns="91425" lIns="91425" spcFirstLastPara="1" rIns="91425" wrap="square" tIns="0">
            <a:noAutofit/>
          </a:bodyPr>
          <a:lstStyle>
            <a:lvl1pPr lvl="0">
              <a:spcBef>
                <a:spcPts val="0"/>
              </a:spcBef>
              <a:spcAft>
                <a:spcPts val="0"/>
              </a:spcAft>
              <a:buNone/>
              <a:defRPr sz="1200">
                <a:solidFill>
                  <a:schemeClr val="lt2"/>
                </a:solidFill>
                <a:latin typeface="IBM Plex Sans Medium"/>
                <a:ea typeface="IBM Plex Sans Medium"/>
                <a:cs typeface="IBM Plex Sans Medium"/>
                <a:sym typeface="IBM Plex Sans Medium"/>
              </a:defRPr>
            </a:lvl1pPr>
            <a:lvl2pPr lvl="1">
              <a:spcBef>
                <a:spcPts val="0"/>
              </a:spcBef>
              <a:spcAft>
                <a:spcPts val="0"/>
              </a:spcAft>
              <a:buClr>
                <a:schemeClr val="lt2"/>
              </a:buClr>
              <a:buSzPts val="3000"/>
              <a:buNone/>
              <a:defRPr>
                <a:solidFill>
                  <a:schemeClr val="lt2"/>
                </a:solidFill>
              </a:defRPr>
            </a:lvl2pPr>
            <a:lvl3pPr lvl="2">
              <a:spcBef>
                <a:spcPts val="0"/>
              </a:spcBef>
              <a:spcAft>
                <a:spcPts val="0"/>
              </a:spcAft>
              <a:buClr>
                <a:schemeClr val="lt2"/>
              </a:buClr>
              <a:buSzPts val="3000"/>
              <a:buNone/>
              <a:defRPr>
                <a:solidFill>
                  <a:schemeClr val="lt2"/>
                </a:solidFill>
              </a:defRPr>
            </a:lvl3pPr>
            <a:lvl4pPr lvl="3">
              <a:spcBef>
                <a:spcPts val="0"/>
              </a:spcBef>
              <a:spcAft>
                <a:spcPts val="0"/>
              </a:spcAft>
              <a:buClr>
                <a:schemeClr val="lt2"/>
              </a:buClr>
              <a:buSzPts val="3000"/>
              <a:buNone/>
              <a:defRPr>
                <a:solidFill>
                  <a:schemeClr val="lt2"/>
                </a:solidFill>
              </a:defRPr>
            </a:lvl4pPr>
            <a:lvl5pPr lvl="4">
              <a:spcBef>
                <a:spcPts val="0"/>
              </a:spcBef>
              <a:spcAft>
                <a:spcPts val="0"/>
              </a:spcAft>
              <a:buClr>
                <a:schemeClr val="lt2"/>
              </a:buClr>
              <a:buSzPts val="3000"/>
              <a:buNone/>
              <a:defRPr>
                <a:solidFill>
                  <a:schemeClr val="lt2"/>
                </a:solidFill>
              </a:defRPr>
            </a:lvl5pPr>
            <a:lvl6pPr lvl="5">
              <a:spcBef>
                <a:spcPts val="0"/>
              </a:spcBef>
              <a:spcAft>
                <a:spcPts val="0"/>
              </a:spcAft>
              <a:buClr>
                <a:schemeClr val="lt2"/>
              </a:buClr>
              <a:buSzPts val="3000"/>
              <a:buNone/>
              <a:defRPr>
                <a:solidFill>
                  <a:schemeClr val="lt2"/>
                </a:solidFill>
              </a:defRPr>
            </a:lvl6pPr>
            <a:lvl7pPr lvl="6">
              <a:spcBef>
                <a:spcPts val="0"/>
              </a:spcBef>
              <a:spcAft>
                <a:spcPts val="0"/>
              </a:spcAft>
              <a:buClr>
                <a:schemeClr val="lt2"/>
              </a:buClr>
              <a:buSzPts val="3000"/>
              <a:buNone/>
              <a:defRPr>
                <a:solidFill>
                  <a:schemeClr val="lt2"/>
                </a:solidFill>
              </a:defRPr>
            </a:lvl7pPr>
            <a:lvl8pPr lvl="7">
              <a:spcBef>
                <a:spcPts val="0"/>
              </a:spcBef>
              <a:spcAft>
                <a:spcPts val="0"/>
              </a:spcAft>
              <a:buClr>
                <a:schemeClr val="lt2"/>
              </a:buClr>
              <a:buSzPts val="3000"/>
              <a:buNone/>
              <a:defRPr>
                <a:solidFill>
                  <a:schemeClr val="lt2"/>
                </a:solidFill>
              </a:defRPr>
            </a:lvl8pPr>
            <a:lvl9pPr lvl="8">
              <a:spcBef>
                <a:spcPts val="0"/>
              </a:spcBef>
              <a:spcAft>
                <a:spcPts val="0"/>
              </a:spcAft>
              <a:buClr>
                <a:schemeClr val="lt2"/>
              </a:buClr>
              <a:buSzPts val="3000"/>
              <a:buNone/>
              <a:defRPr>
                <a:solidFill>
                  <a:schemeClr val="lt2"/>
                </a:solidFill>
              </a:defRPr>
            </a:lvl9pPr>
          </a:lstStyle>
          <a:p/>
        </p:txBody>
      </p:sp>
      <p:sp>
        <p:nvSpPr>
          <p:cNvPr id="660" name="Google Shape;660;p38"/>
          <p:cNvSpPr txBox="1"/>
          <p:nvPr>
            <p:ph idx="5" type="title"/>
          </p:nvPr>
        </p:nvSpPr>
        <p:spPr>
          <a:xfrm>
            <a:off x="5169188" y="1904100"/>
            <a:ext cx="1834500" cy="520200"/>
          </a:xfrm>
          <a:prstGeom prst="rect">
            <a:avLst/>
          </a:prstGeom>
        </p:spPr>
        <p:txBody>
          <a:bodyPr anchorCtr="0" anchor="t" bIns="91425" lIns="91425" spcFirstLastPara="1" rIns="91425" wrap="square" tIns="0">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p:txBody>
      </p:sp>
      <p:sp>
        <p:nvSpPr>
          <p:cNvPr id="661" name="Google Shape;661;p38"/>
          <p:cNvSpPr txBox="1"/>
          <p:nvPr>
            <p:ph idx="1" type="body"/>
          </p:nvPr>
        </p:nvSpPr>
        <p:spPr>
          <a:xfrm>
            <a:off x="115025" y="24874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62" name="Google Shape;662;p38"/>
          <p:cNvSpPr txBox="1"/>
          <p:nvPr>
            <p:ph idx="6" type="body"/>
          </p:nvPr>
        </p:nvSpPr>
        <p:spPr>
          <a:xfrm>
            <a:off x="115025" y="33951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63" name="Google Shape;663;p38"/>
          <p:cNvSpPr txBox="1"/>
          <p:nvPr>
            <p:ph idx="7" type="body"/>
          </p:nvPr>
        </p:nvSpPr>
        <p:spPr>
          <a:xfrm>
            <a:off x="2634200" y="24874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64" name="Google Shape;664;p38"/>
          <p:cNvSpPr txBox="1"/>
          <p:nvPr>
            <p:ph idx="8" type="body"/>
          </p:nvPr>
        </p:nvSpPr>
        <p:spPr>
          <a:xfrm>
            <a:off x="2634200" y="33951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65" name="Google Shape;665;p38"/>
          <p:cNvSpPr txBox="1"/>
          <p:nvPr>
            <p:ph idx="9" type="body"/>
          </p:nvPr>
        </p:nvSpPr>
        <p:spPr>
          <a:xfrm>
            <a:off x="5169188" y="24874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66" name="Google Shape;666;p38"/>
          <p:cNvSpPr txBox="1"/>
          <p:nvPr>
            <p:ph idx="13" type="body"/>
          </p:nvPr>
        </p:nvSpPr>
        <p:spPr>
          <a:xfrm>
            <a:off x="5169188" y="33951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800"/>
              </a:spcBef>
              <a:spcAft>
                <a:spcPts val="80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67" name="Google Shape;667;p38"/>
          <p:cNvSpPr txBox="1"/>
          <p:nvPr>
            <p:ph idx="14"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orient="horz">
          <p15:clr>
            <a:srgbClr val="E46962"/>
          </p15:clr>
        </p15:guide>
        <p15:guide id="2" pos="5760">
          <p15:clr>
            <a:srgbClr val="E46962"/>
          </p15:clr>
        </p15:guide>
      </p15:sldGuideLst>
    </p:ext>
  </p:extLst>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Alt 1">
  <p:cSld name="BLANK_1_1_1_1_1_1_1_1_1_1_1_1_1_1_1">
    <p:bg>
      <p:bgPr>
        <a:solidFill>
          <a:schemeClr val="lt1"/>
        </a:solidFill>
      </p:bgPr>
    </p:bg>
    <p:spTree>
      <p:nvGrpSpPr>
        <p:cNvPr id="668" name="Shape 668"/>
        <p:cNvGrpSpPr/>
        <p:nvPr/>
      </p:nvGrpSpPr>
      <p:grpSpPr>
        <a:xfrm>
          <a:off x="0" y="0"/>
          <a:ext cx="0" cy="0"/>
          <a:chOff x="0" y="0"/>
          <a:chExt cx="0" cy="0"/>
        </a:xfrm>
      </p:grpSpPr>
      <p:grpSp>
        <p:nvGrpSpPr>
          <p:cNvPr id="669" name="Google Shape;669;p39"/>
          <p:cNvGrpSpPr/>
          <p:nvPr/>
        </p:nvGrpSpPr>
        <p:grpSpPr>
          <a:xfrm>
            <a:off x="0" y="506850"/>
            <a:ext cx="930250" cy="2593175"/>
            <a:chOff x="0" y="506850"/>
            <a:chExt cx="930250" cy="2593175"/>
          </a:xfrm>
        </p:grpSpPr>
        <p:grpSp>
          <p:nvGrpSpPr>
            <p:cNvPr id="670" name="Google Shape;670;p39"/>
            <p:cNvGrpSpPr/>
            <p:nvPr/>
          </p:nvGrpSpPr>
          <p:grpSpPr>
            <a:xfrm>
              <a:off x="0" y="877050"/>
              <a:ext cx="930250" cy="2222975"/>
              <a:chOff x="1233650" y="2421900"/>
              <a:chExt cx="930250" cy="2222975"/>
            </a:xfrm>
          </p:grpSpPr>
          <p:grpSp>
            <p:nvGrpSpPr>
              <p:cNvPr id="671" name="Google Shape;671;p39"/>
              <p:cNvGrpSpPr/>
              <p:nvPr/>
            </p:nvGrpSpPr>
            <p:grpSpPr>
              <a:xfrm>
                <a:off x="1233650" y="2793625"/>
                <a:ext cx="560050" cy="1851250"/>
                <a:chOff x="1381975" y="3249175"/>
                <a:chExt cx="560050" cy="1851250"/>
              </a:xfrm>
            </p:grpSpPr>
            <p:sp>
              <p:nvSpPr>
                <p:cNvPr id="672" name="Google Shape;672;p39"/>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73" name="Google Shape;673;p39"/>
                <p:cNvSpPr/>
                <p:nvPr/>
              </p:nvSpPr>
              <p:spPr>
                <a:xfrm>
                  <a:off x="1381975" y="3619500"/>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674" name="Google Shape;674;p39"/>
                <p:cNvGrpSpPr/>
                <p:nvPr/>
              </p:nvGrpSpPr>
              <p:grpSpPr>
                <a:xfrm>
                  <a:off x="1381975" y="3989700"/>
                  <a:ext cx="560050" cy="1110725"/>
                  <a:chOff x="1381975" y="3249175"/>
                  <a:chExt cx="560050" cy="1110725"/>
                </a:xfrm>
              </p:grpSpPr>
              <p:sp>
                <p:nvSpPr>
                  <p:cNvPr id="675" name="Google Shape;675;p39"/>
                  <p:cNvSpPr/>
                  <p:nvPr/>
                </p:nvSpPr>
                <p:spPr>
                  <a:xfrm>
                    <a:off x="1381975" y="3249175"/>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76" name="Google Shape;676;p39"/>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77" name="Google Shape;677;p39"/>
                  <p:cNvSpPr/>
                  <p:nvPr/>
                </p:nvSpPr>
                <p:spPr>
                  <a:xfrm>
                    <a:off x="1381975" y="3989700"/>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678" name="Google Shape;678;p39"/>
                <p:cNvGrpSpPr/>
                <p:nvPr/>
              </p:nvGrpSpPr>
              <p:grpSpPr>
                <a:xfrm>
                  <a:off x="1381975" y="4360025"/>
                  <a:ext cx="560050" cy="370200"/>
                  <a:chOff x="1381975" y="3249175"/>
                  <a:chExt cx="560050" cy="370200"/>
                </a:xfrm>
              </p:grpSpPr>
              <p:sp>
                <p:nvSpPr>
                  <p:cNvPr id="679" name="Google Shape;679;p39"/>
                  <p:cNvSpPr/>
                  <p:nvPr/>
                </p:nvSpPr>
                <p:spPr>
                  <a:xfrm>
                    <a:off x="1381975" y="3249175"/>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80" name="Google Shape;680;p39"/>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681" name="Google Shape;681;p39"/>
              <p:cNvSpPr/>
              <p:nvPr/>
            </p:nvSpPr>
            <p:spPr>
              <a:xfrm>
                <a:off x="1793700" y="242190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682" name="Google Shape;682;p39"/>
            <p:cNvSpPr/>
            <p:nvPr/>
          </p:nvSpPr>
          <p:spPr>
            <a:xfrm>
              <a:off x="183800" y="50685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683" name="Google Shape;683;p39"/>
          <p:cNvSpPr txBox="1"/>
          <p:nvPr>
            <p:ph type="title"/>
          </p:nvPr>
        </p:nvSpPr>
        <p:spPr>
          <a:xfrm>
            <a:off x="38100" y="319650"/>
            <a:ext cx="1823100" cy="520200"/>
          </a:xfrm>
          <a:prstGeom prst="rect">
            <a:avLst/>
          </a:prstGeom>
        </p:spPr>
        <p:txBody>
          <a:bodyPr anchorCtr="0" anchor="t" bIns="91425" lIns="182875" spcFirstLastPara="1" rIns="91425" wrap="square" tIns="91425">
            <a:noAutofit/>
          </a:bodyPr>
          <a:lstStyle>
            <a:lvl1pPr lvl="0">
              <a:spcBef>
                <a:spcPts val="0"/>
              </a:spcBef>
              <a:spcAft>
                <a:spcPts val="0"/>
              </a:spcAft>
              <a:buNone/>
              <a:defRPr sz="1600">
                <a:solidFill>
                  <a:schemeClr val="accent3"/>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3"/>
                </a:solidFill>
              </a:defRPr>
            </a:lvl2pPr>
            <a:lvl3pPr lvl="2">
              <a:lnSpc>
                <a:spcPct val="115000"/>
              </a:lnSpc>
              <a:spcBef>
                <a:spcPts val="0"/>
              </a:spcBef>
              <a:spcAft>
                <a:spcPts val="0"/>
              </a:spcAft>
              <a:buNone/>
              <a:defRPr sz="1800">
                <a:solidFill>
                  <a:schemeClr val="accent3"/>
                </a:solidFill>
              </a:defRPr>
            </a:lvl3pPr>
            <a:lvl4pPr lvl="3">
              <a:lnSpc>
                <a:spcPct val="115000"/>
              </a:lnSpc>
              <a:spcBef>
                <a:spcPts val="0"/>
              </a:spcBef>
              <a:spcAft>
                <a:spcPts val="0"/>
              </a:spcAft>
              <a:buNone/>
              <a:defRPr sz="1800">
                <a:solidFill>
                  <a:schemeClr val="accent3"/>
                </a:solidFill>
              </a:defRPr>
            </a:lvl4pPr>
            <a:lvl5pPr lvl="4">
              <a:lnSpc>
                <a:spcPct val="115000"/>
              </a:lnSpc>
              <a:spcBef>
                <a:spcPts val="0"/>
              </a:spcBef>
              <a:spcAft>
                <a:spcPts val="0"/>
              </a:spcAft>
              <a:buNone/>
              <a:defRPr sz="1800">
                <a:solidFill>
                  <a:schemeClr val="accent3"/>
                </a:solidFill>
              </a:defRPr>
            </a:lvl5pPr>
            <a:lvl6pPr lvl="5">
              <a:lnSpc>
                <a:spcPct val="115000"/>
              </a:lnSpc>
              <a:spcBef>
                <a:spcPts val="0"/>
              </a:spcBef>
              <a:spcAft>
                <a:spcPts val="0"/>
              </a:spcAft>
              <a:buNone/>
              <a:defRPr sz="1800">
                <a:solidFill>
                  <a:schemeClr val="accent3"/>
                </a:solidFill>
              </a:defRPr>
            </a:lvl6pPr>
            <a:lvl7pPr lvl="6">
              <a:lnSpc>
                <a:spcPct val="115000"/>
              </a:lnSpc>
              <a:spcBef>
                <a:spcPts val="0"/>
              </a:spcBef>
              <a:spcAft>
                <a:spcPts val="0"/>
              </a:spcAft>
              <a:buNone/>
              <a:defRPr sz="1800">
                <a:solidFill>
                  <a:schemeClr val="accent3"/>
                </a:solidFill>
              </a:defRPr>
            </a:lvl7pPr>
            <a:lvl8pPr lvl="7">
              <a:lnSpc>
                <a:spcPct val="115000"/>
              </a:lnSpc>
              <a:spcBef>
                <a:spcPts val="0"/>
              </a:spcBef>
              <a:spcAft>
                <a:spcPts val="0"/>
              </a:spcAft>
              <a:buNone/>
              <a:defRPr sz="1800">
                <a:solidFill>
                  <a:schemeClr val="accent3"/>
                </a:solidFill>
              </a:defRPr>
            </a:lvl8pPr>
            <a:lvl9pPr lvl="8">
              <a:lnSpc>
                <a:spcPct val="115000"/>
              </a:lnSpc>
              <a:spcBef>
                <a:spcPts val="0"/>
              </a:spcBef>
              <a:spcAft>
                <a:spcPts val="0"/>
              </a:spcAft>
              <a:buNone/>
              <a:defRPr sz="1800">
                <a:solidFill>
                  <a:schemeClr val="accent3"/>
                </a:solidFill>
              </a:defRPr>
            </a:lvl9pPr>
          </a:lstStyle>
          <a:p/>
        </p:txBody>
      </p:sp>
      <p:sp>
        <p:nvSpPr>
          <p:cNvPr id="684" name="Google Shape;684;p39"/>
          <p:cNvSpPr txBox="1"/>
          <p:nvPr>
            <p:ph idx="1" type="subTitle"/>
          </p:nvPr>
        </p:nvSpPr>
        <p:spPr>
          <a:xfrm>
            <a:off x="2176499" y="319800"/>
            <a:ext cx="3904200" cy="5202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defRPr>
            </a:lvl1pPr>
            <a:lvl2pPr lvl="1">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2pPr>
            <a:lvl3pPr lvl="2">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3pPr>
            <a:lvl4pPr lvl="3">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4pPr>
            <a:lvl5pPr lvl="4">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5pPr>
            <a:lvl6pPr lvl="5">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6pPr>
            <a:lvl7pPr lvl="6">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7pPr>
            <a:lvl8pPr lvl="7">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8pPr>
            <a:lvl9pPr lvl="8">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9pPr>
          </a:lstStyle>
          <a:p/>
        </p:txBody>
      </p:sp>
      <p:sp>
        <p:nvSpPr>
          <p:cNvPr id="685" name="Google Shape;685;p39"/>
          <p:cNvSpPr txBox="1"/>
          <p:nvPr>
            <p:ph idx="2" type="subTitle"/>
          </p:nvPr>
        </p:nvSpPr>
        <p:spPr>
          <a:xfrm>
            <a:off x="2942250" y="1877700"/>
            <a:ext cx="1564500" cy="452700"/>
          </a:xfrm>
          <a:prstGeom prst="rect">
            <a:avLst/>
          </a:prstGeom>
        </p:spPr>
        <p:txBody>
          <a:bodyPr anchorCtr="0" anchor="t" bIns="91425" lIns="91425" spcFirstLastPara="1" rIns="91425" wrap="square" tIns="91425">
            <a:noAutofit/>
          </a:bodyPr>
          <a:lstStyle>
            <a:lvl1pPr lvl="0">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2pPr>
            <a:lvl3pPr lvl="2"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3pPr>
            <a:lvl4pPr lvl="3"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4pPr>
            <a:lvl5pPr lvl="4"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5pPr>
            <a:lvl6pPr lvl="5"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6pPr>
            <a:lvl7pPr lvl="6"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7pPr>
            <a:lvl8pPr lvl="7"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8pPr>
            <a:lvl9pPr lvl="8"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9pPr>
          </a:lstStyle>
          <a:p/>
        </p:txBody>
      </p:sp>
      <p:sp>
        <p:nvSpPr>
          <p:cNvPr id="686" name="Google Shape;686;p39"/>
          <p:cNvSpPr txBox="1"/>
          <p:nvPr>
            <p:ph idx="3" type="subTitle"/>
          </p:nvPr>
        </p:nvSpPr>
        <p:spPr>
          <a:xfrm>
            <a:off x="1078950" y="2330400"/>
            <a:ext cx="1564500" cy="16449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687" name="Google Shape;687;p39"/>
          <p:cNvSpPr txBox="1"/>
          <p:nvPr>
            <p:ph idx="4" type="subTitle"/>
          </p:nvPr>
        </p:nvSpPr>
        <p:spPr>
          <a:xfrm>
            <a:off x="4798644" y="1877700"/>
            <a:ext cx="1564500" cy="452700"/>
          </a:xfrm>
          <a:prstGeom prst="rect">
            <a:avLst/>
          </a:prstGeom>
        </p:spPr>
        <p:txBody>
          <a:bodyPr anchorCtr="0" anchor="t" bIns="91425" lIns="91425" spcFirstLastPara="1" rIns="91425" wrap="square" tIns="91425">
            <a:noAutofit/>
          </a:bodyPr>
          <a:lstStyle>
            <a:lvl1pPr lvl="0">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2pPr>
            <a:lvl3pPr lvl="2"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3pPr>
            <a:lvl4pPr lvl="3"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4pPr>
            <a:lvl5pPr lvl="4"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5pPr>
            <a:lvl6pPr lvl="5"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6pPr>
            <a:lvl7pPr lvl="6"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7pPr>
            <a:lvl8pPr lvl="7"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8pPr>
            <a:lvl9pPr lvl="8"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9pPr>
          </a:lstStyle>
          <a:p/>
        </p:txBody>
      </p:sp>
      <p:sp>
        <p:nvSpPr>
          <p:cNvPr id="688" name="Google Shape;688;p39"/>
          <p:cNvSpPr txBox="1"/>
          <p:nvPr>
            <p:ph idx="5" type="subTitle"/>
          </p:nvPr>
        </p:nvSpPr>
        <p:spPr>
          <a:xfrm>
            <a:off x="2942257" y="2330400"/>
            <a:ext cx="1564500" cy="16449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689" name="Google Shape;689;p39"/>
          <p:cNvSpPr txBox="1"/>
          <p:nvPr>
            <p:ph idx="6" type="subTitle"/>
          </p:nvPr>
        </p:nvSpPr>
        <p:spPr>
          <a:xfrm>
            <a:off x="6671581" y="1877700"/>
            <a:ext cx="1564500" cy="452700"/>
          </a:xfrm>
          <a:prstGeom prst="rect">
            <a:avLst/>
          </a:prstGeom>
        </p:spPr>
        <p:txBody>
          <a:bodyPr anchorCtr="0" anchor="t" bIns="91425" lIns="91425" spcFirstLastPara="1" rIns="91425" wrap="square" tIns="91425">
            <a:noAutofit/>
          </a:bodyPr>
          <a:lstStyle>
            <a:lvl1pPr lvl="0">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2pPr>
            <a:lvl3pPr lvl="2"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3pPr>
            <a:lvl4pPr lvl="3"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4pPr>
            <a:lvl5pPr lvl="4"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5pPr>
            <a:lvl6pPr lvl="5"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6pPr>
            <a:lvl7pPr lvl="6"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7pPr>
            <a:lvl8pPr lvl="7"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8pPr>
            <a:lvl9pPr lvl="8"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9pPr>
          </a:lstStyle>
          <a:p/>
        </p:txBody>
      </p:sp>
      <p:sp>
        <p:nvSpPr>
          <p:cNvPr id="690" name="Google Shape;690;p39"/>
          <p:cNvSpPr txBox="1"/>
          <p:nvPr>
            <p:ph idx="7" type="subTitle"/>
          </p:nvPr>
        </p:nvSpPr>
        <p:spPr>
          <a:xfrm>
            <a:off x="4798647" y="2330400"/>
            <a:ext cx="1564500" cy="16449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grpSp>
        <p:nvGrpSpPr>
          <p:cNvPr id="691" name="Google Shape;691;p39"/>
          <p:cNvGrpSpPr/>
          <p:nvPr/>
        </p:nvGrpSpPr>
        <p:grpSpPr>
          <a:xfrm rot="5400000">
            <a:off x="7381575" y="-838700"/>
            <a:ext cx="930250" cy="2591775"/>
            <a:chOff x="0" y="508250"/>
            <a:chExt cx="930250" cy="2591775"/>
          </a:xfrm>
        </p:grpSpPr>
        <p:grpSp>
          <p:nvGrpSpPr>
            <p:cNvPr id="692" name="Google Shape;692;p39"/>
            <p:cNvGrpSpPr/>
            <p:nvPr/>
          </p:nvGrpSpPr>
          <p:grpSpPr>
            <a:xfrm>
              <a:off x="0" y="877050"/>
              <a:ext cx="930250" cy="2222975"/>
              <a:chOff x="1233650" y="2421900"/>
              <a:chExt cx="930250" cy="2222975"/>
            </a:xfrm>
          </p:grpSpPr>
          <p:grpSp>
            <p:nvGrpSpPr>
              <p:cNvPr id="693" name="Google Shape;693;p39"/>
              <p:cNvGrpSpPr/>
              <p:nvPr/>
            </p:nvGrpSpPr>
            <p:grpSpPr>
              <a:xfrm>
                <a:off x="1233650" y="2793625"/>
                <a:ext cx="930250" cy="1851250"/>
                <a:chOff x="1381975" y="3249175"/>
                <a:chExt cx="930250" cy="1851250"/>
              </a:xfrm>
            </p:grpSpPr>
            <p:grpSp>
              <p:nvGrpSpPr>
                <p:cNvPr id="694" name="Google Shape;694;p39"/>
                <p:cNvGrpSpPr/>
                <p:nvPr/>
              </p:nvGrpSpPr>
              <p:grpSpPr>
                <a:xfrm>
                  <a:off x="1571825" y="3249175"/>
                  <a:ext cx="740400" cy="370200"/>
                  <a:chOff x="1571825" y="3249175"/>
                  <a:chExt cx="740400" cy="370200"/>
                </a:xfrm>
              </p:grpSpPr>
              <p:sp>
                <p:nvSpPr>
                  <p:cNvPr id="695" name="Google Shape;695;p39"/>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96" name="Google Shape;696;p39"/>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697" name="Google Shape;697;p39"/>
                <p:cNvSpPr/>
                <p:nvPr/>
              </p:nvSpPr>
              <p:spPr>
                <a:xfrm>
                  <a:off x="1381975" y="3619500"/>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698" name="Google Shape;698;p39"/>
                <p:cNvGrpSpPr/>
                <p:nvPr/>
              </p:nvGrpSpPr>
              <p:grpSpPr>
                <a:xfrm>
                  <a:off x="1381975" y="3989700"/>
                  <a:ext cx="560050" cy="1110725"/>
                  <a:chOff x="1381975" y="3249175"/>
                  <a:chExt cx="560050" cy="1110725"/>
                </a:xfrm>
              </p:grpSpPr>
              <p:sp>
                <p:nvSpPr>
                  <p:cNvPr id="699" name="Google Shape;699;p39"/>
                  <p:cNvSpPr/>
                  <p:nvPr/>
                </p:nvSpPr>
                <p:spPr>
                  <a:xfrm>
                    <a:off x="1381975" y="3249175"/>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00" name="Google Shape;700;p39"/>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01" name="Google Shape;701;p39"/>
                  <p:cNvSpPr/>
                  <p:nvPr/>
                </p:nvSpPr>
                <p:spPr>
                  <a:xfrm>
                    <a:off x="1381975" y="3989700"/>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02" name="Google Shape;702;p39"/>
                <p:cNvGrpSpPr/>
                <p:nvPr/>
              </p:nvGrpSpPr>
              <p:grpSpPr>
                <a:xfrm>
                  <a:off x="1381975" y="4360025"/>
                  <a:ext cx="560050" cy="370200"/>
                  <a:chOff x="1381975" y="3249175"/>
                  <a:chExt cx="560050" cy="370200"/>
                </a:xfrm>
              </p:grpSpPr>
              <p:sp>
                <p:nvSpPr>
                  <p:cNvPr id="703" name="Google Shape;703;p39"/>
                  <p:cNvSpPr/>
                  <p:nvPr/>
                </p:nvSpPr>
                <p:spPr>
                  <a:xfrm>
                    <a:off x="1381975" y="3249175"/>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04" name="Google Shape;704;p39"/>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705" name="Google Shape;705;p39"/>
              <p:cNvSpPr/>
              <p:nvPr/>
            </p:nvSpPr>
            <p:spPr>
              <a:xfrm>
                <a:off x="1793700" y="242190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706" name="Google Shape;706;p39"/>
            <p:cNvSpPr/>
            <p:nvPr/>
          </p:nvSpPr>
          <p:spPr>
            <a:xfrm>
              <a:off x="189850" y="50825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707" name="Google Shape;707;p39"/>
          <p:cNvSpPr txBox="1"/>
          <p:nvPr>
            <p:ph idx="8" type="subTitle"/>
          </p:nvPr>
        </p:nvSpPr>
        <p:spPr>
          <a:xfrm>
            <a:off x="6671579" y="2330400"/>
            <a:ext cx="1564500" cy="16449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708" name="Google Shape;708;p39"/>
          <p:cNvSpPr txBox="1"/>
          <p:nvPr>
            <p:ph idx="9"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cxnSp>
        <p:nvCxnSpPr>
          <p:cNvPr id="709" name="Google Shape;709;p39"/>
          <p:cNvCxnSpPr/>
          <p:nvPr/>
        </p:nvCxnSpPr>
        <p:spPr>
          <a:xfrm>
            <a:off x="1865850" y="392700"/>
            <a:ext cx="0" cy="390300"/>
          </a:xfrm>
          <a:prstGeom prst="straightConnector1">
            <a:avLst/>
          </a:prstGeom>
          <a:noFill/>
          <a:ln cap="flat" cmpd="sng" w="19050">
            <a:solidFill>
              <a:schemeClr val="accent3"/>
            </a:solidFill>
            <a:prstDash val="solid"/>
            <a:round/>
            <a:headEnd len="med" w="med" type="none"/>
            <a:tailEnd len="med" w="med" type="none"/>
          </a:ln>
        </p:spPr>
      </p:cxnSp>
      <p:sp>
        <p:nvSpPr>
          <p:cNvPr id="710" name="Google Shape;710;p39"/>
          <p:cNvSpPr/>
          <p:nvPr/>
        </p:nvSpPr>
        <p:spPr>
          <a:xfrm rot="5400000">
            <a:off x="8773788" y="922313"/>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11" name="Google Shape;711;p39"/>
          <p:cNvSpPr/>
          <p:nvPr/>
        </p:nvSpPr>
        <p:spPr>
          <a:xfrm rot="5400000">
            <a:off x="8773788" y="1292513"/>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12" name="Google Shape;712;p39"/>
          <p:cNvSpPr txBox="1"/>
          <p:nvPr>
            <p:ph idx="13" type="subTitle"/>
          </p:nvPr>
        </p:nvSpPr>
        <p:spPr>
          <a:xfrm>
            <a:off x="1078938" y="1877700"/>
            <a:ext cx="1564500" cy="452700"/>
          </a:xfrm>
          <a:prstGeom prst="rect">
            <a:avLst/>
          </a:prstGeom>
        </p:spPr>
        <p:txBody>
          <a:bodyPr anchorCtr="0" anchor="t" bIns="91425" lIns="91425" spcFirstLastPara="1" rIns="91425" wrap="square" tIns="91425">
            <a:noAutofit/>
          </a:bodyPr>
          <a:lstStyle>
            <a:lvl1pPr lvl="0">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2pPr>
            <a:lvl3pPr lvl="2"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3pPr>
            <a:lvl4pPr lvl="3"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4pPr>
            <a:lvl5pPr lvl="4"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5pPr>
            <a:lvl6pPr lvl="5"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6pPr>
            <a:lvl7pPr lvl="6"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7pPr>
            <a:lvl8pPr lvl="7"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8pPr>
            <a:lvl9pPr lvl="8"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9pPr>
          </a:lstStyle>
          <a:p/>
        </p:txBody>
      </p:sp>
      <p:sp>
        <p:nvSpPr>
          <p:cNvPr id="713" name="Google Shape;713;p39"/>
          <p:cNvSpPr txBox="1"/>
          <p:nvPr>
            <p:ph idx="14" type="title"/>
          </p:nvPr>
        </p:nvSpPr>
        <p:spPr>
          <a:xfrm>
            <a:off x="3484500" y="1377875"/>
            <a:ext cx="473100" cy="390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800"/>
              <a:buFont typeface="IBM Plex Sans"/>
              <a:buNone/>
              <a:defRPr sz="1800">
                <a:solidFill>
                  <a:schemeClr val="accent3"/>
                </a:solidFill>
              </a:defRPr>
            </a:lvl1pPr>
            <a:lvl2pPr lvl="1" algn="ctr">
              <a:spcBef>
                <a:spcPts val="0"/>
              </a:spcBef>
              <a:spcAft>
                <a:spcPts val="0"/>
              </a:spcAft>
              <a:buClr>
                <a:schemeClr val="accent3"/>
              </a:buClr>
              <a:buSzPts val="3000"/>
              <a:buNone/>
              <a:defRPr>
                <a:solidFill>
                  <a:schemeClr val="accent3"/>
                </a:solidFill>
              </a:defRPr>
            </a:lvl2pPr>
            <a:lvl3pPr lvl="2" algn="ctr">
              <a:spcBef>
                <a:spcPts val="0"/>
              </a:spcBef>
              <a:spcAft>
                <a:spcPts val="0"/>
              </a:spcAft>
              <a:buClr>
                <a:schemeClr val="accent3"/>
              </a:buClr>
              <a:buSzPts val="3000"/>
              <a:buNone/>
              <a:defRPr>
                <a:solidFill>
                  <a:schemeClr val="accent3"/>
                </a:solidFill>
              </a:defRPr>
            </a:lvl3pPr>
            <a:lvl4pPr lvl="3" algn="ctr">
              <a:spcBef>
                <a:spcPts val="0"/>
              </a:spcBef>
              <a:spcAft>
                <a:spcPts val="0"/>
              </a:spcAft>
              <a:buClr>
                <a:schemeClr val="accent3"/>
              </a:buClr>
              <a:buSzPts val="3000"/>
              <a:buNone/>
              <a:defRPr>
                <a:solidFill>
                  <a:schemeClr val="accent3"/>
                </a:solidFill>
              </a:defRPr>
            </a:lvl4pPr>
            <a:lvl5pPr lvl="4" algn="ctr">
              <a:spcBef>
                <a:spcPts val="0"/>
              </a:spcBef>
              <a:spcAft>
                <a:spcPts val="0"/>
              </a:spcAft>
              <a:buClr>
                <a:schemeClr val="accent3"/>
              </a:buClr>
              <a:buSzPts val="3000"/>
              <a:buNone/>
              <a:defRPr>
                <a:solidFill>
                  <a:schemeClr val="accent3"/>
                </a:solidFill>
              </a:defRPr>
            </a:lvl5pPr>
            <a:lvl6pPr lvl="5" algn="ctr">
              <a:spcBef>
                <a:spcPts val="0"/>
              </a:spcBef>
              <a:spcAft>
                <a:spcPts val="0"/>
              </a:spcAft>
              <a:buClr>
                <a:schemeClr val="accent3"/>
              </a:buClr>
              <a:buSzPts val="3000"/>
              <a:buNone/>
              <a:defRPr>
                <a:solidFill>
                  <a:schemeClr val="accent3"/>
                </a:solidFill>
              </a:defRPr>
            </a:lvl6pPr>
            <a:lvl7pPr lvl="6" algn="ctr">
              <a:spcBef>
                <a:spcPts val="0"/>
              </a:spcBef>
              <a:spcAft>
                <a:spcPts val="0"/>
              </a:spcAft>
              <a:buClr>
                <a:schemeClr val="accent3"/>
              </a:buClr>
              <a:buSzPts val="3000"/>
              <a:buNone/>
              <a:defRPr>
                <a:solidFill>
                  <a:schemeClr val="accent3"/>
                </a:solidFill>
              </a:defRPr>
            </a:lvl7pPr>
            <a:lvl8pPr lvl="7" algn="ctr">
              <a:spcBef>
                <a:spcPts val="0"/>
              </a:spcBef>
              <a:spcAft>
                <a:spcPts val="0"/>
              </a:spcAft>
              <a:buClr>
                <a:schemeClr val="accent3"/>
              </a:buClr>
              <a:buSzPts val="3000"/>
              <a:buNone/>
              <a:defRPr>
                <a:solidFill>
                  <a:schemeClr val="accent3"/>
                </a:solidFill>
              </a:defRPr>
            </a:lvl8pPr>
            <a:lvl9pPr lvl="8" algn="ctr">
              <a:spcBef>
                <a:spcPts val="0"/>
              </a:spcBef>
              <a:spcAft>
                <a:spcPts val="0"/>
              </a:spcAft>
              <a:buClr>
                <a:schemeClr val="accent3"/>
              </a:buClr>
              <a:buSzPts val="3000"/>
              <a:buNone/>
              <a:defRPr>
                <a:solidFill>
                  <a:schemeClr val="accent3"/>
                </a:solidFill>
              </a:defRPr>
            </a:lvl9pPr>
          </a:lstStyle>
          <a:p/>
        </p:txBody>
      </p:sp>
      <p:sp>
        <p:nvSpPr>
          <p:cNvPr id="714" name="Google Shape;714;p39"/>
          <p:cNvSpPr txBox="1"/>
          <p:nvPr>
            <p:ph idx="15" type="title"/>
          </p:nvPr>
        </p:nvSpPr>
        <p:spPr>
          <a:xfrm>
            <a:off x="7204200" y="1411200"/>
            <a:ext cx="473100" cy="390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800"/>
              <a:buFont typeface="IBM Plex Sans"/>
              <a:buNone/>
              <a:defRPr b="1" sz="1800"/>
            </a:lvl1pPr>
            <a:lvl2pPr lvl="1" algn="ctr">
              <a:spcBef>
                <a:spcPts val="0"/>
              </a:spcBef>
              <a:spcAft>
                <a:spcPts val="0"/>
              </a:spcAft>
              <a:buClr>
                <a:schemeClr val="lt1"/>
              </a:buClr>
              <a:buSzPts val="3000"/>
              <a:buNone/>
              <a:defRPr b="1">
                <a:solidFill>
                  <a:schemeClr val="lt1"/>
                </a:solidFill>
              </a:defRPr>
            </a:lvl2pPr>
            <a:lvl3pPr lvl="2" algn="ctr">
              <a:spcBef>
                <a:spcPts val="0"/>
              </a:spcBef>
              <a:spcAft>
                <a:spcPts val="0"/>
              </a:spcAft>
              <a:buClr>
                <a:schemeClr val="lt1"/>
              </a:buClr>
              <a:buSzPts val="3000"/>
              <a:buNone/>
              <a:defRPr b="1">
                <a:solidFill>
                  <a:schemeClr val="lt1"/>
                </a:solidFill>
              </a:defRPr>
            </a:lvl3pPr>
            <a:lvl4pPr lvl="3" algn="ctr">
              <a:spcBef>
                <a:spcPts val="0"/>
              </a:spcBef>
              <a:spcAft>
                <a:spcPts val="0"/>
              </a:spcAft>
              <a:buClr>
                <a:schemeClr val="lt1"/>
              </a:buClr>
              <a:buSzPts val="3000"/>
              <a:buNone/>
              <a:defRPr b="1">
                <a:solidFill>
                  <a:schemeClr val="lt1"/>
                </a:solidFill>
              </a:defRPr>
            </a:lvl4pPr>
            <a:lvl5pPr lvl="4" algn="ctr">
              <a:spcBef>
                <a:spcPts val="0"/>
              </a:spcBef>
              <a:spcAft>
                <a:spcPts val="0"/>
              </a:spcAft>
              <a:buClr>
                <a:schemeClr val="lt1"/>
              </a:buClr>
              <a:buSzPts val="3000"/>
              <a:buNone/>
              <a:defRPr b="1">
                <a:solidFill>
                  <a:schemeClr val="lt1"/>
                </a:solidFill>
              </a:defRPr>
            </a:lvl5pPr>
            <a:lvl6pPr lvl="5" algn="ctr">
              <a:spcBef>
                <a:spcPts val="0"/>
              </a:spcBef>
              <a:spcAft>
                <a:spcPts val="0"/>
              </a:spcAft>
              <a:buClr>
                <a:schemeClr val="lt1"/>
              </a:buClr>
              <a:buSzPts val="3000"/>
              <a:buNone/>
              <a:defRPr b="1">
                <a:solidFill>
                  <a:schemeClr val="lt1"/>
                </a:solidFill>
              </a:defRPr>
            </a:lvl6pPr>
            <a:lvl7pPr lvl="6" algn="ctr">
              <a:spcBef>
                <a:spcPts val="0"/>
              </a:spcBef>
              <a:spcAft>
                <a:spcPts val="0"/>
              </a:spcAft>
              <a:buClr>
                <a:schemeClr val="lt1"/>
              </a:buClr>
              <a:buSzPts val="3000"/>
              <a:buNone/>
              <a:defRPr b="1">
                <a:solidFill>
                  <a:schemeClr val="lt1"/>
                </a:solidFill>
              </a:defRPr>
            </a:lvl7pPr>
            <a:lvl8pPr lvl="7" algn="ctr">
              <a:spcBef>
                <a:spcPts val="0"/>
              </a:spcBef>
              <a:spcAft>
                <a:spcPts val="0"/>
              </a:spcAft>
              <a:buClr>
                <a:schemeClr val="lt1"/>
              </a:buClr>
              <a:buSzPts val="3000"/>
              <a:buNone/>
              <a:defRPr b="1">
                <a:solidFill>
                  <a:schemeClr val="lt1"/>
                </a:solidFill>
              </a:defRPr>
            </a:lvl8pPr>
            <a:lvl9pPr lvl="8" algn="ctr">
              <a:spcBef>
                <a:spcPts val="0"/>
              </a:spcBef>
              <a:spcAft>
                <a:spcPts val="0"/>
              </a:spcAft>
              <a:buClr>
                <a:schemeClr val="lt1"/>
              </a:buClr>
              <a:buSzPts val="3000"/>
              <a:buNone/>
              <a:defRPr b="1">
                <a:solidFill>
                  <a:schemeClr val="lt1"/>
                </a:solidFill>
              </a:defRPr>
            </a:lvl9pPr>
          </a:lstStyle>
          <a:p/>
        </p:txBody>
      </p:sp>
      <p:sp>
        <p:nvSpPr>
          <p:cNvPr id="715" name="Google Shape;715;p39"/>
          <p:cNvSpPr txBox="1"/>
          <p:nvPr>
            <p:ph idx="16" type="title"/>
          </p:nvPr>
        </p:nvSpPr>
        <p:spPr>
          <a:xfrm>
            <a:off x="5344350" y="1411200"/>
            <a:ext cx="473100" cy="390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800"/>
              <a:buFont typeface="IBM Plex Sans"/>
              <a:buNone/>
              <a:defRPr sz="1800">
                <a:solidFill>
                  <a:schemeClr val="accent3"/>
                </a:solidFill>
              </a:defRPr>
            </a:lvl1pPr>
            <a:lvl2pPr lvl="1" algn="ctr">
              <a:spcBef>
                <a:spcPts val="0"/>
              </a:spcBef>
              <a:spcAft>
                <a:spcPts val="0"/>
              </a:spcAft>
              <a:buClr>
                <a:schemeClr val="accent3"/>
              </a:buClr>
              <a:buSzPts val="3000"/>
              <a:buNone/>
              <a:defRPr>
                <a:solidFill>
                  <a:schemeClr val="accent3"/>
                </a:solidFill>
              </a:defRPr>
            </a:lvl2pPr>
            <a:lvl3pPr lvl="2" algn="ctr">
              <a:spcBef>
                <a:spcPts val="0"/>
              </a:spcBef>
              <a:spcAft>
                <a:spcPts val="0"/>
              </a:spcAft>
              <a:buClr>
                <a:schemeClr val="accent3"/>
              </a:buClr>
              <a:buSzPts val="3000"/>
              <a:buNone/>
              <a:defRPr>
                <a:solidFill>
                  <a:schemeClr val="accent3"/>
                </a:solidFill>
              </a:defRPr>
            </a:lvl3pPr>
            <a:lvl4pPr lvl="3" algn="ctr">
              <a:spcBef>
                <a:spcPts val="0"/>
              </a:spcBef>
              <a:spcAft>
                <a:spcPts val="0"/>
              </a:spcAft>
              <a:buClr>
                <a:schemeClr val="accent3"/>
              </a:buClr>
              <a:buSzPts val="3000"/>
              <a:buNone/>
              <a:defRPr>
                <a:solidFill>
                  <a:schemeClr val="accent3"/>
                </a:solidFill>
              </a:defRPr>
            </a:lvl4pPr>
            <a:lvl5pPr lvl="4" algn="ctr">
              <a:spcBef>
                <a:spcPts val="0"/>
              </a:spcBef>
              <a:spcAft>
                <a:spcPts val="0"/>
              </a:spcAft>
              <a:buClr>
                <a:schemeClr val="accent3"/>
              </a:buClr>
              <a:buSzPts val="3000"/>
              <a:buNone/>
              <a:defRPr>
                <a:solidFill>
                  <a:schemeClr val="accent3"/>
                </a:solidFill>
              </a:defRPr>
            </a:lvl5pPr>
            <a:lvl6pPr lvl="5" algn="ctr">
              <a:spcBef>
                <a:spcPts val="0"/>
              </a:spcBef>
              <a:spcAft>
                <a:spcPts val="0"/>
              </a:spcAft>
              <a:buClr>
                <a:schemeClr val="accent3"/>
              </a:buClr>
              <a:buSzPts val="3000"/>
              <a:buNone/>
              <a:defRPr>
                <a:solidFill>
                  <a:schemeClr val="accent3"/>
                </a:solidFill>
              </a:defRPr>
            </a:lvl6pPr>
            <a:lvl7pPr lvl="6" algn="ctr">
              <a:spcBef>
                <a:spcPts val="0"/>
              </a:spcBef>
              <a:spcAft>
                <a:spcPts val="0"/>
              </a:spcAft>
              <a:buClr>
                <a:schemeClr val="accent3"/>
              </a:buClr>
              <a:buSzPts val="3000"/>
              <a:buNone/>
              <a:defRPr>
                <a:solidFill>
                  <a:schemeClr val="accent3"/>
                </a:solidFill>
              </a:defRPr>
            </a:lvl7pPr>
            <a:lvl8pPr lvl="7" algn="ctr">
              <a:spcBef>
                <a:spcPts val="0"/>
              </a:spcBef>
              <a:spcAft>
                <a:spcPts val="0"/>
              </a:spcAft>
              <a:buClr>
                <a:schemeClr val="accent3"/>
              </a:buClr>
              <a:buSzPts val="3000"/>
              <a:buNone/>
              <a:defRPr>
                <a:solidFill>
                  <a:schemeClr val="accent3"/>
                </a:solidFill>
              </a:defRPr>
            </a:lvl8pPr>
            <a:lvl9pPr lvl="8" algn="ctr">
              <a:spcBef>
                <a:spcPts val="0"/>
              </a:spcBef>
              <a:spcAft>
                <a:spcPts val="0"/>
              </a:spcAft>
              <a:buClr>
                <a:schemeClr val="accent3"/>
              </a:buClr>
              <a:buSzPts val="3000"/>
              <a:buNone/>
              <a:defRPr>
                <a:solidFill>
                  <a:schemeClr val="accent3"/>
                </a:solidFill>
              </a:defRPr>
            </a:lvl9pPr>
          </a:lstStyle>
          <a:p/>
        </p:txBody>
      </p:sp>
      <p:sp>
        <p:nvSpPr>
          <p:cNvPr id="716" name="Google Shape;716;p39"/>
          <p:cNvSpPr txBox="1"/>
          <p:nvPr>
            <p:ph idx="17" type="title"/>
          </p:nvPr>
        </p:nvSpPr>
        <p:spPr>
          <a:xfrm>
            <a:off x="1624650" y="1377875"/>
            <a:ext cx="473100" cy="390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800"/>
              <a:buFont typeface="IBM Plex Sans"/>
              <a:buNone/>
              <a:defRPr sz="1800">
                <a:solidFill>
                  <a:schemeClr val="accent3"/>
                </a:solidFill>
              </a:defRPr>
            </a:lvl1pPr>
            <a:lvl2pPr lvl="1" algn="ctr">
              <a:spcBef>
                <a:spcPts val="0"/>
              </a:spcBef>
              <a:spcAft>
                <a:spcPts val="0"/>
              </a:spcAft>
              <a:buClr>
                <a:schemeClr val="accent3"/>
              </a:buClr>
              <a:buSzPts val="3000"/>
              <a:buNone/>
              <a:defRPr>
                <a:solidFill>
                  <a:schemeClr val="accent3"/>
                </a:solidFill>
              </a:defRPr>
            </a:lvl2pPr>
            <a:lvl3pPr lvl="2" algn="ctr">
              <a:spcBef>
                <a:spcPts val="0"/>
              </a:spcBef>
              <a:spcAft>
                <a:spcPts val="0"/>
              </a:spcAft>
              <a:buClr>
                <a:schemeClr val="accent3"/>
              </a:buClr>
              <a:buSzPts val="3000"/>
              <a:buNone/>
              <a:defRPr>
                <a:solidFill>
                  <a:schemeClr val="accent3"/>
                </a:solidFill>
              </a:defRPr>
            </a:lvl3pPr>
            <a:lvl4pPr lvl="3" algn="ctr">
              <a:spcBef>
                <a:spcPts val="0"/>
              </a:spcBef>
              <a:spcAft>
                <a:spcPts val="0"/>
              </a:spcAft>
              <a:buClr>
                <a:schemeClr val="accent3"/>
              </a:buClr>
              <a:buSzPts val="3000"/>
              <a:buNone/>
              <a:defRPr>
                <a:solidFill>
                  <a:schemeClr val="accent3"/>
                </a:solidFill>
              </a:defRPr>
            </a:lvl4pPr>
            <a:lvl5pPr lvl="4" algn="ctr">
              <a:spcBef>
                <a:spcPts val="0"/>
              </a:spcBef>
              <a:spcAft>
                <a:spcPts val="0"/>
              </a:spcAft>
              <a:buClr>
                <a:schemeClr val="accent3"/>
              </a:buClr>
              <a:buSzPts val="3000"/>
              <a:buNone/>
              <a:defRPr>
                <a:solidFill>
                  <a:schemeClr val="accent3"/>
                </a:solidFill>
              </a:defRPr>
            </a:lvl5pPr>
            <a:lvl6pPr lvl="5" algn="ctr">
              <a:spcBef>
                <a:spcPts val="0"/>
              </a:spcBef>
              <a:spcAft>
                <a:spcPts val="0"/>
              </a:spcAft>
              <a:buClr>
                <a:schemeClr val="accent3"/>
              </a:buClr>
              <a:buSzPts val="3000"/>
              <a:buNone/>
              <a:defRPr>
                <a:solidFill>
                  <a:schemeClr val="accent3"/>
                </a:solidFill>
              </a:defRPr>
            </a:lvl6pPr>
            <a:lvl7pPr lvl="6" algn="ctr">
              <a:spcBef>
                <a:spcPts val="0"/>
              </a:spcBef>
              <a:spcAft>
                <a:spcPts val="0"/>
              </a:spcAft>
              <a:buClr>
                <a:schemeClr val="accent3"/>
              </a:buClr>
              <a:buSzPts val="3000"/>
              <a:buNone/>
              <a:defRPr>
                <a:solidFill>
                  <a:schemeClr val="accent3"/>
                </a:solidFill>
              </a:defRPr>
            </a:lvl7pPr>
            <a:lvl8pPr lvl="7" algn="ctr">
              <a:spcBef>
                <a:spcPts val="0"/>
              </a:spcBef>
              <a:spcAft>
                <a:spcPts val="0"/>
              </a:spcAft>
              <a:buClr>
                <a:schemeClr val="accent3"/>
              </a:buClr>
              <a:buSzPts val="3000"/>
              <a:buNone/>
              <a:defRPr>
                <a:solidFill>
                  <a:schemeClr val="accent3"/>
                </a:solidFill>
              </a:defRPr>
            </a:lvl8pPr>
            <a:lvl9pPr lvl="8" algn="ctr">
              <a:spcBef>
                <a:spcPts val="0"/>
              </a:spcBef>
              <a:spcAft>
                <a:spcPts val="0"/>
              </a:spcAft>
              <a:buClr>
                <a:schemeClr val="accent3"/>
              </a:buClr>
              <a:buSzPts val="3000"/>
              <a:buNone/>
              <a:defRPr>
                <a:solidFill>
                  <a:schemeClr val="accent3"/>
                </a:solidFill>
              </a:defRPr>
            </a:lvl9pPr>
          </a:lstStyle>
          <a:p/>
        </p:txBody>
      </p:sp>
      <p:sp>
        <p:nvSpPr>
          <p:cNvPr id="717" name="Google Shape;717;p39"/>
          <p:cNvSpPr txBox="1"/>
          <p:nvPr>
            <p:ph idx="18"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pos="1175">
          <p15:clr>
            <a:srgbClr val="E46962"/>
          </p15:clr>
        </p15:guide>
      </p15:sldGuideLst>
    </p:ext>
  </p:extLst>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2">
  <p:cSld name="BLANK_1_1_1_1_1_1_1_1_1_1_1_1_1_1_1_2">
    <p:bg>
      <p:bgPr>
        <a:solidFill>
          <a:schemeClr val="lt1"/>
        </a:solidFill>
      </p:bgPr>
    </p:bg>
    <p:spTree>
      <p:nvGrpSpPr>
        <p:cNvPr id="718" name="Shape 718"/>
        <p:cNvGrpSpPr/>
        <p:nvPr/>
      </p:nvGrpSpPr>
      <p:grpSpPr>
        <a:xfrm>
          <a:off x="0" y="0"/>
          <a:ext cx="0" cy="0"/>
          <a:chOff x="0" y="0"/>
          <a:chExt cx="0" cy="0"/>
        </a:xfrm>
      </p:grpSpPr>
      <p:sp>
        <p:nvSpPr>
          <p:cNvPr id="719" name="Google Shape;719;p40"/>
          <p:cNvSpPr txBox="1"/>
          <p:nvPr>
            <p:ph idx="1" type="body"/>
          </p:nvPr>
        </p:nvSpPr>
        <p:spPr>
          <a:xfrm>
            <a:off x="1867950" y="2035300"/>
            <a:ext cx="2700000" cy="822900"/>
          </a:xfrm>
          <a:prstGeom prst="rect">
            <a:avLst/>
          </a:prstGeom>
        </p:spPr>
        <p:txBody>
          <a:bodyPr anchorCtr="0" anchor="t" bIns="91425" lIns="91425" spcFirstLastPara="1" rIns="91425" wrap="square" tIns="0">
            <a:noAutofit/>
          </a:bodyPr>
          <a:lstStyle>
            <a:lvl1pPr indent="-292100" lvl="0" marL="457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720" name="Google Shape;720;p40"/>
          <p:cNvSpPr txBox="1"/>
          <p:nvPr>
            <p:ph idx="2" type="body"/>
          </p:nvPr>
        </p:nvSpPr>
        <p:spPr>
          <a:xfrm>
            <a:off x="1867950" y="3405150"/>
            <a:ext cx="2700000" cy="822900"/>
          </a:xfrm>
          <a:prstGeom prst="rect">
            <a:avLst/>
          </a:prstGeom>
        </p:spPr>
        <p:txBody>
          <a:bodyPr anchorCtr="0" anchor="t" bIns="91425" lIns="91425" spcFirstLastPara="1" rIns="91425" wrap="square" tIns="0">
            <a:noAutofit/>
          </a:bodyPr>
          <a:lstStyle>
            <a:lvl1pPr indent="-292100" lvl="0" marL="457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721" name="Google Shape;721;p40"/>
          <p:cNvSpPr txBox="1"/>
          <p:nvPr>
            <p:ph idx="3" type="body"/>
          </p:nvPr>
        </p:nvSpPr>
        <p:spPr>
          <a:xfrm>
            <a:off x="5297575" y="2035300"/>
            <a:ext cx="2700000" cy="822900"/>
          </a:xfrm>
          <a:prstGeom prst="rect">
            <a:avLst/>
          </a:prstGeom>
        </p:spPr>
        <p:txBody>
          <a:bodyPr anchorCtr="0" anchor="t" bIns="91425" lIns="91425" spcFirstLastPara="1" rIns="91425" wrap="square" tIns="0">
            <a:noAutofit/>
          </a:bodyPr>
          <a:lstStyle>
            <a:lvl1pPr indent="-292100" lvl="0" marL="457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722" name="Google Shape;722;p40"/>
          <p:cNvSpPr txBox="1"/>
          <p:nvPr>
            <p:ph idx="4" type="body"/>
          </p:nvPr>
        </p:nvSpPr>
        <p:spPr>
          <a:xfrm>
            <a:off x="5297575" y="3405150"/>
            <a:ext cx="2700000" cy="822900"/>
          </a:xfrm>
          <a:prstGeom prst="rect">
            <a:avLst/>
          </a:prstGeom>
        </p:spPr>
        <p:txBody>
          <a:bodyPr anchorCtr="0" anchor="t" bIns="91425" lIns="91425" spcFirstLastPara="1" rIns="91425" wrap="square" tIns="0">
            <a:noAutofit/>
          </a:bodyPr>
          <a:lstStyle>
            <a:lvl1pPr indent="-292100" lvl="0" marL="457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grpSp>
        <p:nvGrpSpPr>
          <p:cNvPr id="723" name="Google Shape;723;p40"/>
          <p:cNvGrpSpPr/>
          <p:nvPr/>
        </p:nvGrpSpPr>
        <p:grpSpPr>
          <a:xfrm>
            <a:off x="7073603" y="0"/>
            <a:ext cx="2070408" cy="1617374"/>
            <a:chOff x="6787102" y="-57263"/>
            <a:chExt cx="2403260" cy="1877393"/>
          </a:xfrm>
        </p:grpSpPr>
        <p:grpSp>
          <p:nvGrpSpPr>
            <p:cNvPr id="724" name="Google Shape;724;p40"/>
            <p:cNvGrpSpPr/>
            <p:nvPr/>
          </p:nvGrpSpPr>
          <p:grpSpPr>
            <a:xfrm rot="10800000">
              <a:off x="8286413" y="1320355"/>
              <a:ext cx="903863" cy="499775"/>
              <a:chOff x="532097" y="3249175"/>
              <a:chExt cx="669528" cy="370204"/>
            </a:xfrm>
          </p:grpSpPr>
          <p:sp>
            <p:nvSpPr>
              <p:cNvPr id="725" name="Google Shape;725;p40"/>
              <p:cNvSpPr/>
              <p:nvPr/>
            </p:nvSpPr>
            <p:spPr>
              <a:xfrm>
                <a:off x="532097" y="3249179"/>
                <a:ext cx="2994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26" name="Google Shape;726;p40"/>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27" name="Google Shape;727;p40"/>
            <p:cNvGrpSpPr/>
            <p:nvPr/>
          </p:nvGrpSpPr>
          <p:grpSpPr>
            <a:xfrm rot="10800000">
              <a:off x="6787103" y="820419"/>
              <a:ext cx="2402289" cy="499772"/>
              <a:chOff x="532752" y="3249175"/>
              <a:chExt cx="1779473" cy="370202"/>
            </a:xfrm>
          </p:grpSpPr>
          <p:sp>
            <p:nvSpPr>
              <p:cNvPr id="728" name="Google Shape;728;p40"/>
              <p:cNvSpPr/>
              <p:nvPr/>
            </p:nvSpPr>
            <p:spPr>
              <a:xfrm>
                <a:off x="532752" y="3249177"/>
                <a:ext cx="2988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29" name="Google Shape;729;p40"/>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0" name="Google Shape;730;p40"/>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1" name="Google Shape;731;p40"/>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32" name="Google Shape;732;p40"/>
            <p:cNvGrpSpPr/>
            <p:nvPr/>
          </p:nvGrpSpPr>
          <p:grpSpPr>
            <a:xfrm rot="10800000">
              <a:off x="7286873" y="320651"/>
              <a:ext cx="1499310" cy="499770"/>
              <a:chOff x="831425" y="3249175"/>
              <a:chExt cx="1110600" cy="370200"/>
            </a:xfrm>
          </p:grpSpPr>
          <p:sp>
            <p:nvSpPr>
              <p:cNvPr id="733" name="Google Shape;733;p40"/>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4" name="Google Shape;734;p40"/>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5" name="Google Shape;735;p40"/>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36" name="Google Shape;736;p40"/>
            <p:cNvGrpSpPr/>
            <p:nvPr/>
          </p:nvGrpSpPr>
          <p:grpSpPr>
            <a:xfrm rot="10800000">
              <a:off x="6787102" y="-57263"/>
              <a:ext cx="2403260" cy="377865"/>
              <a:chOff x="532032" y="3249173"/>
              <a:chExt cx="1780193" cy="370202"/>
            </a:xfrm>
          </p:grpSpPr>
          <p:sp>
            <p:nvSpPr>
              <p:cNvPr id="737" name="Google Shape;737;p40"/>
              <p:cNvSpPr/>
              <p:nvPr/>
            </p:nvSpPr>
            <p:spPr>
              <a:xfrm>
                <a:off x="532032" y="3249173"/>
                <a:ext cx="2994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8" name="Google Shape;738;p40"/>
              <p:cNvSpPr/>
              <p:nvPr/>
            </p:nvSpPr>
            <p:spPr>
              <a:xfrm>
                <a:off x="831430" y="3249173"/>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9" name="Google Shape;739;p40"/>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40" name="Google Shape;740;p40"/>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41" name="Google Shape;741;p40"/>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742" name="Google Shape;742;p40"/>
          <p:cNvSpPr/>
          <p:nvPr/>
        </p:nvSpPr>
        <p:spPr>
          <a:xfrm flipH="1" rot="10800000">
            <a:off x="8088611" y="319800"/>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43" name="Google Shape;743;p40"/>
          <p:cNvSpPr/>
          <p:nvPr/>
        </p:nvSpPr>
        <p:spPr>
          <a:xfrm flipH="1" rot="10800000">
            <a:off x="8088611" y="592679"/>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44" name="Google Shape;744;p40"/>
          <p:cNvSpPr/>
          <p:nvPr/>
        </p:nvSpPr>
        <p:spPr>
          <a:xfrm flipH="1" rot="10800000">
            <a:off x="8088611" y="1172250"/>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45" name="Google Shape;745;p40"/>
          <p:cNvSpPr/>
          <p:nvPr/>
        </p:nvSpPr>
        <p:spPr>
          <a:xfrm flipH="1" rot="10800000">
            <a:off x="8088611" y="869471"/>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46" name="Google Shape;746;p40"/>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747" name="Google Shape;747;p40"/>
          <p:cNvSpPr txBox="1"/>
          <p:nvPr>
            <p:ph idx="5" type="title"/>
          </p:nvPr>
        </p:nvSpPr>
        <p:spPr>
          <a:xfrm>
            <a:off x="38100" y="319650"/>
            <a:ext cx="1823100" cy="520200"/>
          </a:xfrm>
          <a:prstGeom prst="rect">
            <a:avLst/>
          </a:prstGeom>
        </p:spPr>
        <p:txBody>
          <a:bodyPr anchorCtr="0" anchor="t" bIns="91425" lIns="182875" spcFirstLastPara="1" rIns="91425" wrap="square" tIns="91425">
            <a:noAutofit/>
          </a:bodyPr>
          <a:lstStyle>
            <a:lvl1pPr lvl="0">
              <a:spcBef>
                <a:spcPts val="0"/>
              </a:spcBef>
              <a:spcAft>
                <a:spcPts val="0"/>
              </a:spcAft>
              <a:buNone/>
              <a:defRPr sz="1600">
                <a:solidFill>
                  <a:schemeClr val="lt2"/>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3"/>
                </a:solidFill>
              </a:defRPr>
            </a:lvl2pPr>
            <a:lvl3pPr lvl="2">
              <a:lnSpc>
                <a:spcPct val="115000"/>
              </a:lnSpc>
              <a:spcBef>
                <a:spcPts val="0"/>
              </a:spcBef>
              <a:spcAft>
                <a:spcPts val="0"/>
              </a:spcAft>
              <a:buNone/>
              <a:defRPr sz="1800">
                <a:solidFill>
                  <a:schemeClr val="accent3"/>
                </a:solidFill>
              </a:defRPr>
            </a:lvl3pPr>
            <a:lvl4pPr lvl="3">
              <a:lnSpc>
                <a:spcPct val="115000"/>
              </a:lnSpc>
              <a:spcBef>
                <a:spcPts val="0"/>
              </a:spcBef>
              <a:spcAft>
                <a:spcPts val="0"/>
              </a:spcAft>
              <a:buNone/>
              <a:defRPr sz="1800">
                <a:solidFill>
                  <a:schemeClr val="accent3"/>
                </a:solidFill>
              </a:defRPr>
            </a:lvl4pPr>
            <a:lvl5pPr lvl="4">
              <a:lnSpc>
                <a:spcPct val="115000"/>
              </a:lnSpc>
              <a:spcBef>
                <a:spcPts val="0"/>
              </a:spcBef>
              <a:spcAft>
                <a:spcPts val="0"/>
              </a:spcAft>
              <a:buNone/>
              <a:defRPr sz="1800">
                <a:solidFill>
                  <a:schemeClr val="accent3"/>
                </a:solidFill>
              </a:defRPr>
            </a:lvl5pPr>
            <a:lvl6pPr lvl="5">
              <a:lnSpc>
                <a:spcPct val="115000"/>
              </a:lnSpc>
              <a:spcBef>
                <a:spcPts val="0"/>
              </a:spcBef>
              <a:spcAft>
                <a:spcPts val="0"/>
              </a:spcAft>
              <a:buNone/>
              <a:defRPr sz="1800">
                <a:solidFill>
                  <a:schemeClr val="accent3"/>
                </a:solidFill>
              </a:defRPr>
            </a:lvl6pPr>
            <a:lvl7pPr lvl="6">
              <a:lnSpc>
                <a:spcPct val="115000"/>
              </a:lnSpc>
              <a:spcBef>
                <a:spcPts val="0"/>
              </a:spcBef>
              <a:spcAft>
                <a:spcPts val="0"/>
              </a:spcAft>
              <a:buNone/>
              <a:defRPr sz="1800">
                <a:solidFill>
                  <a:schemeClr val="accent3"/>
                </a:solidFill>
              </a:defRPr>
            </a:lvl7pPr>
            <a:lvl8pPr lvl="7">
              <a:lnSpc>
                <a:spcPct val="115000"/>
              </a:lnSpc>
              <a:spcBef>
                <a:spcPts val="0"/>
              </a:spcBef>
              <a:spcAft>
                <a:spcPts val="0"/>
              </a:spcAft>
              <a:buNone/>
              <a:defRPr sz="1800">
                <a:solidFill>
                  <a:schemeClr val="accent3"/>
                </a:solidFill>
              </a:defRPr>
            </a:lvl8pPr>
            <a:lvl9pPr lvl="8">
              <a:lnSpc>
                <a:spcPct val="115000"/>
              </a:lnSpc>
              <a:spcBef>
                <a:spcPts val="0"/>
              </a:spcBef>
              <a:spcAft>
                <a:spcPts val="0"/>
              </a:spcAft>
              <a:buNone/>
              <a:defRPr sz="1800">
                <a:solidFill>
                  <a:schemeClr val="accent3"/>
                </a:solidFill>
              </a:defRPr>
            </a:lvl9pPr>
          </a:lstStyle>
          <a:p/>
        </p:txBody>
      </p:sp>
      <p:sp>
        <p:nvSpPr>
          <p:cNvPr id="748" name="Google Shape;748;p40"/>
          <p:cNvSpPr txBox="1"/>
          <p:nvPr>
            <p:ph idx="6" type="subTitle"/>
          </p:nvPr>
        </p:nvSpPr>
        <p:spPr>
          <a:xfrm>
            <a:off x="2176499" y="319800"/>
            <a:ext cx="3904200" cy="5202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defRPr>
            </a:lvl1pPr>
            <a:lvl2pPr lvl="1">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2pPr>
            <a:lvl3pPr lvl="2">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3pPr>
            <a:lvl4pPr lvl="3">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4pPr>
            <a:lvl5pPr lvl="4">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5pPr>
            <a:lvl6pPr lvl="5">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6pPr>
            <a:lvl7pPr lvl="6">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7pPr>
            <a:lvl8pPr lvl="7">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8pPr>
            <a:lvl9pPr lvl="8">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9pPr>
          </a:lstStyle>
          <a:p/>
        </p:txBody>
      </p:sp>
      <p:sp>
        <p:nvSpPr>
          <p:cNvPr id="749" name="Google Shape;749;p40"/>
          <p:cNvSpPr txBox="1"/>
          <p:nvPr>
            <p:ph idx="7" type="subTitle"/>
          </p:nvPr>
        </p:nvSpPr>
        <p:spPr>
          <a:xfrm>
            <a:off x="1867950" y="1692275"/>
            <a:ext cx="2394900" cy="288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200"/>
              <a:buFont typeface="Sora Medium"/>
              <a:buNone/>
              <a:defRPr sz="1200">
                <a:solidFill>
                  <a:schemeClr val="lt2"/>
                </a:solidFill>
                <a:latin typeface="Sora Medium"/>
                <a:ea typeface="Sora Medium"/>
                <a:cs typeface="Sora Medium"/>
                <a:sym typeface="Sora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50" name="Google Shape;750;p40"/>
          <p:cNvSpPr txBox="1"/>
          <p:nvPr>
            <p:ph idx="8" type="subTitle"/>
          </p:nvPr>
        </p:nvSpPr>
        <p:spPr>
          <a:xfrm>
            <a:off x="1867950" y="3062125"/>
            <a:ext cx="2394900" cy="288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200"/>
              <a:buFont typeface="Sora Medium"/>
              <a:buNone/>
              <a:defRPr sz="1200">
                <a:solidFill>
                  <a:schemeClr val="lt2"/>
                </a:solidFill>
                <a:latin typeface="Sora Medium"/>
                <a:ea typeface="Sora Medium"/>
                <a:cs typeface="Sora Medium"/>
                <a:sym typeface="Sora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51" name="Google Shape;751;p40"/>
          <p:cNvSpPr txBox="1"/>
          <p:nvPr>
            <p:ph idx="9" type="subTitle"/>
          </p:nvPr>
        </p:nvSpPr>
        <p:spPr>
          <a:xfrm>
            <a:off x="5297575" y="1692275"/>
            <a:ext cx="2394900" cy="288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200"/>
              <a:buFont typeface="Sora Medium"/>
              <a:buNone/>
              <a:defRPr sz="1200">
                <a:solidFill>
                  <a:schemeClr val="lt2"/>
                </a:solidFill>
                <a:latin typeface="Sora Medium"/>
                <a:ea typeface="Sora Medium"/>
                <a:cs typeface="Sora Medium"/>
                <a:sym typeface="Sora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52" name="Google Shape;752;p40"/>
          <p:cNvSpPr txBox="1"/>
          <p:nvPr>
            <p:ph idx="13" type="subTitle"/>
          </p:nvPr>
        </p:nvSpPr>
        <p:spPr>
          <a:xfrm>
            <a:off x="5297575" y="3062125"/>
            <a:ext cx="2394900" cy="288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200"/>
              <a:buFont typeface="Sora Medium"/>
              <a:buNone/>
              <a:defRPr sz="1200">
                <a:solidFill>
                  <a:schemeClr val="lt2"/>
                </a:solidFill>
                <a:latin typeface="Sora Medium"/>
                <a:ea typeface="Sora Medium"/>
                <a:cs typeface="Sora Medium"/>
                <a:sym typeface="Sora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53" name="Google Shape;753;p40"/>
          <p:cNvSpPr txBox="1"/>
          <p:nvPr>
            <p:ph idx="14"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pos="4611">
          <p15:clr>
            <a:srgbClr val="E46962"/>
          </p15:clr>
        </p15:guide>
        <p15:guide id="2" pos="3407">
          <p15:clr>
            <a:srgbClr val="E46962"/>
          </p15:clr>
        </p15:guide>
        <p15:guide id="3" pos="2262">
          <p15:clr>
            <a:srgbClr val="E46962"/>
          </p15:clr>
        </p15:guide>
        <p15:guide id="4" orient="horz" pos="1006">
          <p15:clr>
            <a:srgbClr val="E46962"/>
          </p15:clr>
        </p15:guide>
        <p15:guide id="5" pos="1175">
          <p15:clr>
            <a:srgbClr val="E46962"/>
          </p15:clr>
        </p15:guide>
      </p15:sldGuideLst>
    </p:ext>
  </p:extLst>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3">
  <p:cSld name="BLANK_1_1_1_1_1_1_1_1_1_1_1_1_1_1_1_2_1">
    <p:bg>
      <p:bgPr>
        <a:solidFill>
          <a:schemeClr val="lt1"/>
        </a:solidFill>
      </p:bgPr>
    </p:bg>
    <p:spTree>
      <p:nvGrpSpPr>
        <p:cNvPr id="754" name="Shape 754"/>
        <p:cNvGrpSpPr/>
        <p:nvPr/>
      </p:nvGrpSpPr>
      <p:grpSpPr>
        <a:xfrm>
          <a:off x="0" y="0"/>
          <a:ext cx="0" cy="0"/>
          <a:chOff x="0" y="0"/>
          <a:chExt cx="0" cy="0"/>
        </a:xfrm>
      </p:grpSpPr>
      <p:sp>
        <p:nvSpPr>
          <p:cNvPr id="755" name="Google Shape;755;p41"/>
          <p:cNvSpPr txBox="1"/>
          <p:nvPr>
            <p:ph type="title"/>
          </p:nvPr>
        </p:nvSpPr>
        <p:spPr>
          <a:xfrm>
            <a:off x="104850" y="2155850"/>
            <a:ext cx="1583400" cy="520200"/>
          </a:xfrm>
          <a:prstGeom prst="rect">
            <a:avLst/>
          </a:prstGeom>
        </p:spPr>
        <p:txBody>
          <a:bodyPr anchorCtr="0" anchor="b" bIns="91425" lIns="91425" spcFirstLastPara="1" rIns="91425" wrap="square" tIns="91425">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p:txBody>
      </p:sp>
      <p:sp>
        <p:nvSpPr>
          <p:cNvPr id="756" name="Google Shape;756;p41"/>
          <p:cNvSpPr txBox="1"/>
          <p:nvPr>
            <p:ph idx="2" type="title"/>
          </p:nvPr>
        </p:nvSpPr>
        <p:spPr>
          <a:xfrm>
            <a:off x="1932925" y="2155825"/>
            <a:ext cx="1583400" cy="520200"/>
          </a:xfrm>
          <a:prstGeom prst="rect">
            <a:avLst/>
          </a:prstGeom>
        </p:spPr>
        <p:txBody>
          <a:bodyPr anchorCtr="0" anchor="b" bIns="91425" lIns="91425" spcFirstLastPara="1" rIns="91425" wrap="square" tIns="91425">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p:txBody>
      </p:sp>
      <p:sp>
        <p:nvSpPr>
          <p:cNvPr id="757" name="Google Shape;757;p41"/>
          <p:cNvSpPr txBox="1"/>
          <p:nvPr>
            <p:ph idx="3" type="title"/>
          </p:nvPr>
        </p:nvSpPr>
        <p:spPr>
          <a:xfrm>
            <a:off x="3761000" y="2155825"/>
            <a:ext cx="1583400" cy="520200"/>
          </a:xfrm>
          <a:prstGeom prst="rect">
            <a:avLst/>
          </a:prstGeom>
        </p:spPr>
        <p:txBody>
          <a:bodyPr anchorCtr="0" anchor="b" bIns="91425" lIns="91425" spcFirstLastPara="1" rIns="91425" wrap="square" tIns="91425">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p:txBody>
      </p:sp>
      <p:sp>
        <p:nvSpPr>
          <p:cNvPr id="758" name="Google Shape;758;p41"/>
          <p:cNvSpPr txBox="1"/>
          <p:nvPr>
            <p:ph idx="4" type="title"/>
          </p:nvPr>
        </p:nvSpPr>
        <p:spPr>
          <a:xfrm>
            <a:off x="5607150" y="2155825"/>
            <a:ext cx="1583400" cy="520200"/>
          </a:xfrm>
          <a:prstGeom prst="rect">
            <a:avLst/>
          </a:prstGeom>
        </p:spPr>
        <p:txBody>
          <a:bodyPr anchorCtr="0" anchor="b" bIns="91425" lIns="91425" spcFirstLastPara="1" rIns="91425" wrap="square" tIns="91425">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p:txBody>
      </p:sp>
      <p:sp>
        <p:nvSpPr>
          <p:cNvPr id="759" name="Google Shape;759;p41"/>
          <p:cNvSpPr txBox="1"/>
          <p:nvPr>
            <p:ph idx="5"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760" name="Google Shape;760;p41"/>
          <p:cNvSpPr txBox="1"/>
          <p:nvPr>
            <p:ph idx="1" type="subTitle"/>
          </p:nvPr>
        </p:nvSpPr>
        <p:spPr>
          <a:xfrm>
            <a:off x="2176499" y="319800"/>
            <a:ext cx="3904200" cy="5202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defRPr>
            </a:lvl1pPr>
            <a:lvl2pPr lvl="1">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2pPr>
            <a:lvl3pPr lvl="2">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3pPr>
            <a:lvl4pPr lvl="3">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4pPr>
            <a:lvl5pPr lvl="4">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5pPr>
            <a:lvl6pPr lvl="5">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6pPr>
            <a:lvl7pPr lvl="6">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7pPr>
            <a:lvl8pPr lvl="7">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8pPr>
            <a:lvl9pPr lvl="8">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9pPr>
          </a:lstStyle>
          <a:p/>
        </p:txBody>
      </p:sp>
      <p:cxnSp>
        <p:nvCxnSpPr>
          <p:cNvPr id="761" name="Google Shape;761;p41"/>
          <p:cNvCxnSpPr/>
          <p:nvPr/>
        </p:nvCxnSpPr>
        <p:spPr>
          <a:xfrm>
            <a:off x="1865850" y="392700"/>
            <a:ext cx="0" cy="390300"/>
          </a:xfrm>
          <a:prstGeom prst="straightConnector1">
            <a:avLst/>
          </a:prstGeom>
          <a:noFill/>
          <a:ln cap="flat" cmpd="sng" w="19050">
            <a:solidFill>
              <a:schemeClr val="accent6"/>
            </a:solidFill>
            <a:prstDash val="solid"/>
            <a:round/>
            <a:headEnd len="med" w="med" type="none"/>
            <a:tailEnd len="med" w="med" type="none"/>
          </a:ln>
        </p:spPr>
      </p:cxnSp>
      <p:grpSp>
        <p:nvGrpSpPr>
          <p:cNvPr id="762" name="Google Shape;762;p41"/>
          <p:cNvGrpSpPr/>
          <p:nvPr/>
        </p:nvGrpSpPr>
        <p:grpSpPr>
          <a:xfrm>
            <a:off x="7073603" y="0"/>
            <a:ext cx="2070408" cy="1617374"/>
            <a:chOff x="6787102" y="-57263"/>
            <a:chExt cx="2403260" cy="1877393"/>
          </a:xfrm>
        </p:grpSpPr>
        <p:grpSp>
          <p:nvGrpSpPr>
            <p:cNvPr id="763" name="Google Shape;763;p41"/>
            <p:cNvGrpSpPr/>
            <p:nvPr/>
          </p:nvGrpSpPr>
          <p:grpSpPr>
            <a:xfrm rot="10800000">
              <a:off x="8286413" y="1320355"/>
              <a:ext cx="903863" cy="499775"/>
              <a:chOff x="532097" y="3249175"/>
              <a:chExt cx="669528" cy="370204"/>
            </a:xfrm>
          </p:grpSpPr>
          <p:sp>
            <p:nvSpPr>
              <p:cNvPr id="764" name="Google Shape;764;p41"/>
              <p:cNvSpPr/>
              <p:nvPr/>
            </p:nvSpPr>
            <p:spPr>
              <a:xfrm>
                <a:off x="532097" y="3249179"/>
                <a:ext cx="2994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5" name="Google Shape;765;p41"/>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66" name="Google Shape;766;p41"/>
            <p:cNvGrpSpPr/>
            <p:nvPr/>
          </p:nvGrpSpPr>
          <p:grpSpPr>
            <a:xfrm rot="10800000">
              <a:off x="6787103" y="820419"/>
              <a:ext cx="2402289" cy="499772"/>
              <a:chOff x="532752" y="3249175"/>
              <a:chExt cx="1779473" cy="370202"/>
            </a:xfrm>
          </p:grpSpPr>
          <p:sp>
            <p:nvSpPr>
              <p:cNvPr id="767" name="Google Shape;767;p41"/>
              <p:cNvSpPr/>
              <p:nvPr/>
            </p:nvSpPr>
            <p:spPr>
              <a:xfrm>
                <a:off x="532752" y="3249177"/>
                <a:ext cx="2988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8" name="Google Shape;768;p41"/>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9" name="Google Shape;769;p41"/>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70" name="Google Shape;770;p41"/>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71" name="Google Shape;771;p41"/>
            <p:cNvGrpSpPr/>
            <p:nvPr/>
          </p:nvGrpSpPr>
          <p:grpSpPr>
            <a:xfrm rot="10800000">
              <a:off x="7286873" y="320651"/>
              <a:ext cx="1499310" cy="499770"/>
              <a:chOff x="831425" y="3249175"/>
              <a:chExt cx="1110600" cy="370200"/>
            </a:xfrm>
          </p:grpSpPr>
          <p:sp>
            <p:nvSpPr>
              <p:cNvPr id="772" name="Google Shape;772;p41"/>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73" name="Google Shape;773;p41"/>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74" name="Google Shape;774;p41"/>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75" name="Google Shape;775;p41"/>
            <p:cNvGrpSpPr/>
            <p:nvPr/>
          </p:nvGrpSpPr>
          <p:grpSpPr>
            <a:xfrm rot="10800000">
              <a:off x="6787102" y="-57263"/>
              <a:ext cx="2403260" cy="377865"/>
              <a:chOff x="532032" y="3249173"/>
              <a:chExt cx="1780193" cy="370202"/>
            </a:xfrm>
          </p:grpSpPr>
          <p:sp>
            <p:nvSpPr>
              <p:cNvPr id="776" name="Google Shape;776;p41"/>
              <p:cNvSpPr/>
              <p:nvPr/>
            </p:nvSpPr>
            <p:spPr>
              <a:xfrm>
                <a:off x="532032" y="3249173"/>
                <a:ext cx="2994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77" name="Google Shape;777;p41"/>
              <p:cNvSpPr/>
              <p:nvPr/>
            </p:nvSpPr>
            <p:spPr>
              <a:xfrm>
                <a:off x="831430" y="3249173"/>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78" name="Google Shape;778;p41"/>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79" name="Google Shape;779;p41"/>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80" name="Google Shape;780;p41"/>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781" name="Google Shape;781;p41"/>
          <p:cNvSpPr/>
          <p:nvPr/>
        </p:nvSpPr>
        <p:spPr>
          <a:xfrm flipH="1" rot="10800000">
            <a:off x="8088611" y="319800"/>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82" name="Google Shape;782;p41"/>
          <p:cNvSpPr/>
          <p:nvPr/>
        </p:nvSpPr>
        <p:spPr>
          <a:xfrm flipH="1" rot="10800000">
            <a:off x="8088611" y="592679"/>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83" name="Google Shape;783;p41"/>
          <p:cNvSpPr/>
          <p:nvPr/>
        </p:nvSpPr>
        <p:spPr>
          <a:xfrm flipH="1" rot="10800000">
            <a:off x="8088611" y="1172250"/>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84" name="Google Shape;784;p41"/>
          <p:cNvSpPr/>
          <p:nvPr/>
        </p:nvSpPr>
        <p:spPr>
          <a:xfrm flipH="1" rot="10800000">
            <a:off x="8088611" y="869471"/>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85" name="Google Shape;785;p41"/>
          <p:cNvSpPr txBox="1"/>
          <p:nvPr>
            <p:ph idx="6" type="body"/>
          </p:nvPr>
        </p:nvSpPr>
        <p:spPr>
          <a:xfrm>
            <a:off x="104900" y="2676050"/>
            <a:ext cx="1583400" cy="16743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786" name="Google Shape;786;p41"/>
          <p:cNvSpPr txBox="1"/>
          <p:nvPr>
            <p:ph idx="7" type="body"/>
          </p:nvPr>
        </p:nvSpPr>
        <p:spPr>
          <a:xfrm>
            <a:off x="1932925" y="2676050"/>
            <a:ext cx="1583400" cy="16743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800"/>
              </a:spcBef>
              <a:spcAft>
                <a:spcPts val="80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787" name="Google Shape;787;p41"/>
          <p:cNvSpPr txBox="1"/>
          <p:nvPr>
            <p:ph idx="8" type="body"/>
          </p:nvPr>
        </p:nvSpPr>
        <p:spPr>
          <a:xfrm>
            <a:off x="3761000" y="2676050"/>
            <a:ext cx="1583400" cy="16743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788" name="Google Shape;788;p41"/>
          <p:cNvSpPr txBox="1"/>
          <p:nvPr>
            <p:ph idx="9" type="body"/>
          </p:nvPr>
        </p:nvSpPr>
        <p:spPr>
          <a:xfrm>
            <a:off x="5607150" y="2676050"/>
            <a:ext cx="1583400" cy="16743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789" name="Google Shape;789;p41"/>
          <p:cNvSpPr txBox="1"/>
          <p:nvPr>
            <p:ph idx="13" type="title"/>
          </p:nvPr>
        </p:nvSpPr>
        <p:spPr>
          <a:xfrm>
            <a:off x="239975" y="1597225"/>
            <a:ext cx="640200" cy="482400"/>
          </a:xfrm>
          <a:prstGeom prst="rect">
            <a:avLst/>
          </a:prstGeom>
        </p:spPr>
        <p:txBody>
          <a:bodyPr anchorCtr="0" anchor="t" bIns="91425" lIns="91425" spcFirstLastPara="1" rIns="137150" wrap="square" tIns="91425">
            <a:noAutofit/>
          </a:bodyPr>
          <a:lstStyle>
            <a:lvl1pPr lvl="0" algn="ctr">
              <a:spcBef>
                <a:spcPts val="0"/>
              </a:spcBef>
              <a:spcAft>
                <a:spcPts val="0"/>
              </a:spcAft>
              <a:buClr>
                <a:schemeClr val="dk2"/>
              </a:buClr>
              <a:buSzPts val="1800"/>
              <a:buFont typeface="IBM Plex Sans"/>
              <a:buNone/>
              <a:defRPr sz="1800">
                <a:solidFill>
                  <a:schemeClr val="dk2"/>
                </a:solidFill>
              </a:defRPr>
            </a:lvl1pPr>
            <a:lvl2pPr lvl="1" algn="ctr">
              <a:spcBef>
                <a:spcPts val="0"/>
              </a:spcBef>
              <a:spcAft>
                <a:spcPts val="0"/>
              </a:spcAft>
              <a:buClr>
                <a:schemeClr val="dk2"/>
              </a:buClr>
              <a:buSzPts val="1800"/>
              <a:buFont typeface="IBM Plex Sans"/>
              <a:buNone/>
              <a:defRPr sz="1800">
                <a:solidFill>
                  <a:schemeClr val="dk2"/>
                </a:solidFill>
              </a:defRPr>
            </a:lvl2pPr>
            <a:lvl3pPr lvl="2" algn="ctr">
              <a:spcBef>
                <a:spcPts val="0"/>
              </a:spcBef>
              <a:spcAft>
                <a:spcPts val="0"/>
              </a:spcAft>
              <a:buClr>
                <a:schemeClr val="dk2"/>
              </a:buClr>
              <a:buSzPts val="1800"/>
              <a:buFont typeface="IBM Plex Sans"/>
              <a:buNone/>
              <a:defRPr sz="1800">
                <a:solidFill>
                  <a:schemeClr val="dk2"/>
                </a:solidFill>
              </a:defRPr>
            </a:lvl3pPr>
            <a:lvl4pPr lvl="3" algn="ctr">
              <a:spcBef>
                <a:spcPts val="0"/>
              </a:spcBef>
              <a:spcAft>
                <a:spcPts val="0"/>
              </a:spcAft>
              <a:buClr>
                <a:schemeClr val="dk2"/>
              </a:buClr>
              <a:buSzPts val="1800"/>
              <a:buFont typeface="IBM Plex Sans"/>
              <a:buNone/>
              <a:defRPr sz="1800">
                <a:solidFill>
                  <a:schemeClr val="dk2"/>
                </a:solidFill>
              </a:defRPr>
            </a:lvl4pPr>
            <a:lvl5pPr lvl="4" algn="ctr">
              <a:spcBef>
                <a:spcPts val="0"/>
              </a:spcBef>
              <a:spcAft>
                <a:spcPts val="0"/>
              </a:spcAft>
              <a:buClr>
                <a:schemeClr val="dk2"/>
              </a:buClr>
              <a:buSzPts val="1800"/>
              <a:buFont typeface="IBM Plex Sans"/>
              <a:buNone/>
              <a:defRPr sz="1800">
                <a:solidFill>
                  <a:schemeClr val="dk2"/>
                </a:solidFill>
              </a:defRPr>
            </a:lvl5pPr>
            <a:lvl6pPr lvl="5" algn="ctr">
              <a:spcBef>
                <a:spcPts val="0"/>
              </a:spcBef>
              <a:spcAft>
                <a:spcPts val="0"/>
              </a:spcAft>
              <a:buClr>
                <a:schemeClr val="dk2"/>
              </a:buClr>
              <a:buSzPts val="1800"/>
              <a:buFont typeface="IBM Plex Sans"/>
              <a:buNone/>
              <a:defRPr sz="1800">
                <a:solidFill>
                  <a:schemeClr val="dk2"/>
                </a:solidFill>
              </a:defRPr>
            </a:lvl6pPr>
            <a:lvl7pPr lvl="6" algn="ctr">
              <a:spcBef>
                <a:spcPts val="0"/>
              </a:spcBef>
              <a:spcAft>
                <a:spcPts val="0"/>
              </a:spcAft>
              <a:buClr>
                <a:schemeClr val="dk2"/>
              </a:buClr>
              <a:buSzPts val="1800"/>
              <a:buFont typeface="IBM Plex Sans"/>
              <a:buNone/>
              <a:defRPr sz="1800">
                <a:solidFill>
                  <a:schemeClr val="dk2"/>
                </a:solidFill>
              </a:defRPr>
            </a:lvl7pPr>
            <a:lvl8pPr lvl="7" algn="ctr">
              <a:spcBef>
                <a:spcPts val="0"/>
              </a:spcBef>
              <a:spcAft>
                <a:spcPts val="0"/>
              </a:spcAft>
              <a:buClr>
                <a:schemeClr val="dk2"/>
              </a:buClr>
              <a:buSzPts val="1800"/>
              <a:buFont typeface="IBM Plex Sans"/>
              <a:buNone/>
              <a:defRPr sz="1800">
                <a:solidFill>
                  <a:schemeClr val="dk2"/>
                </a:solidFill>
              </a:defRPr>
            </a:lvl8pPr>
            <a:lvl9pPr lvl="8" algn="ctr">
              <a:spcBef>
                <a:spcPts val="0"/>
              </a:spcBef>
              <a:spcAft>
                <a:spcPts val="0"/>
              </a:spcAft>
              <a:buClr>
                <a:schemeClr val="dk2"/>
              </a:buClr>
              <a:buSzPts val="1800"/>
              <a:buFont typeface="IBM Plex Sans"/>
              <a:buNone/>
              <a:defRPr sz="1800">
                <a:solidFill>
                  <a:schemeClr val="dk2"/>
                </a:solidFill>
              </a:defRPr>
            </a:lvl9pPr>
          </a:lstStyle>
          <a:p/>
        </p:txBody>
      </p:sp>
      <p:sp>
        <p:nvSpPr>
          <p:cNvPr id="790" name="Google Shape;790;p41"/>
          <p:cNvSpPr txBox="1"/>
          <p:nvPr>
            <p:ph idx="14" type="title"/>
          </p:nvPr>
        </p:nvSpPr>
        <p:spPr>
          <a:xfrm>
            <a:off x="2009500" y="1597225"/>
            <a:ext cx="640200" cy="482400"/>
          </a:xfrm>
          <a:prstGeom prst="rect">
            <a:avLst/>
          </a:prstGeom>
        </p:spPr>
        <p:txBody>
          <a:bodyPr anchorCtr="0" anchor="t" bIns="91425" lIns="91425" spcFirstLastPara="1" rIns="137150" wrap="square" tIns="91425">
            <a:noAutofit/>
          </a:bodyPr>
          <a:lstStyle>
            <a:lvl1pPr lvl="0" algn="ctr">
              <a:spcBef>
                <a:spcPts val="0"/>
              </a:spcBef>
              <a:spcAft>
                <a:spcPts val="0"/>
              </a:spcAft>
              <a:buClr>
                <a:schemeClr val="dk2"/>
              </a:buClr>
              <a:buSzPts val="1800"/>
              <a:buFont typeface="IBM Plex Sans"/>
              <a:buNone/>
              <a:defRPr sz="1800">
                <a:solidFill>
                  <a:schemeClr val="dk2"/>
                </a:solidFill>
              </a:defRPr>
            </a:lvl1pPr>
            <a:lvl2pPr lvl="1" algn="ctr">
              <a:spcBef>
                <a:spcPts val="0"/>
              </a:spcBef>
              <a:spcAft>
                <a:spcPts val="0"/>
              </a:spcAft>
              <a:buClr>
                <a:schemeClr val="dk2"/>
              </a:buClr>
              <a:buSzPts val="1800"/>
              <a:buFont typeface="IBM Plex Sans"/>
              <a:buNone/>
              <a:defRPr sz="1800">
                <a:solidFill>
                  <a:schemeClr val="dk2"/>
                </a:solidFill>
              </a:defRPr>
            </a:lvl2pPr>
            <a:lvl3pPr lvl="2" algn="ctr">
              <a:spcBef>
                <a:spcPts val="0"/>
              </a:spcBef>
              <a:spcAft>
                <a:spcPts val="0"/>
              </a:spcAft>
              <a:buClr>
                <a:schemeClr val="dk2"/>
              </a:buClr>
              <a:buSzPts val="1800"/>
              <a:buFont typeface="IBM Plex Sans"/>
              <a:buNone/>
              <a:defRPr sz="1800">
                <a:solidFill>
                  <a:schemeClr val="dk2"/>
                </a:solidFill>
              </a:defRPr>
            </a:lvl3pPr>
            <a:lvl4pPr lvl="3" algn="ctr">
              <a:spcBef>
                <a:spcPts val="0"/>
              </a:spcBef>
              <a:spcAft>
                <a:spcPts val="0"/>
              </a:spcAft>
              <a:buClr>
                <a:schemeClr val="dk2"/>
              </a:buClr>
              <a:buSzPts val="1800"/>
              <a:buFont typeface="IBM Plex Sans"/>
              <a:buNone/>
              <a:defRPr sz="1800">
                <a:solidFill>
                  <a:schemeClr val="dk2"/>
                </a:solidFill>
              </a:defRPr>
            </a:lvl4pPr>
            <a:lvl5pPr lvl="4" algn="ctr">
              <a:spcBef>
                <a:spcPts val="0"/>
              </a:spcBef>
              <a:spcAft>
                <a:spcPts val="0"/>
              </a:spcAft>
              <a:buClr>
                <a:schemeClr val="dk2"/>
              </a:buClr>
              <a:buSzPts val="1800"/>
              <a:buFont typeface="IBM Plex Sans"/>
              <a:buNone/>
              <a:defRPr sz="1800">
                <a:solidFill>
                  <a:schemeClr val="dk2"/>
                </a:solidFill>
              </a:defRPr>
            </a:lvl5pPr>
            <a:lvl6pPr lvl="5" algn="ctr">
              <a:spcBef>
                <a:spcPts val="0"/>
              </a:spcBef>
              <a:spcAft>
                <a:spcPts val="0"/>
              </a:spcAft>
              <a:buClr>
                <a:schemeClr val="dk2"/>
              </a:buClr>
              <a:buSzPts val="1800"/>
              <a:buFont typeface="IBM Plex Sans"/>
              <a:buNone/>
              <a:defRPr sz="1800">
                <a:solidFill>
                  <a:schemeClr val="dk2"/>
                </a:solidFill>
              </a:defRPr>
            </a:lvl6pPr>
            <a:lvl7pPr lvl="6" algn="ctr">
              <a:spcBef>
                <a:spcPts val="0"/>
              </a:spcBef>
              <a:spcAft>
                <a:spcPts val="0"/>
              </a:spcAft>
              <a:buClr>
                <a:schemeClr val="dk2"/>
              </a:buClr>
              <a:buSzPts val="1800"/>
              <a:buFont typeface="IBM Plex Sans"/>
              <a:buNone/>
              <a:defRPr sz="1800">
                <a:solidFill>
                  <a:schemeClr val="dk2"/>
                </a:solidFill>
              </a:defRPr>
            </a:lvl7pPr>
            <a:lvl8pPr lvl="7" algn="ctr">
              <a:spcBef>
                <a:spcPts val="0"/>
              </a:spcBef>
              <a:spcAft>
                <a:spcPts val="0"/>
              </a:spcAft>
              <a:buClr>
                <a:schemeClr val="dk2"/>
              </a:buClr>
              <a:buSzPts val="1800"/>
              <a:buFont typeface="IBM Plex Sans"/>
              <a:buNone/>
              <a:defRPr sz="1800">
                <a:solidFill>
                  <a:schemeClr val="dk2"/>
                </a:solidFill>
              </a:defRPr>
            </a:lvl8pPr>
            <a:lvl9pPr lvl="8" algn="ctr">
              <a:spcBef>
                <a:spcPts val="0"/>
              </a:spcBef>
              <a:spcAft>
                <a:spcPts val="0"/>
              </a:spcAft>
              <a:buClr>
                <a:schemeClr val="dk2"/>
              </a:buClr>
              <a:buSzPts val="1800"/>
              <a:buFont typeface="IBM Plex Sans"/>
              <a:buNone/>
              <a:defRPr sz="1800">
                <a:solidFill>
                  <a:schemeClr val="dk2"/>
                </a:solidFill>
              </a:defRPr>
            </a:lvl9pPr>
          </a:lstStyle>
          <a:p/>
        </p:txBody>
      </p:sp>
      <p:sp>
        <p:nvSpPr>
          <p:cNvPr id="791" name="Google Shape;791;p41"/>
          <p:cNvSpPr txBox="1"/>
          <p:nvPr>
            <p:ph idx="15" type="title"/>
          </p:nvPr>
        </p:nvSpPr>
        <p:spPr>
          <a:xfrm>
            <a:off x="3895425" y="1597225"/>
            <a:ext cx="640200" cy="482400"/>
          </a:xfrm>
          <a:prstGeom prst="rect">
            <a:avLst/>
          </a:prstGeom>
        </p:spPr>
        <p:txBody>
          <a:bodyPr anchorCtr="0" anchor="t" bIns="91425" lIns="91425" spcFirstLastPara="1" rIns="137150" wrap="square" tIns="91425">
            <a:noAutofit/>
          </a:bodyPr>
          <a:lstStyle>
            <a:lvl1pPr lvl="0" algn="ctr">
              <a:spcBef>
                <a:spcPts val="0"/>
              </a:spcBef>
              <a:spcAft>
                <a:spcPts val="0"/>
              </a:spcAft>
              <a:buClr>
                <a:schemeClr val="dk2"/>
              </a:buClr>
              <a:buSzPts val="1800"/>
              <a:buFont typeface="IBM Plex Sans"/>
              <a:buNone/>
              <a:defRPr sz="1800">
                <a:solidFill>
                  <a:schemeClr val="dk2"/>
                </a:solidFill>
              </a:defRPr>
            </a:lvl1pPr>
            <a:lvl2pPr lvl="1" algn="ctr">
              <a:spcBef>
                <a:spcPts val="0"/>
              </a:spcBef>
              <a:spcAft>
                <a:spcPts val="0"/>
              </a:spcAft>
              <a:buClr>
                <a:schemeClr val="dk2"/>
              </a:buClr>
              <a:buSzPts val="1800"/>
              <a:buFont typeface="IBM Plex Sans"/>
              <a:buNone/>
              <a:defRPr sz="1800">
                <a:solidFill>
                  <a:schemeClr val="dk2"/>
                </a:solidFill>
              </a:defRPr>
            </a:lvl2pPr>
            <a:lvl3pPr lvl="2" algn="ctr">
              <a:spcBef>
                <a:spcPts val="0"/>
              </a:spcBef>
              <a:spcAft>
                <a:spcPts val="0"/>
              </a:spcAft>
              <a:buClr>
                <a:schemeClr val="dk2"/>
              </a:buClr>
              <a:buSzPts val="1800"/>
              <a:buFont typeface="IBM Plex Sans"/>
              <a:buNone/>
              <a:defRPr sz="1800">
                <a:solidFill>
                  <a:schemeClr val="dk2"/>
                </a:solidFill>
              </a:defRPr>
            </a:lvl3pPr>
            <a:lvl4pPr lvl="3" algn="ctr">
              <a:spcBef>
                <a:spcPts val="0"/>
              </a:spcBef>
              <a:spcAft>
                <a:spcPts val="0"/>
              </a:spcAft>
              <a:buClr>
                <a:schemeClr val="dk2"/>
              </a:buClr>
              <a:buSzPts val="1800"/>
              <a:buFont typeface="IBM Plex Sans"/>
              <a:buNone/>
              <a:defRPr sz="1800">
                <a:solidFill>
                  <a:schemeClr val="dk2"/>
                </a:solidFill>
              </a:defRPr>
            </a:lvl4pPr>
            <a:lvl5pPr lvl="4" algn="ctr">
              <a:spcBef>
                <a:spcPts val="0"/>
              </a:spcBef>
              <a:spcAft>
                <a:spcPts val="0"/>
              </a:spcAft>
              <a:buClr>
                <a:schemeClr val="dk2"/>
              </a:buClr>
              <a:buSzPts val="1800"/>
              <a:buFont typeface="IBM Plex Sans"/>
              <a:buNone/>
              <a:defRPr sz="1800">
                <a:solidFill>
                  <a:schemeClr val="dk2"/>
                </a:solidFill>
              </a:defRPr>
            </a:lvl5pPr>
            <a:lvl6pPr lvl="5" algn="ctr">
              <a:spcBef>
                <a:spcPts val="0"/>
              </a:spcBef>
              <a:spcAft>
                <a:spcPts val="0"/>
              </a:spcAft>
              <a:buClr>
                <a:schemeClr val="dk2"/>
              </a:buClr>
              <a:buSzPts val="1800"/>
              <a:buFont typeface="IBM Plex Sans"/>
              <a:buNone/>
              <a:defRPr sz="1800">
                <a:solidFill>
                  <a:schemeClr val="dk2"/>
                </a:solidFill>
              </a:defRPr>
            </a:lvl6pPr>
            <a:lvl7pPr lvl="6" algn="ctr">
              <a:spcBef>
                <a:spcPts val="0"/>
              </a:spcBef>
              <a:spcAft>
                <a:spcPts val="0"/>
              </a:spcAft>
              <a:buClr>
                <a:schemeClr val="dk2"/>
              </a:buClr>
              <a:buSzPts val="1800"/>
              <a:buFont typeface="IBM Plex Sans"/>
              <a:buNone/>
              <a:defRPr sz="1800">
                <a:solidFill>
                  <a:schemeClr val="dk2"/>
                </a:solidFill>
              </a:defRPr>
            </a:lvl7pPr>
            <a:lvl8pPr lvl="7" algn="ctr">
              <a:spcBef>
                <a:spcPts val="0"/>
              </a:spcBef>
              <a:spcAft>
                <a:spcPts val="0"/>
              </a:spcAft>
              <a:buClr>
                <a:schemeClr val="dk2"/>
              </a:buClr>
              <a:buSzPts val="1800"/>
              <a:buFont typeface="IBM Plex Sans"/>
              <a:buNone/>
              <a:defRPr sz="1800">
                <a:solidFill>
                  <a:schemeClr val="dk2"/>
                </a:solidFill>
              </a:defRPr>
            </a:lvl8pPr>
            <a:lvl9pPr lvl="8" algn="ctr">
              <a:spcBef>
                <a:spcPts val="0"/>
              </a:spcBef>
              <a:spcAft>
                <a:spcPts val="0"/>
              </a:spcAft>
              <a:buClr>
                <a:schemeClr val="dk2"/>
              </a:buClr>
              <a:buSzPts val="1800"/>
              <a:buFont typeface="IBM Plex Sans"/>
              <a:buNone/>
              <a:defRPr sz="1800">
                <a:solidFill>
                  <a:schemeClr val="dk2"/>
                </a:solidFill>
              </a:defRPr>
            </a:lvl9pPr>
          </a:lstStyle>
          <a:p/>
        </p:txBody>
      </p:sp>
      <p:sp>
        <p:nvSpPr>
          <p:cNvPr id="792" name="Google Shape;792;p41"/>
          <p:cNvSpPr txBox="1"/>
          <p:nvPr>
            <p:ph idx="16" type="title"/>
          </p:nvPr>
        </p:nvSpPr>
        <p:spPr>
          <a:xfrm>
            <a:off x="5704700" y="1597225"/>
            <a:ext cx="640200" cy="482400"/>
          </a:xfrm>
          <a:prstGeom prst="rect">
            <a:avLst/>
          </a:prstGeom>
        </p:spPr>
        <p:txBody>
          <a:bodyPr anchorCtr="0" anchor="t" bIns="91425" lIns="91425" spcFirstLastPara="1" rIns="137150" wrap="square" tIns="91425">
            <a:noAutofit/>
          </a:bodyPr>
          <a:lstStyle>
            <a:lvl1pPr lvl="0" algn="ctr">
              <a:spcBef>
                <a:spcPts val="0"/>
              </a:spcBef>
              <a:spcAft>
                <a:spcPts val="0"/>
              </a:spcAft>
              <a:buClr>
                <a:schemeClr val="dk2"/>
              </a:buClr>
              <a:buSzPts val="1800"/>
              <a:buFont typeface="IBM Plex Sans"/>
              <a:buNone/>
              <a:defRPr sz="1800">
                <a:solidFill>
                  <a:schemeClr val="dk2"/>
                </a:solidFill>
              </a:defRPr>
            </a:lvl1pPr>
            <a:lvl2pPr lvl="1" algn="ctr">
              <a:spcBef>
                <a:spcPts val="0"/>
              </a:spcBef>
              <a:spcAft>
                <a:spcPts val="0"/>
              </a:spcAft>
              <a:buClr>
                <a:schemeClr val="dk2"/>
              </a:buClr>
              <a:buSzPts val="1800"/>
              <a:buFont typeface="IBM Plex Sans"/>
              <a:buNone/>
              <a:defRPr sz="1800">
                <a:solidFill>
                  <a:schemeClr val="dk2"/>
                </a:solidFill>
              </a:defRPr>
            </a:lvl2pPr>
            <a:lvl3pPr lvl="2" algn="ctr">
              <a:spcBef>
                <a:spcPts val="0"/>
              </a:spcBef>
              <a:spcAft>
                <a:spcPts val="0"/>
              </a:spcAft>
              <a:buClr>
                <a:schemeClr val="dk2"/>
              </a:buClr>
              <a:buSzPts val="1800"/>
              <a:buFont typeface="IBM Plex Sans"/>
              <a:buNone/>
              <a:defRPr sz="1800">
                <a:solidFill>
                  <a:schemeClr val="dk2"/>
                </a:solidFill>
              </a:defRPr>
            </a:lvl3pPr>
            <a:lvl4pPr lvl="3" algn="ctr">
              <a:spcBef>
                <a:spcPts val="0"/>
              </a:spcBef>
              <a:spcAft>
                <a:spcPts val="0"/>
              </a:spcAft>
              <a:buClr>
                <a:schemeClr val="dk2"/>
              </a:buClr>
              <a:buSzPts val="1800"/>
              <a:buFont typeface="IBM Plex Sans"/>
              <a:buNone/>
              <a:defRPr sz="1800">
                <a:solidFill>
                  <a:schemeClr val="dk2"/>
                </a:solidFill>
              </a:defRPr>
            </a:lvl4pPr>
            <a:lvl5pPr lvl="4" algn="ctr">
              <a:spcBef>
                <a:spcPts val="0"/>
              </a:spcBef>
              <a:spcAft>
                <a:spcPts val="0"/>
              </a:spcAft>
              <a:buClr>
                <a:schemeClr val="dk2"/>
              </a:buClr>
              <a:buSzPts val="1800"/>
              <a:buFont typeface="IBM Plex Sans"/>
              <a:buNone/>
              <a:defRPr sz="1800">
                <a:solidFill>
                  <a:schemeClr val="dk2"/>
                </a:solidFill>
              </a:defRPr>
            </a:lvl5pPr>
            <a:lvl6pPr lvl="5" algn="ctr">
              <a:spcBef>
                <a:spcPts val="0"/>
              </a:spcBef>
              <a:spcAft>
                <a:spcPts val="0"/>
              </a:spcAft>
              <a:buClr>
                <a:schemeClr val="dk2"/>
              </a:buClr>
              <a:buSzPts val="1800"/>
              <a:buFont typeface="IBM Plex Sans"/>
              <a:buNone/>
              <a:defRPr sz="1800">
                <a:solidFill>
                  <a:schemeClr val="dk2"/>
                </a:solidFill>
              </a:defRPr>
            </a:lvl6pPr>
            <a:lvl7pPr lvl="6" algn="ctr">
              <a:spcBef>
                <a:spcPts val="0"/>
              </a:spcBef>
              <a:spcAft>
                <a:spcPts val="0"/>
              </a:spcAft>
              <a:buClr>
                <a:schemeClr val="dk2"/>
              </a:buClr>
              <a:buSzPts val="1800"/>
              <a:buFont typeface="IBM Plex Sans"/>
              <a:buNone/>
              <a:defRPr sz="1800">
                <a:solidFill>
                  <a:schemeClr val="dk2"/>
                </a:solidFill>
              </a:defRPr>
            </a:lvl7pPr>
            <a:lvl8pPr lvl="7" algn="ctr">
              <a:spcBef>
                <a:spcPts val="0"/>
              </a:spcBef>
              <a:spcAft>
                <a:spcPts val="0"/>
              </a:spcAft>
              <a:buClr>
                <a:schemeClr val="dk2"/>
              </a:buClr>
              <a:buSzPts val="1800"/>
              <a:buFont typeface="IBM Plex Sans"/>
              <a:buNone/>
              <a:defRPr sz="1800">
                <a:solidFill>
                  <a:schemeClr val="dk2"/>
                </a:solidFill>
              </a:defRPr>
            </a:lvl8pPr>
            <a:lvl9pPr lvl="8" algn="ctr">
              <a:spcBef>
                <a:spcPts val="0"/>
              </a:spcBef>
              <a:spcAft>
                <a:spcPts val="0"/>
              </a:spcAft>
              <a:buClr>
                <a:schemeClr val="dk2"/>
              </a:buClr>
              <a:buSzPts val="1800"/>
              <a:buFont typeface="IBM Plex Sans"/>
              <a:buNone/>
              <a:defRPr sz="1800">
                <a:solidFill>
                  <a:schemeClr val="dk2"/>
                </a:solidFill>
              </a:defRPr>
            </a:lvl9pPr>
          </a:lstStyle>
          <a:p/>
        </p:txBody>
      </p:sp>
      <p:sp>
        <p:nvSpPr>
          <p:cNvPr id="793" name="Google Shape;793;p41"/>
          <p:cNvSpPr txBox="1"/>
          <p:nvPr>
            <p:ph idx="17" type="title"/>
          </p:nvPr>
        </p:nvSpPr>
        <p:spPr>
          <a:xfrm>
            <a:off x="38100" y="319650"/>
            <a:ext cx="1827900" cy="520200"/>
          </a:xfrm>
          <a:prstGeom prst="rect">
            <a:avLst/>
          </a:prstGeom>
        </p:spPr>
        <p:txBody>
          <a:bodyPr anchorCtr="0" anchor="t" bIns="91425" lIns="182875" spcFirstLastPara="1" rIns="91425" wrap="square" tIns="91425">
            <a:noAutofit/>
          </a:bodyPr>
          <a:lstStyle>
            <a:lvl1pPr lvl="0">
              <a:spcBef>
                <a:spcPts val="0"/>
              </a:spcBef>
              <a:spcAft>
                <a:spcPts val="0"/>
              </a:spcAft>
              <a:buNone/>
              <a:defRPr sz="1600">
                <a:solidFill>
                  <a:schemeClr val="accent6"/>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6"/>
                </a:solidFill>
              </a:defRPr>
            </a:lvl2pPr>
            <a:lvl3pPr lvl="2">
              <a:lnSpc>
                <a:spcPct val="115000"/>
              </a:lnSpc>
              <a:spcBef>
                <a:spcPts val="0"/>
              </a:spcBef>
              <a:spcAft>
                <a:spcPts val="0"/>
              </a:spcAft>
              <a:buNone/>
              <a:defRPr sz="1800">
                <a:solidFill>
                  <a:schemeClr val="accent6"/>
                </a:solidFill>
              </a:defRPr>
            </a:lvl3pPr>
            <a:lvl4pPr lvl="3">
              <a:lnSpc>
                <a:spcPct val="115000"/>
              </a:lnSpc>
              <a:spcBef>
                <a:spcPts val="0"/>
              </a:spcBef>
              <a:spcAft>
                <a:spcPts val="0"/>
              </a:spcAft>
              <a:buNone/>
              <a:defRPr sz="1800">
                <a:solidFill>
                  <a:schemeClr val="accent6"/>
                </a:solidFill>
              </a:defRPr>
            </a:lvl4pPr>
            <a:lvl5pPr lvl="4">
              <a:lnSpc>
                <a:spcPct val="115000"/>
              </a:lnSpc>
              <a:spcBef>
                <a:spcPts val="0"/>
              </a:spcBef>
              <a:spcAft>
                <a:spcPts val="0"/>
              </a:spcAft>
              <a:buNone/>
              <a:defRPr sz="1800">
                <a:solidFill>
                  <a:schemeClr val="accent6"/>
                </a:solidFill>
              </a:defRPr>
            </a:lvl5pPr>
            <a:lvl6pPr lvl="5">
              <a:lnSpc>
                <a:spcPct val="115000"/>
              </a:lnSpc>
              <a:spcBef>
                <a:spcPts val="0"/>
              </a:spcBef>
              <a:spcAft>
                <a:spcPts val="0"/>
              </a:spcAft>
              <a:buNone/>
              <a:defRPr sz="1800">
                <a:solidFill>
                  <a:schemeClr val="accent6"/>
                </a:solidFill>
              </a:defRPr>
            </a:lvl6pPr>
            <a:lvl7pPr lvl="6">
              <a:lnSpc>
                <a:spcPct val="115000"/>
              </a:lnSpc>
              <a:spcBef>
                <a:spcPts val="0"/>
              </a:spcBef>
              <a:spcAft>
                <a:spcPts val="0"/>
              </a:spcAft>
              <a:buNone/>
              <a:defRPr sz="1800">
                <a:solidFill>
                  <a:schemeClr val="accent6"/>
                </a:solidFill>
              </a:defRPr>
            </a:lvl7pPr>
            <a:lvl8pPr lvl="7">
              <a:lnSpc>
                <a:spcPct val="115000"/>
              </a:lnSpc>
              <a:spcBef>
                <a:spcPts val="0"/>
              </a:spcBef>
              <a:spcAft>
                <a:spcPts val="0"/>
              </a:spcAft>
              <a:buNone/>
              <a:defRPr sz="1800">
                <a:solidFill>
                  <a:schemeClr val="accent6"/>
                </a:solidFill>
              </a:defRPr>
            </a:lvl8pPr>
            <a:lvl9pPr lvl="8">
              <a:lnSpc>
                <a:spcPct val="115000"/>
              </a:lnSpc>
              <a:spcBef>
                <a:spcPts val="0"/>
              </a:spcBef>
              <a:spcAft>
                <a:spcPts val="0"/>
              </a:spcAft>
              <a:buNone/>
              <a:defRPr sz="1800">
                <a:solidFill>
                  <a:schemeClr val="accent6"/>
                </a:solidFill>
              </a:defRPr>
            </a:lvl9pPr>
          </a:lstStyle>
          <a:p/>
        </p:txBody>
      </p:sp>
      <p:sp>
        <p:nvSpPr>
          <p:cNvPr id="794" name="Google Shape;794;p41"/>
          <p:cNvSpPr txBox="1"/>
          <p:nvPr>
            <p:ph idx="18"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pos="4611">
          <p15:clr>
            <a:srgbClr val="E46962"/>
          </p15:clr>
        </p15:guide>
        <p15:guide id="2" pos="3431">
          <p15:clr>
            <a:srgbClr val="E46962"/>
          </p15:clr>
        </p15:guide>
        <p15:guide id="3" pos="2262">
          <p15:clr>
            <a:srgbClr val="E46962"/>
          </p15:clr>
        </p15:guide>
        <p15:guide id="4" pos="1173">
          <p15:clr>
            <a:srgbClr val="E46962"/>
          </p15:clr>
        </p15:guide>
        <p15:guide id="5" pos="1408">
          <p15:clr>
            <a:srgbClr val="E46962"/>
          </p15:clr>
        </p15:guide>
        <p15:guide id="6" pos="1175">
          <p15:clr>
            <a:srgbClr val="E46962"/>
          </p15:clr>
        </p15:guide>
      </p15:sldGuideLst>
    </p:ext>
  </p:extLst>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images with caption">
  <p:cSld name="BLANK_1_1_1_1_1_1_1_1_1_1_1_1_1_1_1_1_1_1_2">
    <p:bg>
      <p:bgPr>
        <a:solidFill>
          <a:schemeClr val="lt1"/>
        </a:solidFill>
      </p:bgPr>
    </p:bg>
    <p:spTree>
      <p:nvGrpSpPr>
        <p:cNvPr id="795" name="Shape 795"/>
        <p:cNvGrpSpPr/>
        <p:nvPr/>
      </p:nvGrpSpPr>
      <p:grpSpPr>
        <a:xfrm>
          <a:off x="0" y="0"/>
          <a:ext cx="0" cy="0"/>
          <a:chOff x="0" y="0"/>
          <a:chExt cx="0" cy="0"/>
        </a:xfrm>
      </p:grpSpPr>
      <p:sp>
        <p:nvSpPr>
          <p:cNvPr id="796" name="Google Shape;796;p42"/>
          <p:cNvSpPr txBox="1"/>
          <p:nvPr>
            <p:ph type="title"/>
          </p:nvPr>
        </p:nvSpPr>
        <p:spPr>
          <a:xfrm>
            <a:off x="38100" y="397750"/>
            <a:ext cx="1948200" cy="189300"/>
          </a:xfrm>
          <a:prstGeom prst="rect">
            <a:avLst/>
          </a:prstGeom>
        </p:spPr>
        <p:txBody>
          <a:bodyPr anchorCtr="0" anchor="t" bIns="91425" lIns="182875" spcFirstLastPara="1" rIns="91425" wrap="square" tIns="91425">
            <a:noAutofit/>
          </a:bodyPr>
          <a:lstStyle>
            <a:lvl1pPr lvl="0">
              <a:lnSpc>
                <a:spcPct val="70000"/>
              </a:lnSpc>
              <a:spcBef>
                <a:spcPts val="0"/>
              </a:spcBef>
              <a:spcAft>
                <a:spcPts val="0"/>
              </a:spcAft>
              <a:buNone/>
              <a:defRPr sz="1200">
                <a:solidFill>
                  <a:schemeClr val="dk2"/>
                </a:solidFill>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grpSp>
        <p:nvGrpSpPr>
          <p:cNvPr id="797" name="Google Shape;797;p42"/>
          <p:cNvGrpSpPr/>
          <p:nvPr/>
        </p:nvGrpSpPr>
        <p:grpSpPr>
          <a:xfrm rot="10800000">
            <a:off x="5657179" y="-1"/>
            <a:ext cx="3486840" cy="2906092"/>
            <a:chOff x="312900" y="2793625"/>
            <a:chExt cx="2221200" cy="1851250"/>
          </a:xfrm>
        </p:grpSpPr>
        <p:grpSp>
          <p:nvGrpSpPr>
            <p:cNvPr id="798" name="Google Shape;798;p42"/>
            <p:cNvGrpSpPr/>
            <p:nvPr/>
          </p:nvGrpSpPr>
          <p:grpSpPr>
            <a:xfrm>
              <a:off x="312900" y="2793625"/>
              <a:ext cx="1851000" cy="1851250"/>
              <a:chOff x="461225" y="3249175"/>
              <a:chExt cx="1851000" cy="1851250"/>
            </a:xfrm>
          </p:grpSpPr>
          <p:grpSp>
            <p:nvGrpSpPr>
              <p:cNvPr id="799" name="Google Shape;799;p42"/>
              <p:cNvGrpSpPr/>
              <p:nvPr/>
            </p:nvGrpSpPr>
            <p:grpSpPr>
              <a:xfrm>
                <a:off x="461225" y="3249175"/>
                <a:ext cx="1851000" cy="370200"/>
                <a:chOff x="461225" y="3249175"/>
                <a:chExt cx="1851000" cy="370200"/>
              </a:xfrm>
            </p:grpSpPr>
            <p:sp>
              <p:nvSpPr>
                <p:cNvPr id="800" name="Google Shape;800;p42"/>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01" name="Google Shape;801;p42"/>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02" name="Google Shape;802;p42"/>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03" name="Google Shape;803;p42"/>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804" name="Google Shape;804;p42"/>
              <p:cNvGrpSpPr/>
              <p:nvPr/>
            </p:nvGrpSpPr>
            <p:grpSpPr>
              <a:xfrm>
                <a:off x="461225" y="3619500"/>
                <a:ext cx="1851000" cy="370200"/>
                <a:chOff x="461225" y="3249175"/>
                <a:chExt cx="1851000" cy="370200"/>
              </a:xfrm>
            </p:grpSpPr>
            <p:sp>
              <p:nvSpPr>
                <p:cNvPr id="805" name="Google Shape;805;p42"/>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06" name="Google Shape;806;p42"/>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07" name="Google Shape;807;p42"/>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08" name="Google Shape;808;p42"/>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09" name="Google Shape;809;p42"/>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810" name="Google Shape;810;p42"/>
              <p:cNvGrpSpPr/>
              <p:nvPr/>
            </p:nvGrpSpPr>
            <p:grpSpPr>
              <a:xfrm>
                <a:off x="461225" y="3989700"/>
                <a:ext cx="1480800" cy="1110725"/>
                <a:chOff x="461225" y="3249175"/>
                <a:chExt cx="1480800" cy="1110725"/>
              </a:xfrm>
            </p:grpSpPr>
            <p:sp>
              <p:nvSpPr>
                <p:cNvPr id="811" name="Google Shape;811;p42"/>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12" name="Google Shape;812;p42"/>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13" name="Google Shape;813;p42"/>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14" name="Google Shape;814;p42"/>
                <p:cNvSpPr/>
                <p:nvPr/>
              </p:nvSpPr>
              <p:spPr>
                <a:xfrm>
                  <a:off x="1201625" y="398970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815" name="Google Shape;815;p42"/>
              <p:cNvGrpSpPr/>
              <p:nvPr/>
            </p:nvGrpSpPr>
            <p:grpSpPr>
              <a:xfrm>
                <a:off x="831425" y="4360025"/>
                <a:ext cx="1480800" cy="370200"/>
                <a:chOff x="831425" y="3249175"/>
                <a:chExt cx="1480800" cy="370200"/>
              </a:xfrm>
            </p:grpSpPr>
            <p:sp>
              <p:nvSpPr>
                <p:cNvPr id="816" name="Google Shape;816;p42"/>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17" name="Google Shape;817;p42"/>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18" name="Google Shape;818;p42"/>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19" name="Google Shape;819;p42"/>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820" name="Google Shape;820;p42"/>
            <p:cNvSpPr/>
            <p:nvPr/>
          </p:nvSpPr>
          <p:spPr>
            <a:xfrm>
              <a:off x="2163900" y="279362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821" name="Google Shape;821;p42"/>
          <p:cNvSpPr/>
          <p:nvPr>
            <p:ph idx="2" type="pic"/>
          </p:nvPr>
        </p:nvSpPr>
        <p:spPr>
          <a:xfrm>
            <a:off x="1200750" y="984738"/>
            <a:ext cx="1649400" cy="1649400"/>
          </a:xfrm>
          <a:prstGeom prst="ellipse">
            <a:avLst/>
          </a:prstGeom>
          <a:noFill/>
          <a:ln>
            <a:noFill/>
          </a:ln>
        </p:spPr>
      </p:sp>
      <p:sp>
        <p:nvSpPr>
          <p:cNvPr id="822" name="Google Shape;822;p42"/>
          <p:cNvSpPr/>
          <p:nvPr>
            <p:ph idx="3" type="pic"/>
          </p:nvPr>
        </p:nvSpPr>
        <p:spPr>
          <a:xfrm>
            <a:off x="3747300" y="921988"/>
            <a:ext cx="1649400" cy="1649400"/>
          </a:xfrm>
          <a:prstGeom prst="ellipse">
            <a:avLst/>
          </a:prstGeom>
          <a:noFill/>
          <a:ln>
            <a:noFill/>
          </a:ln>
        </p:spPr>
      </p:sp>
      <p:sp>
        <p:nvSpPr>
          <p:cNvPr id="823" name="Google Shape;823;p42"/>
          <p:cNvSpPr/>
          <p:nvPr>
            <p:ph idx="4" type="pic"/>
          </p:nvPr>
        </p:nvSpPr>
        <p:spPr>
          <a:xfrm>
            <a:off x="6080650" y="941438"/>
            <a:ext cx="1649400" cy="1649400"/>
          </a:xfrm>
          <a:prstGeom prst="ellipse">
            <a:avLst/>
          </a:prstGeom>
          <a:noFill/>
          <a:ln>
            <a:noFill/>
          </a:ln>
        </p:spPr>
      </p:sp>
      <p:sp>
        <p:nvSpPr>
          <p:cNvPr id="824" name="Google Shape;824;p42"/>
          <p:cNvSpPr txBox="1"/>
          <p:nvPr>
            <p:ph idx="1" type="subTitle"/>
          </p:nvPr>
        </p:nvSpPr>
        <p:spPr>
          <a:xfrm>
            <a:off x="947750" y="3353900"/>
            <a:ext cx="2086800" cy="1347600"/>
          </a:xfrm>
          <a:prstGeom prst="rect">
            <a:avLst/>
          </a:prstGeom>
        </p:spPr>
        <p:txBody>
          <a:bodyPr anchorCtr="0" anchor="t" bIns="91425" lIns="91425" spcFirstLastPara="1" rIns="91425" wrap="square" tIns="91425">
            <a:noAutofit/>
          </a:bodyPr>
          <a:lstStyle>
            <a:lvl1pPr lvl="0" algn="ctr">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825" name="Google Shape;825;p42"/>
          <p:cNvSpPr txBox="1"/>
          <p:nvPr>
            <p:ph idx="5" type="title"/>
          </p:nvPr>
        </p:nvSpPr>
        <p:spPr>
          <a:xfrm>
            <a:off x="1111850" y="3061625"/>
            <a:ext cx="1758600" cy="273300"/>
          </a:xfrm>
          <a:prstGeom prst="rect">
            <a:avLst/>
          </a:prstGeom>
        </p:spPr>
        <p:txBody>
          <a:bodyPr anchorCtr="0" anchor="b" bIns="91425" lIns="91425" spcFirstLastPara="1" rIns="91425" wrap="square" tIns="91425">
            <a:noAutofit/>
          </a:bodyPr>
          <a:lstStyle>
            <a:lvl1pPr lvl="0" algn="ctr">
              <a:lnSpc>
                <a:spcPct val="115000"/>
              </a:lnSpc>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826" name="Google Shape;826;p42"/>
          <p:cNvSpPr txBox="1"/>
          <p:nvPr>
            <p:ph idx="6" type="subTitle"/>
          </p:nvPr>
        </p:nvSpPr>
        <p:spPr>
          <a:xfrm>
            <a:off x="3528600" y="3353900"/>
            <a:ext cx="2086800" cy="1347600"/>
          </a:xfrm>
          <a:prstGeom prst="rect">
            <a:avLst/>
          </a:prstGeom>
        </p:spPr>
        <p:txBody>
          <a:bodyPr anchorCtr="0" anchor="t" bIns="91425" lIns="91425" spcFirstLastPara="1" rIns="91425" wrap="square" tIns="91425">
            <a:noAutofit/>
          </a:bodyPr>
          <a:lstStyle>
            <a:lvl1pPr lvl="0" algn="ctr">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827" name="Google Shape;827;p42"/>
          <p:cNvSpPr txBox="1"/>
          <p:nvPr>
            <p:ph idx="7" type="title"/>
          </p:nvPr>
        </p:nvSpPr>
        <p:spPr>
          <a:xfrm>
            <a:off x="3692700" y="3061625"/>
            <a:ext cx="1758600" cy="273300"/>
          </a:xfrm>
          <a:prstGeom prst="rect">
            <a:avLst/>
          </a:prstGeom>
        </p:spPr>
        <p:txBody>
          <a:bodyPr anchorCtr="0" anchor="b" bIns="91425" lIns="91425" spcFirstLastPara="1" rIns="91425" wrap="square" tIns="91425">
            <a:noAutofit/>
          </a:bodyPr>
          <a:lstStyle>
            <a:lvl1pPr lvl="0" algn="ctr">
              <a:lnSpc>
                <a:spcPct val="115000"/>
              </a:lnSpc>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828" name="Google Shape;828;p42"/>
          <p:cNvSpPr txBox="1"/>
          <p:nvPr>
            <p:ph idx="8" type="subTitle"/>
          </p:nvPr>
        </p:nvSpPr>
        <p:spPr>
          <a:xfrm>
            <a:off x="5861950" y="3353900"/>
            <a:ext cx="2086800" cy="1347600"/>
          </a:xfrm>
          <a:prstGeom prst="rect">
            <a:avLst/>
          </a:prstGeom>
        </p:spPr>
        <p:txBody>
          <a:bodyPr anchorCtr="0" anchor="t" bIns="91425" lIns="91425" spcFirstLastPara="1" rIns="91425" wrap="square" tIns="91425">
            <a:noAutofit/>
          </a:bodyPr>
          <a:lstStyle>
            <a:lvl1pPr lvl="0" algn="ctr">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829" name="Google Shape;829;p42"/>
          <p:cNvSpPr txBox="1"/>
          <p:nvPr>
            <p:ph idx="9" type="title"/>
          </p:nvPr>
        </p:nvSpPr>
        <p:spPr>
          <a:xfrm>
            <a:off x="6026050" y="3061625"/>
            <a:ext cx="1758600" cy="273300"/>
          </a:xfrm>
          <a:prstGeom prst="rect">
            <a:avLst/>
          </a:prstGeom>
        </p:spPr>
        <p:txBody>
          <a:bodyPr anchorCtr="0" anchor="b" bIns="91425" lIns="91425" spcFirstLastPara="1" rIns="91425" wrap="square" tIns="91425">
            <a:noAutofit/>
          </a:bodyPr>
          <a:lstStyle>
            <a:lvl1pPr lvl="0" algn="ctr">
              <a:lnSpc>
                <a:spcPct val="115000"/>
              </a:lnSpc>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830" name="Google Shape;830;p42"/>
          <p:cNvSpPr txBox="1"/>
          <p:nvPr>
            <p:ph idx="13"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831" name="Google Shape;831;p42"/>
          <p:cNvSpPr txBox="1"/>
          <p:nvPr>
            <p:ph idx="14"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832" name="Shape 832"/>
        <p:cNvGrpSpPr/>
        <p:nvPr/>
      </p:nvGrpSpPr>
      <p:grpSpPr>
        <a:xfrm>
          <a:off x="0" y="0"/>
          <a:ext cx="0" cy="0"/>
          <a:chOff x="0" y="0"/>
          <a:chExt cx="0" cy="0"/>
        </a:xfrm>
      </p:grpSpPr>
      <p:sp>
        <p:nvSpPr>
          <p:cNvPr id="833" name="Google Shape;833;p43"/>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834" name="Google Shape;834;p43"/>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835" name="Shape 835"/>
        <p:cNvGrpSpPr/>
        <p:nvPr/>
      </p:nvGrpSpPr>
      <p:grpSpPr>
        <a:xfrm>
          <a:off x="0" y="0"/>
          <a:ext cx="0" cy="0"/>
          <a:chOff x="0" y="0"/>
          <a:chExt cx="0" cy="0"/>
        </a:xfrm>
      </p:grpSpPr>
      <p:sp>
        <p:nvSpPr>
          <p:cNvPr id="836" name="Google Shape;836;p44"/>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837" name="Shape 837"/>
        <p:cNvGrpSpPr/>
        <p:nvPr/>
      </p:nvGrpSpPr>
      <p:grpSpPr>
        <a:xfrm>
          <a:off x="0" y="0"/>
          <a:ext cx="0" cy="0"/>
          <a:chOff x="0" y="0"/>
          <a:chExt cx="0" cy="0"/>
        </a:xfrm>
      </p:grpSpPr>
      <p:sp>
        <p:nvSpPr>
          <p:cNvPr id="838" name="Google Shape;838;p4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39" name="Google Shape;839;p4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840" name="Shape 840"/>
        <p:cNvGrpSpPr/>
        <p:nvPr/>
      </p:nvGrpSpPr>
      <p:grpSpPr>
        <a:xfrm>
          <a:off x="0" y="0"/>
          <a:ext cx="0" cy="0"/>
          <a:chOff x="0" y="0"/>
          <a:chExt cx="0" cy="0"/>
        </a:xfrm>
      </p:grpSpPr>
      <p:sp>
        <p:nvSpPr>
          <p:cNvPr id="841" name="Google Shape;841;p4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42" name="Google Shape;842;p46"/>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43" name="Google Shape;843;p46"/>
          <p:cNvSpPr txBox="1"/>
          <p:nvPr>
            <p:ph idx="2" type="body"/>
          </p:nvPr>
        </p:nvSpPr>
        <p:spPr>
          <a:xfrm>
            <a:off x="4832400" y="1152475"/>
            <a:ext cx="3999900" cy="34164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844" name="Shape 844"/>
        <p:cNvGrpSpPr/>
        <p:nvPr/>
      </p:nvGrpSpPr>
      <p:grpSpPr>
        <a:xfrm>
          <a:off x="0" y="0"/>
          <a:ext cx="0" cy="0"/>
          <a:chOff x="0" y="0"/>
          <a:chExt cx="0" cy="0"/>
        </a:xfrm>
      </p:grpSpPr>
      <p:sp>
        <p:nvSpPr>
          <p:cNvPr id="845" name="Google Shape;845;p4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846" name="Shape 846"/>
        <p:cNvGrpSpPr/>
        <p:nvPr/>
      </p:nvGrpSpPr>
      <p:grpSpPr>
        <a:xfrm>
          <a:off x="0" y="0"/>
          <a:ext cx="0" cy="0"/>
          <a:chOff x="0" y="0"/>
          <a:chExt cx="0" cy="0"/>
        </a:xfrm>
      </p:grpSpPr>
      <p:sp>
        <p:nvSpPr>
          <p:cNvPr id="847" name="Google Shape;847;p48"/>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848" name="Google Shape;848;p48"/>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849" name="Shape 849"/>
        <p:cNvGrpSpPr/>
        <p:nvPr/>
      </p:nvGrpSpPr>
      <p:grpSpPr>
        <a:xfrm>
          <a:off x="0" y="0"/>
          <a:ext cx="0" cy="0"/>
          <a:chOff x="0" y="0"/>
          <a:chExt cx="0" cy="0"/>
        </a:xfrm>
      </p:grpSpPr>
      <p:sp>
        <p:nvSpPr>
          <p:cNvPr id="850" name="Google Shape;850;p49"/>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851" name="Shape 851"/>
        <p:cNvGrpSpPr/>
        <p:nvPr/>
      </p:nvGrpSpPr>
      <p:grpSpPr>
        <a:xfrm>
          <a:off x="0" y="0"/>
          <a:ext cx="0" cy="0"/>
          <a:chOff x="0" y="0"/>
          <a:chExt cx="0" cy="0"/>
        </a:xfrm>
      </p:grpSpPr>
      <p:sp>
        <p:nvSpPr>
          <p:cNvPr id="852" name="Google Shape;852;p50"/>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853" name="Google Shape;853;p50"/>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854" name="Google Shape;854;p50"/>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855" name="Shape 855"/>
        <p:cNvGrpSpPr/>
        <p:nvPr/>
      </p:nvGrpSpPr>
      <p:grpSpPr>
        <a:xfrm>
          <a:off x="0" y="0"/>
          <a:ext cx="0" cy="0"/>
          <a:chOff x="0" y="0"/>
          <a:chExt cx="0" cy="0"/>
        </a:xfrm>
      </p:grpSpPr>
      <p:sp>
        <p:nvSpPr>
          <p:cNvPr id="856" name="Google Shape;856;p51"/>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200"/>
              <a:buNone/>
              <a:defRPr/>
            </a:lvl1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857" name="Shape 857"/>
        <p:cNvGrpSpPr/>
        <p:nvPr/>
      </p:nvGrpSpPr>
      <p:grpSpPr>
        <a:xfrm>
          <a:off x="0" y="0"/>
          <a:ext cx="0" cy="0"/>
          <a:chOff x="0" y="0"/>
          <a:chExt cx="0" cy="0"/>
        </a:xfrm>
      </p:grpSpPr>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858" name="Shape 858"/>
        <p:cNvGrpSpPr/>
        <p:nvPr/>
      </p:nvGrpSpPr>
      <p:grpSpPr>
        <a:xfrm>
          <a:off x="0" y="0"/>
          <a:ext cx="0" cy="0"/>
          <a:chOff x="0" y="0"/>
          <a:chExt cx="0" cy="0"/>
        </a:xfrm>
      </p:grpSpPr>
      <p:sp>
        <p:nvSpPr>
          <p:cNvPr id="859" name="Google Shape;859;p53"/>
          <p:cNvSpPr txBox="1"/>
          <p:nvPr>
            <p:ph type="title"/>
          </p:nvPr>
        </p:nvSpPr>
        <p:spPr>
          <a:xfrm>
            <a:off x="677325" y="1832775"/>
            <a:ext cx="3217200" cy="14841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60" name="Google Shape;860;p53"/>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61" name="Google Shape;861;p53"/>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62" name="Google Shape;862;p53"/>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63" name="Google Shape;863;p53"/>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64" name="Google Shape;864;p53"/>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65" name="Google Shape;865;p53"/>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866" name="Shape 866"/>
        <p:cNvGrpSpPr/>
        <p:nvPr/>
      </p:nvGrpSpPr>
      <p:grpSpPr>
        <a:xfrm>
          <a:off x="0" y="0"/>
          <a:ext cx="0" cy="0"/>
          <a:chOff x="0" y="0"/>
          <a:chExt cx="0" cy="0"/>
        </a:xfrm>
      </p:grpSpPr>
      <p:sp>
        <p:nvSpPr>
          <p:cNvPr id="867" name="Google Shape;867;p5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68" name="Google Shape;868;p54"/>
          <p:cNvSpPr txBox="1"/>
          <p:nvPr>
            <p:ph idx="1" type="body"/>
          </p:nvPr>
        </p:nvSpPr>
        <p:spPr>
          <a:xfrm>
            <a:off x="311700" y="1152475"/>
            <a:ext cx="4473900" cy="34164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869" name="Google Shape;869;p54"/>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870" name="Shape 870"/>
        <p:cNvGrpSpPr/>
        <p:nvPr/>
      </p:nvGrpSpPr>
      <p:grpSpPr>
        <a:xfrm>
          <a:off x="0" y="0"/>
          <a:ext cx="0" cy="0"/>
          <a:chOff x="0" y="0"/>
          <a:chExt cx="0" cy="0"/>
        </a:xfrm>
      </p:grpSpPr>
      <p:sp>
        <p:nvSpPr>
          <p:cNvPr id="871" name="Google Shape;871;p55"/>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72" name="Google Shape;872;p55"/>
          <p:cNvSpPr txBox="1"/>
          <p:nvPr>
            <p:ph idx="1" type="body"/>
          </p:nvPr>
        </p:nvSpPr>
        <p:spPr>
          <a:xfrm>
            <a:off x="483150" y="2237788"/>
            <a:ext cx="36198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873" name="Google Shape;873;p55"/>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74" name="Google Shape;874;p55"/>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75" name="Google Shape;875;p55"/>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876" name="Shape 876"/>
        <p:cNvGrpSpPr/>
        <p:nvPr/>
      </p:nvGrpSpPr>
      <p:grpSpPr>
        <a:xfrm>
          <a:off x="0" y="0"/>
          <a:ext cx="0" cy="0"/>
          <a:chOff x="0" y="0"/>
          <a:chExt cx="0" cy="0"/>
        </a:xfrm>
      </p:grpSpPr>
      <p:sp>
        <p:nvSpPr>
          <p:cNvPr id="877" name="Google Shape;877;p56"/>
          <p:cNvSpPr txBox="1"/>
          <p:nvPr>
            <p:ph idx="1" type="body"/>
          </p:nvPr>
        </p:nvSpPr>
        <p:spPr>
          <a:xfrm>
            <a:off x="483175" y="2417500"/>
            <a:ext cx="24555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878" name="Google Shape;878;p56"/>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79" name="Google Shape;879;p56"/>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80" name="Google Shape;880;p56"/>
          <p:cNvSpPr txBox="1"/>
          <p:nvPr>
            <p:ph idx="3"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81" name="Google Shape;881;p56"/>
          <p:cNvSpPr txBox="1"/>
          <p:nvPr>
            <p:ph idx="4"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82" name="Google Shape;882;p56"/>
          <p:cNvSpPr txBox="1"/>
          <p:nvPr>
            <p:ph idx="5"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83" name="Google Shape;883;p56"/>
          <p:cNvSpPr txBox="1"/>
          <p:nvPr>
            <p:ph idx="6"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884" name="Shape 884"/>
        <p:cNvGrpSpPr/>
        <p:nvPr/>
      </p:nvGrpSpPr>
      <p:grpSpPr>
        <a:xfrm>
          <a:off x="0" y="0"/>
          <a:ext cx="0" cy="0"/>
          <a:chOff x="0" y="0"/>
          <a:chExt cx="0" cy="0"/>
        </a:xfrm>
      </p:grpSpPr>
      <p:sp>
        <p:nvSpPr>
          <p:cNvPr id="885" name="Google Shape;885;p57"/>
          <p:cNvSpPr txBox="1"/>
          <p:nvPr>
            <p:ph idx="1" type="body"/>
          </p:nvPr>
        </p:nvSpPr>
        <p:spPr>
          <a:xfrm>
            <a:off x="366725" y="1759093"/>
            <a:ext cx="3838500" cy="11385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886" name="Google Shape;886;p57"/>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87" name="Google Shape;887;p57"/>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88" name="Google Shape;888;p57"/>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89" name="Google Shape;889;p57"/>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90" name="Google Shape;890;p57"/>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91" name="Google Shape;891;p57"/>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92" name="Google Shape;892;p57"/>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93" name="Google Shape;893;p57"/>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894" name="Shape 894"/>
        <p:cNvGrpSpPr/>
        <p:nvPr/>
      </p:nvGrpSpPr>
      <p:grpSpPr>
        <a:xfrm>
          <a:off x="0" y="0"/>
          <a:ext cx="0" cy="0"/>
          <a:chOff x="0" y="0"/>
          <a:chExt cx="0" cy="0"/>
        </a:xfrm>
      </p:grpSpPr>
      <p:sp>
        <p:nvSpPr>
          <p:cNvPr id="895" name="Google Shape;895;p5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96" name="Google Shape;896;p58"/>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897" name="Shape 897"/>
        <p:cNvGrpSpPr/>
        <p:nvPr/>
      </p:nvGrpSpPr>
      <p:grpSpPr>
        <a:xfrm>
          <a:off x="0" y="0"/>
          <a:ext cx="0" cy="0"/>
          <a:chOff x="0" y="0"/>
          <a:chExt cx="0" cy="0"/>
        </a:xfrm>
      </p:grpSpPr>
      <p:sp>
        <p:nvSpPr>
          <p:cNvPr id="898" name="Google Shape;898;p59"/>
          <p:cNvSpPr txBox="1"/>
          <p:nvPr>
            <p:ph idx="1" type="body"/>
          </p:nvPr>
        </p:nvSpPr>
        <p:spPr>
          <a:xfrm>
            <a:off x="311700" y="4080225"/>
            <a:ext cx="4027500" cy="9261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899" name="Google Shape;899;p59"/>
          <p:cNvSpPr/>
          <p:nvPr>
            <p:ph idx="2" type="pic"/>
          </p:nvPr>
        </p:nvSpPr>
        <p:spPr>
          <a:xfrm>
            <a:off x="4804825" y="1133300"/>
            <a:ext cx="4027500" cy="2392800"/>
          </a:xfrm>
          <a:prstGeom prst="rect">
            <a:avLst/>
          </a:prstGeom>
          <a:noFill/>
          <a:ln>
            <a:noFill/>
          </a:ln>
        </p:spPr>
      </p:sp>
      <p:sp>
        <p:nvSpPr>
          <p:cNvPr id="900" name="Google Shape;900;p59"/>
          <p:cNvSpPr/>
          <p:nvPr>
            <p:ph idx="3" type="pic"/>
          </p:nvPr>
        </p:nvSpPr>
        <p:spPr>
          <a:xfrm>
            <a:off x="311725" y="1133300"/>
            <a:ext cx="4027500" cy="2392800"/>
          </a:xfrm>
          <a:prstGeom prst="rect">
            <a:avLst/>
          </a:prstGeom>
          <a:noFill/>
          <a:ln>
            <a:noFill/>
          </a:ln>
        </p:spPr>
      </p:sp>
      <p:sp>
        <p:nvSpPr>
          <p:cNvPr id="901" name="Google Shape;901;p59"/>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902" name="Google Shape;902;p5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903" name="Google Shape;903;p59"/>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904" name="Google Shape;904;p59"/>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905" name="Shape 905"/>
        <p:cNvGrpSpPr/>
        <p:nvPr/>
      </p:nvGrpSpPr>
      <p:grpSpPr>
        <a:xfrm>
          <a:off x="0" y="0"/>
          <a:ext cx="0" cy="0"/>
          <a:chOff x="0" y="0"/>
          <a:chExt cx="0" cy="0"/>
        </a:xfrm>
      </p:grpSpPr>
      <p:sp>
        <p:nvSpPr>
          <p:cNvPr id="906" name="Google Shape;906;p60"/>
          <p:cNvSpPr txBox="1"/>
          <p:nvPr>
            <p:ph idx="1" type="body"/>
          </p:nvPr>
        </p:nvSpPr>
        <p:spPr>
          <a:xfrm>
            <a:off x="311700" y="3911700"/>
            <a:ext cx="2627100" cy="10185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907" name="Google Shape;907;p60"/>
          <p:cNvSpPr/>
          <p:nvPr>
            <p:ph idx="2" type="pic"/>
          </p:nvPr>
        </p:nvSpPr>
        <p:spPr>
          <a:xfrm>
            <a:off x="6205225" y="1128325"/>
            <a:ext cx="2627100" cy="2273100"/>
          </a:xfrm>
          <a:prstGeom prst="rect">
            <a:avLst/>
          </a:prstGeom>
          <a:noFill/>
          <a:ln>
            <a:noFill/>
          </a:ln>
        </p:spPr>
      </p:sp>
      <p:sp>
        <p:nvSpPr>
          <p:cNvPr id="908" name="Google Shape;908;p60"/>
          <p:cNvSpPr/>
          <p:nvPr>
            <p:ph idx="3" type="pic"/>
          </p:nvPr>
        </p:nvSpPr>
        <p:spPr>
          <a:xfrm>
            <a:off x="311725" y="1128325"/>
            <a:ext cx="2627100" cy="2273100"/>
          </a:xfrm>
          <a:prstGeom prst="rect">
            <a:avLst/>
          </a:prstGeom>
          <a:noFill/>
          <a:ln>
            <a:noFill/>
          </a:ln>
        </p:spPr>
      </p:sp>
      <p:sp>
        <p:nvSpPr>
          <p:cNvPr id="909" name="Google Shape;909;p60"/>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910" name="Google Shape;910;p60"/>
          <p:cNvSpPr/>
          <p:nvPr>
            <p:ph idx="5" type="pic"/>
          </p:nvPr>
        </p:nvSpPr>
        <p:spPr>
          <a:xfrm>
            <a:off x="3255250" y="1128325"/>
            <a:ext cx="2627100" cy="2273100"/>
          </a:xfrm>
          <a:prstGeom prst="rect">
            <a:avLst/>
          </a:prstGeom>
          <a:noFill/>
          <a:ln>
            <a:noFill/>
          </a:ln>
        </p:spPr>
      </p:sp>
      <p:sp>
        <p:nvSpPr>
          <p:cNvPr id="911" name="Google Shape;911;p60"/>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912" name="Google Shape;912;p6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913" name="Google Shape;913;p60"/>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914" name="Google Shape;914;p60"/>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915" name="Google Shape;915;p60"/>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916" name="Shape 916"/>
        <p:cNvGrpSpPr/>
        <p:nvPr/>
      </p:nvGrpSpPr>
      <p:grpSpPr>
        <a:xfrm>
          <a:off x="0" y="0"/>
          <a:ext cx="0" cy="0"/>
          <a:chOff x="0" y="0"/>
          <a:chExt cx="0" cy="0"/>
        </a:xfrm>
      </p:grpSpPr>
      <p:sp>
        <p:nvSpPr>
          <p:cNvPr id="917" name="Google Shape;917;p61"/>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918" name="Shape 918"/>
        <p:cNvGrpSpPr/>
        <p:nvPr/>
      </p:nvGrpSpPr>
      <p:grpSpPr>
        <a:xfrm>
          <a:off x="0" y="0"/>
          <a:ext cx="0" cy="0"/>
          <a:chOff x="0" y="0"/>
          <a:chExt cx="0" cy="0"/>
        </a:xfrm>
      </p:grpSpPr>
      <p:sp>
        <p:nvSpPr>
          <p:cNvPr id="919" name="Google Shape;919;p62"/>
          <p:cNvSpPr/>
          <p:nvPr>
            <p:ph idx="2" type="pic"/>
          </p:nvPr>
        </p:nvSpPr>
        <p:spPr>
          <a:xfrm>
            <a:off x="3389600" y="118913"/>
            <a:ext cx="1643700" cy="1535100"/>
          </a:xfrm>
          <a:prstGeom prst="rect">
            <a:avLst/>
          </a:prstGeom>
          <a:noFill/>
          <a:ln>
            <a:noFill/>
          </a:ln>
        </p:spPr>
      </p:sp>
      <p:sp>
        <p:nvSpPr>
          <p:cNvPr id="920" name="Google Shape;920;p62"/>
          <p:cNvSpPr/>
          <p:nvPr>
            <p:ph idx="3" type="pic"/>
          </p:nvPr>
        </p:nvSpPr>
        <p:spPr>
          <a:xfrm>
            <a:off x="5195935" y="118913"/>
            <a:ext cx="1643700" cy="1535100"/>
          </a:xfrm>
          <a:prstGeom prst="rect">
            <a:avLst/>
          </a:prstGeom>
          <a:noFill/>
          <a:ln>
            <a:noFill/>
          </a:ln>
        </p:spPr>
      </p:sp>
      <p:sp>
        <p:nvSpPr>
          <p:cNvPr id="921" name="Google Shape;921;p62"/>
          <p:cNvSpPr/>
          <p:nvPr>
            <p:ph idx="4" type="pic"/>
          </p:nvPr>
        </p:nvSpPr>
        <p:spPr>
          <a:xfrm>
            <a:off x="7002270" y="118913"/>
            <a:ext cx="1643700" cy="1535100"/>
          </a:xfrm>
          <a:prstGeom prst="rect">
            <a:avLst/>
          </a:prstGeom>
          <a:noFill/>
          <a:ln>
            <a:noFill/>
          </a:ln>
        </p:spPr>
      </p:sp>
      <p:sp>
        <p:nvSpPr>
          <p:cNvPr id="922" name="Google Shape;922;p62"/>
          <p:cNvSpPr/>
          <p:nvPr>
            <p:ph idx="5" type="pic"/>
          </p:nvPr>
        </p:nvSpPr>
        <p:spPr>
          <a:xfrm>
            <a:off x="3389588" y="1804212"/>
            <a:ext cx="1643700" cy="1535100"/>
          </a:xfrm>
          <a:prstGeom prst="rect">
            <a:avLst/>
          </a:prstGeom>
          <a:noFill/>
          <a:ln>
            <a:noFill/>
          </a:ln>
        </p:spPr>
      </p:sp>
      <p:sp>
        <p:nvSpPr>
          <p:cNvPr id="923" name="Google Shape;923;p62"/>
          <p:cNvSpPr/>
          <p:nvPr>
            <p:ph idx="6" type="pic"/>
          </p:nvPr>
        </p:nvSpPr>
        <p:spPr>
          <a:xfrm>
            <a:off x="5195922" y="1804212"/>
            <a:ext cx="1643700" cy="1535100"/>
          </a:xfrm>
          <a:prstGeom prst="rect">
            <a:avLst/>
          </a:prstGeom>
          <a:noFill/>
          <a:ln>
            <a:noFill/>
          </a:ln>
        </p:spPr>
      </p:sp>
      <p:sp>
        <p:nvSpPr>
          <p:cNvPr id="924" name="Google Shape;924;p62"/>
          <p:cNvSpPr/>
          <p:nvPr>
            <p:ph idx="7" type="pic"/>
          </p:nvPr>
        </p:nvSpPr>
        <p:spPr>
          <a:xfrm>
            <a:off x="7002257" y="1804212"/>
            <a:ext cx="1643700" cy="1535100"/>
          </a:xfrm>
          <a:prstGeom prst="rect">
            <a:avLst/>
          </a:prstGeom>
          <a:noFill/>
          <a:ln>
            <a:noFill/>
          </a:ln>
        </p:spPr>
      </p:sp>
      <p:sp>
        <p:nvSpPr>
          <p:cNvPr id="925" name="Google Shape;925;p62"/>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926" name="Google Shape;926;p62"/>
          <p:cNvSpPr/>
          <p:nvPr>
            <p:ph idx="8" type="pic"/>
          </p:nvPr>
        </p:nvSpPr>
        <p:spPr>
          <a:xfrm>
            <a:off x="3389588" y="3489487"/>
            <a:ext cx="1643700" cy="1535100"/>
          </a:xfrm>
          <a:prstGeom prst="rect">
            <a:avLst/>
          </a:prstGeom>
          <a:noFill/>
          <a:ln>
            <a:noFill/>
          </a:ln>
        </p:spPr>
      </p:sp>
      <p:sp>
        <p:nvSpPr>
          <p:cNvPr id="927" name="Google Shape;927;p62"/>
          <p:cNvSpPr/>
          <p:nvPr>
            <p:ph idx="9" type="pic"/>
          </p:nvPr>
        </p:nvSpPr>
        <p:spPr>
          <a:xfrm>
            <a:off x="5195922" y="3489487"/>
            <a:ext cx="1643700" cy="1535100"/>
          </a:xfrm>
          <a:prstGeom prst="rect">
            <a:avLst/>
          </a:prstGeom>
          <a:noFill/>
          <a:ln>
            <a:noFill/>
          </a:ln>
        </p:spPr>
      </p:sp>
      <p:sp>
        <p:nvSpPr>
          <p:cNvPr id="928" name="Google Shape;928;p62"/>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51.xml"/><Relationship Id="rId42" Type="http://schemas.openxmlformats.org/officeDocument/2006/relationships/slideLayout" Target="../slideLayouts/slideLayout53.xml"/><Relationship Id="rId41" Type="http://schemas.openxmlformats.org/officeDocument/2006/relationships/slideLayout" Target="../slideLayouts/slideLayout52.xml"/><Relationship Id="rId44" Type="http://schemas.openxmlformats.org/officeDocument/2006/relationships/slideLayout" Target="../slideLayouts/slideLayout55.xml"/><Relationship Id="rId43" Type="http://schemas.openxmlformats.org/officeDocument/2006/relationships/slideLayout" Target="../slideLayouts/slideLayout54.xml"/><Relationship Id="rId46" Type="http://schemas.openxmlformats.org/officeDocument/2006/relationships/slideLayout" Target="../slideLayouts/slideLayout57.xml"/><Relationship Id="rId45" Type="http://schemas.openxmlformats.org/officeDocument/2006/relationships/slideLayout" Target="../slideLayouts/slideLayout56.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48" Type="http://schemas.openxmlformats.org/officeDocument/2006/relationships/slideLayout" Target="../slideLayouts/slideLayout59.xml"/><Relationship Id="rId47" Type="http://schemas.openxmlformats.org/officeDocument/2006/relationships/slideLayout" Target="../slideLayouts/slideLayout58.xml"/><Relationship Id="rId49" Type="http://schemas.openxmlformats.org/officeDocument/2006/relationships/slideLayout" Target="../slideLayouts/slideLayout6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31" Type="http://schemas.openxmlformats.org/officeDocument/2006/relationships/slideLayout" Target="../slideLayouts/slideLayout42.xml"/><Relationship Id="rId30" Type="http://schemas.openxmlformats.org/officeDocument/2006/relationships/slideLayout" Target="../slideLayouts/slideLayout41.xml"/><Relationship Id="rId33" Type="http://schemas.openxmlformats.org/officeDocument/2006/relationships/slideLayout" Target="../slideLayouts/slideLayout44.xml"/><Relationship Id="rId32" Type="http://schemas.openxmlformats.org/officeDocument/2006/relationships/slideLayout" Target="../slideLayouts/slideLayout43.xml"/><Relationship Id="rId35" Type="http://schemas.openxmlformats.org/officeDocument/2006/relationships/slideLayout" Target="../slideLayouts/slideLayout46.xml"/><Relationship Id="rId34" Type="http://schemas.openxmlformats.org/officeDocument/2006/relationships/slideLayout" Target="../slideLayouts/slideLayout45.xml"/><Relationship Id="rId37" Type="http://schemas.openxmlformats.org/officeDocument/2006/relationships/slideLayout" Target="../slideLayouts/slideLayout48.xml"/><Relationship Id="rId36" Type="http://schemas.openxmlformats.org/officeDocument/2006/relationships/slideLayout" Target="../slideLayouts/slideLayout47.xml"/><Relationship Id="rId39" Type="http://schemas.openxmlformats.org/officeDocument/2006/relationships/slideLayout" Target="../slideLayouts/slideLayout50.xml"/><Relationship Id="rId38" Type="http://schemas.openxmlformats.org/officeDocument/2006/relationships/slideLayout" Target="../slideLayouts/slideLayout49.xml"/><Relationship Id="rId20" Type="http://schemas.openxmlformats.org/officeDocument/2006/relationships/slideLayout" Target="../slideLayouts/slideLayout31.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29" Type="http://schemas.openxmlformats.org/officeDocument/2006/relationships/slideLayout" Target="../slideLayouts/slideLayout40.xml"/><Relationship Id="rId50" Type="http://schemas.openxmlformats.org/officeDocument/2006/relationships/theme" Target="../theme/theme3.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2"/>
        </a:solidFill>
      </p:bgPr>
    </p:bg>
    <p:spTree>
      <p:nvGrpSpPr>
        <p:cNvPr id="50" name="Shape 50"/>
        <p:cNvGrpSpPr/>
        <p:nvPr/>
      </p:nvGrpSpPr>
      <p:grpSpPr>
        <a:xfrm>
          <a:off x="0" y="0"/>
          <a:ext cx="0" cy="0"/>
          <a:chOff x="0" y="0"/>
          <a:chExt cx="0" cy="0"/>
        </a:xfrm>
      </p:grpSpPr>
      <p:sp>
        <p:nvSpPr>
          <p:cNvPr id="51" name="Google Shape;51;p13"/>
          <p:cNvSpPr txBox="1"/>
          <p:nvPr>
            <p:ph idx="1" type="body"/>
          </p:nvPr>
        </p:nvSpPr>
        <p:spPr>
          <a:xfrm>
            <a:off x="228600" y="1452125"/>
            <a:ext cx="5760600" cy="3460200"/>
          </a:xfrm>
          <a:prstGeom prst="rect">
            <a:avLst/>
          </a:prstGeom>
          <a:noFill/>
          <a:ln>
            <a:noFill/>
          </a:ln>
        </p:spPr>
        <p:txBody>
          <a:bodyPr anchorCtr="0" anchor="t" bIns="91425" lIns="91425" spcFirstLastPara="1" rIns="91425" wrap="square" tIns="91425">
            <a:spAutoFit/>
          </a:bodyPr>
          <a:lstStyle>
            <a:lvl1pPr indent="-304800" lvl="0" marL="457200">
              <a:lnSpc>
                <a:spcPct val="115000"/>
              </a:lnSpc>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1pPr>
            <a:lvl2pPr indent="-304800" lvl="1" marL="9144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2pPr>
            <a:lvl3pPr indent="-304800" lvl="2" marL="13716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3pPr>
            <a:lvl4pPr indent="-304800" lvl="3" marL="18288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4pPr>
            <a:lvl5pPr indent="-304800" lvl="4" marL="22860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5pPr>
            <a:lvl6pPr indent="-304800" lvl="5" marL="27432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6pPr>
            <a:lvl7pPr indent="-304800" lvl="6" marL="32004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7pPr>
            <a:lvl8pPr indent="-304800" lvl="7" marL="36576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8pPr>
            <a:lvl9pPr indent="-304800" lvl="8" marL="4114800">
              <a:lnSpc>
                <a:spcPct val="115000"/>
              </a:lnSpc>
              <a:spcBef>
                <a:spcPts val="800"/>
              </a:spcBef>
              <a:spcAft>
                <a:spcPts val="800"/>
              </a:spcAft>
              <a:buClr>
                <a:schemeClr val="lt1"/>
              </a:buClr>
              <a:buSzPts val="1200"/>
              <a:buFont typeface="Sora"/>
              <a:buChar char="■"/>
              <a:defRPr sz="1200">
                <a:solidFill>
                  <a:schemeClr val="lt1"/>
                </a:solidFill>
                <a:latin typeface="Sora"/>
                <a:ea typeface="Sora"/>
                <a:cs typeface="Sora"/>
                <a:sym typeface="Sora"/>
              </a:defRPr>
            </a:lvl9pPr>
          </a:lstStyle>
          <a:p/>
        </p:txBody>
      </p:sp>
      <p:sp>
        <p:nvSpPr>
          <p:cNvPr id="52" name="Google Shape;52;p13"/>
          <p:cNvSpPr txBox="1"/>
          <p:nvPr>
            <p:ph type="title"/>
          </p:nvPr>
        </p:nvSpPr>
        <p:spPr>
          <a:xfrm>
            <a:off x="402800" y="197225"/>
            <a:ext cx="6537900" cy="12549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lt1"/>
              </a:buClr>
              <a:buSzPts val="3000"/>
              <a:buFont typeface="IBM Plex Sans"/>
              <a:buNone/>
              <a:defRPr sz="3000">
                <a:solidFill>
                  <a:schemeClr val="lt1"/>
                </a:solidFill>
                <a:latin typeface="IBM Plex Sans"/>
                <a:ea typeface="IBM Plex Sans"/>
                <a:cs typeface="IBM Plex Sans"/>
                <a:sym typeface="IBM Plex Sans"/>
              </a:defRPr>
            </a:lvl1pPr>
            <a:lvl2pPr lvl="1">
              <a:spcBef>
                <a:spcPts val="0"/>
              </a:spcBef>
              <a:spcAft>
                <a:spcPts val="0"/>
              </a:spcAft>
              <a:buSzPts val="3000"/>
              <a:buFont typeface="IBM Plex Sans"/>
              <a:buNone/>
              <a:defRPr sz="3000">
                <a:latin typeface="IBM Plex Sans"/>
                <a:ea typeface="IBM Plex Sans"/>
                <a:cs typeface="IBM Plex Sans"/>
                <a:sym typeface="IBM Plex Sans"/>
              </a:defRPr>
            </a:lvl2pPr>
            <a:lvl3pPr lvl="2">
              <a:spcBef>
                <a:spcPts val="0"/>
              </a:spcBef>
              <a:spcAft>
                <a:spcPts val="0"/>
              </a:spcAft>
              <a:buSzPts val="3000"/>
              <a:buFont typeface="IBM Plex Sans"/>
              <a:buNone/>
              <a:defRPr sz="3000">
                <a:latin typeface="IBM Plex Sans"/>
                <a:ea typeface="IBM Plex Sans"/>
                <a:cs typeface="IBM Plex Sans"/>
                <a:sym typeface="IBM Plex Sans"/>
              </a:defRPr>
            </a:lvl3pPr>
            <a:lvl4pPr lvl="3">
              <a:spcBef>
                <a:spcPts val="0"/>
              </a:spcBef>
              <a:spcAft>
                <a:spcPts val="0"/>
              </a:spcAft>
              <a:buSzPts val="3000"/>
              <a:buFont typeface="IBM Plex Sans"/>
              <a:buNone/>
              <a:defRPr sz="3000">
                <a:latin typeface="IBM Plex Sans"/>
                <a:ea typeface="IBM Plex Sans"/>
                <a:cs typeface="IBM Plex Sans"/>
                <a:sym typeface="IBM Plex Sans"/>
              </a:defRPr>
            </a:lvl4pPr>
            <a:lvl5pPr lvl="4">
              <a:spcBef>
                <a:spcPts val="0"/>
              </a:spcBef>
              <a:spcAft>
                <a:spcPts val="0"/>
              </a:spcAft>
              <a:buSzPts val="3000"/>
              <a:buFont typeface="IBM Plex Sans"/>
              <a:buNone/>
              <a:defRPr sz="3000">
                <a:latin typeface="IBM Plex Sans"/>
                <a:ea typeface="IBM Plex Sans"/>
                <a:cs typeface="IBM Plex Sans"/>
                <a:sym typeface="IBM Plex Sans"/>
              </a:defRPr>
            </a:lvl5pPr>
            <a:lvl6pPr lvl="5">
              <a:spcBef>
                <a:spcPts val="0"/>
              </a:spcBef>
              <a:spcAft>
                <a:spcPts val="0"/>
              </a:spcAft>
              <a:buSzPts val="3000"/>
              <a:buFont typeface="IBM Plex Sans"/>
              <a:buNone/>
              <a:defRPr sz="3000">
                <a:latin typeface="IBM Plex Sans"/>
                <a:ea typeface="IBM Plex Sans"/>
                <a:cs typeface="IBM Plex Sans"/>
                <a:sym typeface="IBM Plex Sans"/>
              </a:defRPr>
            </a:lvl6pPr>
            <a:lvl7pPr lvl="6">
              <a:spcBef>
                <a:spcPts val="0"/>
              </a:spcBef>
              <a:spcAft>
                <a:spcPts val="0"/>
              </a:spcAft>
              <a:buSzPts val="3000"/>
              <a:buFont typeface="IBM Plex Sans"/>
              <a:buNone/>
              <a:defRPr sz="3000">
                <a:latin typeface="IBM Plex Sans"/>
                <a:ea typeface="IBM Plex Sans"/>
                <a:cs typeface="IBM Plex Sans"/>
                <a:sym typeface="IBM Plex Sans"/>
              </a:defRPr>
            </a:lvl7pPr>
            <a:lvl8pPr lvl="7">
              <a:spcBef>
                <a:spcPts val="0"/>
              </a:spcBef>
              <a:spcAft>
                <a:spcPts val="0"/>
              </a:spcAft>
              <a:buSzPts val="3000"/>
              <a:buFont typeface="IBM Plex Sans"/>
              <a:buNone/>
              <a:defRPr sz="3000">
                <a:latin typeface="IBM Plex Sans"/>
                <a:ea typeface="IBM Plex Sans"/>
                <a:cs typeface="IBM Plex Sans"/>
                <a:sym typeface="IBM Plex Sans"/>
              </a:defRPr>
            </a:lvl8pPr>
            <a:lvl9pPr lvl="8">
              <a:spcBef>
                <a:spcPts val="0"/>
              </a:spcBef>
              <a:spcAft>
                <a:spcPts val="0"/>
              </a:spcAft>
              <a:buSzPts val="3000"/>
              <a:buFont typeface="IBM Plex Sans"/>
              <a:buNone/>
              <a:defRPr sz="3000">
                <a:latin typeface="IBM Plex Sans"/>
                <a:ea typeface="IBM Plex Sans"/>
                <a:cs typeface="IBM Plex Sans"/>
                <a:sym typeface="IBM Plex Sans"/>
              </a:defRPr>
            </a:lvl9pPr>
          </a:lstStyle>
          <a:p/>
        </p:txBody>
      </p:sp>
      <p:sp>
        <p:nvSpPr>
          <p:cNvPr id="53" name="Google Shape;53;p13"/>
          <p:cNvSpPr txBox="1"/>
          <p:nvPr>
            <p:ph idx="2" type="body"/>
          </p:nvPr>
        </p:nvSpPr>
        <p:spPr>
          <a:xfrm>
            <a:off x="3439325" y="1502775"/>
            <a:ext cx="5344800" cy="2439900"/>
          </a:xfrm>
          <a:prstGeom prst="rect">
            <a:avLst/>
          </a:prstGeom>
          <a:noFill/>
          <a:ln>
            <a:noFill/>
          </a:ln>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1pPr>
            <a:lvl2pPr indent="-304800" lvl="1" marL="9144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2pPr>
            <a:lvl3pPr indent="-304800" lvl="2" marL="13716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3pPr>
            <a:lvl4pPr indent="-304800" lvl="3" marL="18288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4pPr>
            <a:lvl5pPr indent="-304800" lvl="4" marL="22860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5pPr>
            <a:lvl6pPr indent="-304800" lvl="5" marL="27432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6pPr>
            <a:lvl7pPr indent="-304800" lvl="6" marL="32004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7pPr>
            <a:lvl8pPr indent="-304800" lvl="7" marL="36576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8pPr>
            <a:lvl9pPr indent="-304800" lvl="8" marL="41148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 id="2147483695" r:id="rId37"/>
    <p:sldLayoutId id="2147483696" r:id="rId38"/>
    <p:sldLayoutId id="2147483697" r:id="rId39"/>
    <p:sldLayoutId id="2147483698" r:id="rId40"/>
    <p:sldLayoutId id="2147483699" r:id="rId41"/>
    <p:sldLayoutId id="2147483700" r:id="rId42"/>
    <p:sldLayoutId id="2147483701" r:id="rId43"/>
    <p:sldLayoutId id="2147483702" r:id="rId44"/>
    <p:sldLayoutId id="2147483703" r:id="rId45"/>
    <p:sldLayoutId id="2147483704" r:id="rId46"/>
    <p:sldLayoutId id="2147483705" r:id="rId47"/>
    <p:sldLayoutId id="2147483706" r:id="rId48"/>
    <p:sldLayoutId id="2147483707" r:id="rId4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5616">
          <p15:clr>
            <a:srgbClr val="E46962"/>
          </p15:clr>
        </p15:guide>
        <p15:guide id="2" pos="144">
          <p15:clr>
            <a:srgbClr val="E46962"/>
          </p15:clr>
        </p15:guide>
        <p15:guide id="3" orient="horz" pos="144">
          <p15:clr>
            <a:srgbClr val="E46962"/>
          </p15:clr>
        </p15:guide>
        <p15:guide id="4" orient="horz" pos="3094">
          <p15:clr>
            <a:srgbClr val="E46962"/>
          </p15:clr>
        </p15:guide>
        <p15:guide id="5" pos="2850">
          <p15:clr>
            <a:srgbClr val="E46962"/>
          </p15:clr>
        </p15:guide>
        <p15:guide id="6" pos="2910">
          <p15:clr>
            <a:srgbClr val="E46962"/>
          </p15:clr>
        </p15:guide>
        <p15:guide id="7" pos="1468">
          <p15:clr>
            <a:srgbClr val="E46962"/>
          </p15:clr>
        </p15:guide>
        <p15:guide id="8" pos="1527">
          <p15:clr>
            <a:srgbClr val="E46962"/>
          </p15:clr>
        </p15:guide>
        <p15:guide id="9" pos="4226">
          <p15:clr>
            <a:srgbClr val="E46962"/>
          </p15:clr>
        </p15:guide>
        <p15:guide id="10" pos="4285">
          <p15:clr>
            <a:srgbClr val="E46962"/>
          </p15:clr>
        </p15:guide>
        <p15:guide id="11" pos="3773">
          <p15:clr>
            <a:srgbClr val="E46962"/>
          </p15:clr>
        </p15:guide>
        <p15:guide id="12" pos="3830">
          <p15:clr>
            <a:srgbClr val="E46962"/>
          </p15:clr>
        </p15:guide>
        <p15:guide id="13" pos="1930">
          <p15:clr>
            <a:srgbClr val="E46962"/>
          </p15:clr>
        </p15:guide>
        <p15:guide id="14" pos="1987">
          <p15:clr>
            <a:srgbClr val="E46962"/>
          </p15:clr>
        </p15:guide>
        <p15:guide id="15" orient="horz" pos="288">
          <p15:clr>
            <a:srgbClr val="E46962"/>
          </p15:clr>
        </p15:guide>
        <p15:guide id="16" orient="horz" pos="2950">
          <p15:clr>
            <a:srgbClr val="E46962"/>
          </p15:clr>
        </p15:guide>
        <p15:guide id="17" orient="horz" pos="1135">
          <p15:clr>
            <a:srgbClr val="E46962"/>
          </p15:clr>
        </p15:guide>
        <p15:guide id="18" orient="horz" pos="1194">
          <p15:clr>
            <a:srgbClr val="E46962"/>
          </p15:clr>
        </p15:guide>
        <p15:guide id="19" orient="horz" pos="2043">
          <p15:clr>
            <a:srgbClr val="E46962"/>
          </p15:clr>
        </p15:guide>
        <p15:guide id="20" orient="horz" pos="2103">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2.xml"/><Relationship Id="rId3"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7.xml"/><Relationship Id="rId3" Type="http://schemas.openxmlformats.org/officeDocument/2006/relationships/image" Target="../media/image4.jpg"/><Relationship Id="rId4" Type="http://schemas.openxmlformats.org/officeDocument/2006/relationships/image" Target="../media/image9.png"/><Relationship Id="rId5" Type="http://schemas.openxmlformats.org/officeDocument/2006/relationships/image" Target="../media/image5.jpg"/><Relationship Id="rId6" Type="http://schemas.openxmlformats.org/officeDocument/2006/relationships/image" Target="../media/image10.png"/><Relationship Id="rId7" Type="http://schemas.openxmlformats.org/officeDocument/2006/relationships/image" Target="../media/image6.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6.xml"/><Relationship Id="rId2" Type="http://schemas.openxmlformats.org/officeDocument/2006/relationships/notesSlide" Target="../notesSlides/notesSlide8.xml"/><Relationship Id="rId3" Type="http://schemas.openxmlformats.org/officeDocument/2006/relationships/hyperlink" Target="http://www.youtube.com/watch?v=HXk2-RooPYk" TargetMode="External"/><Relationship Id="rId4" Type="http://schemas.openxmlformats.org/officeDocument/2006/relationships/image" Target="../media/image1.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9.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9.xml"/><Relationship Id="rId2" Type="http://schemas.openxmlformats.org/officeDocument/2006/relationships/notesSlide" Target="../notesSlides/notesSlide10.xml"/><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9.xml"/><Relationship Id="rId2" Type="http://schemas.openxmlformats.org/officeDocument/2006/relationships/notesSlide" Target="../notesSlides/notesSlide11.xml"/><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2" name="Shape 932"/>
        <p:cNvGrpSpPr/>
        <p:nvPr/>
      </p:nvGrpSpPr>
      <p:grpSpPr>
        <a:xfrm>
          <a:off x="0" y="0"/>
          <a:ext cx="0" cy="0"/>
          <a:chOff x="0" y="0"/>
          <a:chExt cx="0" cy="0"/>
        </a:xfrm>
      </p:grpSpPr>
      <p:sp>
        <p:nvSpPr>
          <p:cNvPr id="933" name="Google Shape;933;p63"/>
          <p:cNvSpPr txBox="1"/>
          <p:nvPr>
            <p:ph idx="2" type="subTitle"/>
          </p:nvPr>
        </p:nvSpPr>
        <p:spPr>
          <a:xfrm>
            <a:off x="0" y="9300"/>
            <a:ext cx="862800" cy="4386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latin typeface="Sora"/>
                <a:ea typeface="Sora"/>
                <a:cs typeface="Sora"/>
                <a:sym typeface="Sora"/>
              </a:rPr>
              <a:t>ECE 4301</a:t>
            </a:r>
            <a:endParaRPr>
              <a:latin typeface="Sora"/>
              <a:ea typeface="Sora"/>
              <a:cs typeface="Sora"/>
              <a:sym typeface="Sora"/>
            </a:endParaRPr>
          </a:p>
          <a:p>
            <a:pPr indent="0" lvl="0" marL="0" rtl="0" algn="l">
              <a:lnSpc>
                <a:spcPct val="115000"/>
              </a:lnSpc>
              <a:spcBef>
                <a:spcPts val="0"/>
              </a:spcBef>
              <a:spcAft>
                <a:spcPts val="0"/>
              </a:spcAft>
              <a:buNone/>
            </a:pPr>
            <a:r>
              <a:rPr lang="en">
                <a:latin typeface="Sora"/>
                <a:ea typeface="Sora"/>
                <a:cs typeface="Sora"/>
                <a:sym typeface="Sora"/>
              </a:rPr>
              <a:t>12/8/2025</a:t>
            </a:r>
            <a:endParaRPr>
              <a:latin typeface="Sora"/>
              <a:ea typeface="Sora"/>
              <a:cs typeface="Sora"/>
              <a:sym typeface="Sora"/>
            </a:endParaRPr>
          </a:p>
        </p:txBody>
      </p:sp>
      <p:sp>
        <p:nvSpPr>
          <p:cNvPr id="934" name="Google Shape;934;p63"/>
          <p:cNvSpPr txBox="1"/>
          <p:nvPr>
            <p:ph type="title"/>
          </p:nvPr>
        </p:nvSpPr>
        <p:spPr>
          <a:xfrm>
            <a:off x="74600" y="2891050"/>
            <a:ext cx="5876700" cy="1440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chemeClr val="dk2"/>
                </a:solidFill>
              </a:rPr>
              <a:t>Benchmarking Ascon</a:t>
            </a:r>
            <a:endParaRPr>
              <a:solidFill>
                <a:schemeClr val="dk2"/>
              </a:solidFill>
            </a:endParaRPr>
          </a:p>
        </p:txBody>
      </p:sp>
      <p:sp>
        <p:nvSpPr>
          <p:cNvPr id="935" name="Google Shape;935;p63"/>
          <p:cNvSpPr txBox="1"/>
          <p:nvPr>
            <p:ph idx="1" type="subTitle"/>
          </p:nvPr>
        </p:nvSpPr>
        <p:spPr>
          <a:xfrm>
            <a:off x="130200" y="4291350"/>
            <a:ext cx="4922100" cy="739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latin typeface="Sora"/>
                <a:ea typeface="Sora"/>
                <a:cs typeface="Sora"/>
                <a:sym typeface="Sora"/>
              </a:rPr>
              <a:t>Group C: Garima Bhattarai, Mia Diliberti-Brandenburg, Marcelo P. Masilungan, John Pollak, Kelly Williams</a:t>
            </a:r>
            <a:endParaRPr>
              <a:latin typeface="Sora"/>
              <a:ea typeface="Sora"/>
              <a:cs typeface="Sora"/>
              <a:sym typeface="Sora"/>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9" name="Shape 939"/>
        <p:cNvGrpSpPr/>
        <p:nvPr/>
      </p:nvGrpSpPr>
      <p:grpSpPr>
        <a:xfrm>
          <a:off x="0" y="0"/>
          <a:ext cx="0" cy="0"/>
          <a:chOff x="0" y="0"/>
          <a:chExt cx="0" cy="0"/>
        </a:xfrm>
      </p:grpSpPr>
      <p:sp>
        <p:nvSpPr>
          <p:cNvPr id="940" name="Google Shape;940;p64"/>
          <p:cNvSpPr txBox="1"/>
          <p:nvPr>
            <p:ph idx="4" type="title"/>
          </p:nvPr>
        </p:nvSpPr>
        <p:spPr>
          <a:xfrm>
            <a:off x="37950" y="85450"/>
            <a:ext cx="5649600" cy="646500"/>
          </a:xfrm>
          <a:prstGeom prst="rect">
            <a:avLst/>
          </a:prstGeom>
        </p:spPr>
        <p:txBody>
          <a:bodyPr anchorCtr="0" anchor="t" bIns="91425" lIns="182875" spcFirstLastPara="1" rIns="91425" wrap="square" tIns="91425">
            <a:spAutoFit/>
          </a:bodyPr>
          <a:lstStyle/>
          <a:p>
            <a:pPr indent="0" lvl="0" marL="0" rtl="0" algn="l">
              <a:spcBef>
                <a:spcPts val="0"/>
              </a:spcBef>
              <a:spcAft>
                <a:spcPts val="0"/>
              </a:spcAft>
              <a:buNone/>
            </a:pPr>
            <a:r>
              <a:rPr lang="en" sz="3000"/>
              <a:t>Why Ascon and LWC Matters</a:t>
            </a:r>
            <a:endParaRPr sz="3000"/>
          </a:p>
        </p:txBody>
      </p:sp>
      <p:sp>
        <p:nvSpPr>
          <p:cNvPr id="941" name="Google Shape;941;p64"/>
          <p:cNvSpPr txBox="1"/>
          <p:nvPr>
            <p:ph idx="20" type="title"/>
          </p:nvPr>
        </p:nvSpPr>
        <p:spPr>
          <a:xfrm>
            <a:off x="228600" y="4774929"/>
            <a:ext cx="1939200" cy="189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Fall 2025</a:t>
            </a:r>
            <a:endParaRPr/>
          </a:p>
        </p:txBody>
      </p:sp>
      <p:sp>
        <p:nvSpPr>
          <p:cNvPr id="942" name="Google Shape;942;p64"/>
          <p:cNvSpPr txBox="1"/>
          <p:nvPr/>
        </p:nvSpPr>
        <p:spPr>
          <a:xfrm>
            <a:off x="276950" y="731950"/>
            <a:ext cx="5187000" cy="3951900"/>
          </a:xfrm>
          <a:prstGeom prst="rect">
            <a:avLst/>
          </a:prstGeom>
          <a:noFill/>
          <a:ln>
            <a:noFill/>
          </a:ln>
        </p:spPr>
        <p:txBody>
          <a:bodyPr anchorCtr="0" anchor="t" bIns="91425" lIns="91425" spcFirstLastPara="1" rIns="91425" wrap="square" tIns="91425">
            <a:noAutofit/>
          </a:bodyPr>
          <a:lstStyle/>
          <a:p>
            <a:pPr indent="-374650" lvl="0" marL="457200" rtl="0" algn="l">
              <a:spcBef>
                <a:spcPts val="0"/>
              </a:spcBef>
              <a:spcAft>
                <a:spcPts val="0"/>
              </a:spcAft>
              <a:buClr>
                <a:schemeClr val="dk1"/>
              </a:buClr>
              <a:buSzPts val="2300"/>
              <a:buFont typeface="Sora"/>
              <a:buChar char="●"/>
            </a:pPr>
            <a:r>
              <a:rPr lang="en" sz="2300">
                <a:solidFill>
                  <a:schemeClr val="dk1"/>
                </a:solidFill>
                <a:latin typeface="Sora"/>
                <a:ea typeface="Sora"/>
                <a:cs typeface="Sora"/>
                <a:sym typeface="Sora"/>
              </a:rPr>
              <a:t>18.5 billion IoT devices connected in 2024</a:t>
            </a:r>
            <a:r>
              <a:rPr lang="en" sz="2000">
                <a:solidFill>
                  <a:schemeClr val="dk1"/>
                </a:solidFill>
                <a:latin typeface="Sora"/>
                <a:ea typeface="Sora"/>
                <a:cs typeface="Sora"/>
                <a:sym typeface="Sora"/>
              </a:rPr>
              <a:t> [1]</a:t>
            </a:r>
            <a:endParaRPr sz="2000">
              <a:solidFill>
                <a:schemeClr val="dk1"/>
              </a:solidFill>
              <a:latin typeface="Sora"/>
              <a:ea typeface="Sora"/>
              <a:cs typeface="Sora"/>
              <a:sym typeface="Sora"/>
            </a:endParaRPr>
          </a:p>
          <a:p>
            <a:pPr indent="-374650" lvl="0" marL="457200" rtl="0" algn="l">
              <a:spcBef>
                <a:spcPts val="0"/>
              </a:spcBef>
              <a:spcAft>
                <a:spcPts val="0"/>
              </a:spcAft>
              <a:buClr>
                <a:schemeClr val="dk1"/>
              </a:buClr>
              <a:buSzPts val="2300"/>
              <a:buFont typeface="Sora"/>
              <a:buChar char="●"/>
            </a:pPr>
            <a:r>
              <a:rPr lang="en" sz="2300">
                <a:solidFill>
                  <a:schemeClr val="dk1"/>
                </a:solidFill>
                <a:latin typeface="Sora"/>
                <a:ea typeface="Sora"/>
                <a:cs typeface="Sora"/>
                <a:sym typeface="Sora"/>
              </a:rPr>
              <a:t>32% use Wi-Fi, 24% use Bluetooth </a:t>
            </a:r>
            <a:r>
              <a:rPr lang="en" sz="2000">
                <a:solidFill>
                  <a:schemeClr val="dk1"/>
                </a:solidFill>
                <a:latin typeface="Sora"/>
                <a:ea typeface="Sora"/>
                <a:cs typeface="Sora"/>
                <a:sym typeface="Sora"/>
              </a:rPr>
              <a:t>[1]</a:t>
            </a:r>
            <a:endParaRPr sz="2000">
              <a:solidFill>
                <a:schemeClr val="dk1"/>
              </a:solidFill>
              <a:latin typeface="Sora"/>
              <a:ea typeface="Sora"/>
              <a:cs typeface="Sora"/>
              <a:sym typeface="Sora"/>
            </a:endParaRPr>
          </a:p>
          <a:p>
            <a:pPr indent="-374650" lvl="0" marL="457200" rtl="0" algn="l">
              <a:spcBef>
                <a:spcPts val="0"/>
              </a:spcBef>
              <a:spcAft>
                <a:spcPts val="0"/>
              </a:spcAft>
              <a:buClr>
                <a:schemeClr val="dk1"/>
              </a:buClr>
              <a:buSzPts val="2300"/>
              <a:buFont typeface="Sora"/>
              <a:buChar char="●"/>
            </a:pPr>
            <a:r>
              <a:rPr lang="en" sz="2300">
                <a:solidFill>
                  <a:schemeClr val="dk1"/>
                </a:solidFill>
                <a:latin typeface="Sora"/>
                <a:ea typeface="Sora"/>
                <a:cs typeface="Sora"/>
                <a:sym typeface="Sora"/>
              </a:rPr>
              <a:t>Both need encryption</a:t>
            </a:r>
            <a:r>
              <a:rPr lang="en" sz="2000">
                <a:solidFill>
                  <a:schemeClr val="dk1"/>
                </a:solidFill>
                <a:latin typeface="Sora"/>
                <a:ea typeface="Sora"/>
                <a:cs typeface="Sora"/>
                <a:sym typeface="Sora"/>
              </a:rPr>
              <a:t> [2][3]</a:t>
            </a:r>
            <a:endParaRPr sz="2000">
              <a:solidFill>
                <a:schemeClr val="dk1"/>
              </a:solidFill>
              <a:latin typeface="Sora"/>
              <a:ea typeface="Sora"/>
              <a:cs typeface="Sora"/>
              <a:sym typeface="Sora"/>
            </a:endParaRPr>
          </a:p>
          <a:p>
            <a:pPr indent="-374650" lvl="1" marL="914400" rtl="0" algn="l">
              <a:spcBef>
                <a:spcPts val="0"/>
              </a:spcBef>
              <a:spcAft>
                <a:spcPts val="0"/>
              </a:spcAft>
              <a:buClr>
                <a:schemeClr val="dk1"/>
              </a:buClr>
              <a:buSzPts val="2300"/>
              <a:buFont typeface="Sora"/>
              <a:buChar char="○"/>
            </a:pPr>
            <a:r>
              <a:rPr lang="en" sz="2300">
                <a:solidFill>
                  <a:schemeClr val="dk1"/>
                </a:solidFill>
                <a:latin typeface="Sora"/>
                <a:ea typeface="Sora"/>
                <a:cs typeface="Sora"/>
                <a:sym typeface="Sora"/>
              </a:rPr>
              <a:t>However, encryption is computationally heavy</a:t>
            </a:r>
            <a:endParaRPr sz="2300">
              <a:solidFill>
                <a:schemeClr val="dk1"/>
              </a:solidFill>
              <a:latin typeface="Sora"/>
              <a:ea typeface="Sora"/>
              <a:cs typeface="Sora"/>
              <a:sym typeface="Sora"/>
            </a:endParaRPr>
          </a:p>
          <a:p>
            <a:pPr indent="-374650" lvl="0" marL="457200" rtl="0" algn="l">
              <a:spcBef>
                <a:spcPts val="0"/>
              </a:spcBef>
              <a:spcAft>
                <a:spcPts val="0"/>
              </a:spcAft>
              <a:buClr>
                <a:schemeClr val="dk1"/>
              </a:buClr>
              <a:buSzPts val="2300"/>
              <a:buFont typeface="Sora"/>
              <a:buChar char="●"/>
            </a:pPr>
            <a:r>
              <a:rPr lang="en" sz="2300">
                <a:solidFill>
                  <a:schemeClr val="dk1"/>
                </a:solidFill>
                <a:latin typeface="Sora"/>
                <a:ea typeface="Sora"/>
                <a:cs typeface="Sora"/>
                <a:sym typeface="Sora"/>
              </a:rPr>
              <a:t>Ascon/LWC close the performance-security </a:t>
            </a:r>
            <a:endParaRPr sz="2300">
              <a:solidFill>
                <a:schemeClr val="dk1"/>
              </a:solidFill>
              <a:latin typeface="Sora"/>
              <a:ea typeface="Sora"/>
              <a:cs typeface="Sora"/>
              <a:sym typeface="Sora"/>
            </a:endParaRPr>
          </a:p>
          <a:p>
            <a:pPr indent="0" lvl="0" marL="457200" rtl="0" algn="l">
              <a:spcBef>
                <a:spcPts val="0"/>
              </a:spcBef>
              <a:spcAft>
                <a:spcPts val="0"/>
              </a:spcAft>
              <a:buNone/>
            </a:pPr>
            <a:r>
              <a:rPr lang="en" sz="2300">
                <a:solidFill>
                  <a:schemeClr val="dk1"/>
                </a:solidFill>
                <a:latin typeface="Sora"/>
                <a:ea typeface="Sora"/>
                <a:cs typeface="Sora"/>
                <a:sym typeface="Sora"/>
              </a:rPr>
              <a:t>gap</a:t>
            </a:r>
            <a:r>
              <a:rPr lang="en" sz="2000">
                <a:solidFill>
                  <a:schemeClr val="dk1"/>
                </a:solidFill>
                <a:latin typeface="Sora"/>
                <a:ea typeface="Sora"/>
                <a:cs typeface="Sora"/>
                <a:sym typeface="Sora"/>
              </a:rPr>
              <a:t> [4]</a:t>
            </a:r>
            <a:endParaRPr sz="2000">
              <a:solidFill>
                <a:schemeClr val="dk1"/>
              </a:solidFill>
              <a:latin typeface="Sora"/>
              <a:ea typeface="Sora"/>
              <a:cs typeface="Sora"/>
              <a:sym typeface="Sora"/>
            </a:endParaRPr>
          </a:p>
        </p:txBody>
      </p:sp>
      <p:pic>
        <p:nvPicPr>
          <p:cNvPr descr="Digital image of computer network (Provided by Getty Images)" id="943" name="Google Shape;943;p64"/>
          <p:cNvPicPr preferRelativeResize="0"/>
          <p:nvPr/>
        </p:nvPicPr>
        <p:blipFill rotWithShape="1">
          <a:blip r:embed="rId3">
            <a:alphaModFix/>
          </a:blip>
          <a:srcRect b="9369" l="0" r="0" t="9369"/>
          <a:stretch/>
        </p:blipFill>
        <p:spPr>
          <a:xfrm>
            <a:off x="4969375" y="1222000"/>
            <a:ext cx="4065823" cy="2479577"/>
          </a:xfrm>
          <a:prstGeom prst="rect">
            <a:avLst/>
          </a:prstGeom>
          <a:noFill/>
          <a:ln>
            <a:noFill/>
          </a:ln>
        </p:spPr>
      </p:pic>
      <p:sp>
        <p:nvSpPr>
          <p:cNvPr id="944" name="Google Shape;944;p64"/>
          <p:cNvSpPr txBox="1"/>
          <p:nvPr/>
        </p:nvSpPr>
        <p:spPr>
          <a:xfrm>
            <a:off x="1966200" y="4548125"/>
            <a:ext cx="8046300" cy="642900"/>
          </a:xfrm>
          <a:prstGeom prst="rect">
            <a:avLst/>
          </a:prstGeom>
          <a:noFill/>
          <a:ln>
            <a:noFill/>
          </a:ln>
        </p:spPr>
        <p:txBody>
          <a:bodyPr anchorCtr="0" anchor="t" bIns="91425" lIns="91425" spcFirstLastPara="1" rIns="91425" wrap="square" tIns="91425">
            <a:noAutofit/>
          </a:bodyPr>
          <a:lstStyle/>
          <a:p>
            <a:pPr indent="-273050" lvl="0" marL="457200" rtl="0" algn="l">
              <a:spcBef>
                <a:spcPts val="0"/>
              </a:spcBef>
              <a:spcAft>
                <a:spcPts val="0"/>
              </a:spcAft>
              <a:buClr>
                <a:schemeClr val="dk2"/>
              </a:buClr>
              <a:buSzPts val="700"/>
              <a:buAutoNum type="arabicParenR"/>
            </a:pPr>
            <a:r>
              <a:rPr lang="en" sz="700">
                <a:solidFill>
                  <a:schemeClr val="dk2"/>
                </a:solidFill>
              </a:rPr>
              <a:t>https://iot-analytics.com/number-connected-iot-devices/</a:t>
            </a:r>
            <a:endParaRPr sz="700">
              <a:solidFill>
                <a:schemeClr val="dk2"/>
              </a:solidFill>
            </a:endParaRPr>
          </a:p>
          <a:p>
            <a:pPr indent="-273050" lvl="0" marL="457200" rtl="0" algn="l">
              <a:spcBef>
                <a:spcPts val="0"/>
              </a:spcBef>
              <a:spcAft>
                <a:spcPts val="0"/>
              </a:spcAft>
              <a:buClr>
                <a:schemeClr val="dk2"/>
              </a:buClr>
              <a:buSzPts val="700"/>
              <a:buAutoNum type="arabicParenR"/>
            </a:pPr>
            <a:r>
              <a:rPr lang="en" sz="700">
                <a:solidFill>
                  <a:schemeClr val="dk2"/>
                </a:solidFill>
              </a:rPr>
              <a:t>https://www.bluetooth.com/wp-content/uploads/Files/Specification/HTML/Core-54/out/en/low-energy-controller/low-energy-link-layer-security.html </a:t>
            </a:r>
            <a:endParaRPr sz="700">
              <a:solidFill>
                <a:schemeClr val="dk2"/>
              </a:solidFill>
            </a:endParaRPr>
          </a:p>
          <a:p>
            <a:pPr indent="-273050" lvl="0" marL="457200" rtl="0" algn="l">
              <a:spcBef>
                <a:spcPts val="0"/>
              </a:spcBef>
              <a:spcAft>
                <a:spcPts val="0"/>
              </a:spcAft>
              <a:buClr>
                <a:schemeClr val="dk2"/>
              </a:buClr>
              <a:buSzPts val="700"/>
              <a:buAutoNum type="arabicParenR"/>
            </a:pPr>
            <a:r>
              <a:rPr lang="en" sz="700">
                <a:solidFill>
                  <a:schemeClr val="dk2"/>
                </a:solidFill>
              </a:rPr>
              <a:t>https://documentation.meraki.com/Wireless/Design_and_Configure/Architecture_and_Best_Practices/Wireless_Fundamentals%3A_Encryption_and_Authentication</a:t>
            </a:r>
            <a:endParaRPr sz="700">
              <a:solidFill>
                <a:schemeClr val="dk2"/>
              </a:solidFill>
            </a:endParaRPr>
          </a:p>
          <a:p>
            <a:pPr indent="-273050" lvl="0" marL="457200" rtl="0" algn="l">
              <a:spcBef>
                <a:spcPts val="0"/>
              </a:spcBef>
              <a:spcAft>
                <a:spcPts val="0"/>
              </a:spcAft>
              <a:buClr>
                <a:schemeClr val="dk2"/>
              </a:buClr>
              <a:buSzPts val="700"/>
              <a:buAutoNum type="arabicParenR"/>
            </a:pPr>
            <a:r>
              <a:rPr lang="en" sz="700">
                <a:solidFill>
                  <a:schemeClr val="dk2"/>
                </a:solidFill>
              </a:rPr>
              <a:t>https://www.nist.gov/news-events/news/2023/02/nist-selects-lightweight-cryptography-algorithms-protect-small-devices</a:t>
            </a:r>
            <a:endParaRPr sz="700">
              <a:solidFill>
                <a:schemeClr val="dk2"/>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48" name="Shape 948"/>
        <p:cNvGrpSpPr/>
        <p:nvPr/>
      </p:nvGrpSpPr>
      <p:grpSpPr>
        <a:xfrm>
          <a:off x="0" y="0"/>
          <a:ext cx="0" cy="0"/>
          <a:chOff x="0" y="0"/>
          <a:chExt cx="0" cy="0"/>
        </a:xfrm>
      </p:grpSpPr>
      <p:sp>
        <p:nvSpPr>
          <p:cNvPr id="949" name="Google Shape;949;p65"/>
          <p:cNvSpPr txBox="1"/>
          <p:nvPr>
            <p:ph idx="1" type="subTitle"/>
          </p:nvPr>
        </p:nvSpPr>
        <p:spPr>
          <a:xfrm>
            <a:off x="115025" y="3062925"/>
            <a:ext cx="3759600" cy="1659900"/>
          </a:xfrm>
          <a:prstGeom prst="rect">
            <a:avLst/>
          </a:prstGeom>
        </p:spPr>
        <p:txBody>
          <a:bodyPr anchorCtr="0" anchor="b" bIns="91425" lIns="91425" spcFirstLastPara="1" rIns="91425" wrap="square" tIns="91425">
            <a:noAutofit/>
          </a:bodyPr>
          <a:lstStyle/>
          <a:p>
            <a:pPr indent="0" lvl="0" marL="0" rtl="0" algn="l">
              <a:spcBef>
                <a:spcPts val="0"/>
              </a:spcBef>
              <a:spcAft>
                <a:spcPts val="1000"/>
              </a:spcAft>
              <a:buNone/>
            </a:pPr>
            <a:r>
              <a:rPr lang="en">
                <a:solidFill>
                  <a:schemeClr val="dk1"/>
                </a:solidFill>
              </a:rPr>
              <a:t>From the Project Vision </a:t>
            </a:r>
            <a:endParaRPr>
              <a:solidFill>
                <a:schemeClr val="dk1"/>
              </a:solidFill>
            </a:endParaRPr>
          </a:p>
        </p:txBody>
      </p:sp>
      <p:sp>
        <p:nvSpPr>
          <p:cNvPr id="950" name="Google Shape;950;p65"/>
          <p:cNvSpPr txBox="1"/>
          <p:nvPr>
            <p:ph type="title"/>
          </p:nvPr>
        </p:nvSpPr>
        <p:spPr>
          <a:xfrm>
            <a:off x="96025" y="1206300"/>
            <a:ext cx="6507000" cy="187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Original Project Idea</a:t>
            </a:r>
            <a:endParaRPr>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4" name="Shape 954"/>
        <p:cNvGrpSpPr/>
        <p:nvPr/>
      </p:nvGrpSpPr>
      <p:grpSpPr>
        <a:xfrm>
          <a:off x="0" y="0"/>
          <a:ext cx="0" cy="0"/>
          <a:chOff x="0" y="0"/>
          <a:chExt cx="0" cy="0"/>
        </a:xfrm>
      </p:grpSpPr>
      <p:sp>
        <p:nvSpPr>
          <p:cNvPr id="955" name="Google Shape;955;p66"/>
          <p:cNvSpPr txBox="1"/>
          <p:nvPr>
            <p:ph idx="1" type="subTitle"/>
          </p:nvPr>
        </p:nvSpPr>
        <p:spPr>
          <a:xfrm>
            <a:off x="2176499" y="319800"/>
            <a:ext cx="3904200" cy="520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Studying the lightweight cryptographic primitives of ASCON, which uses sponge construction modeling using different generations of Raspberry Pi.</a:t>
            </a:r>
            <a:endParaRPr/>
          </a:p>
        </p:txBody>
      </p:sp>
      <p:sp>
        <p:nvSpPr>
          <p:cNvPr id="956" name="Google Shape;956;p66"/>
          <p:cNvSpPr txBox="1"/>
          <p:nvPr>
            <p:ph idx="17" type="title"/>
          </p:nvPr>
        </p:nvSpPr>
        <p:spPr>
          <a:xfrm>
            <a:off x="38100" y="319650"/>
            <a:ext cx="1827900" cy="520200"/>
          </a:xfrm>
          <a:prstGeom prst="rect">
            <a:avLst/>
          </a:prstGeom>
        </p:spPr>
        <p:txBody>
          <a:bodyPr anchorCtr="0" anchor="t" bIns="91425" lIns="182875" spcFirstLastPara="1" rIns="91425" wrap="square" tIns="91425">
            <a:noAutofit/>
          </a:bodyPr>
          <a:lstStyle/>
          <a:p>
            <a:pPr indent="0" lvl="0" marL="0" rtl="0" algn="l">
              <a:spcBef>
                <a:spcPts val="0"/>
              </a:spcBef>
              <a:spcAft>
                <a:spcPts val="0"/>
              </a:spcAft>
              <a:buNone/>
            </a:pPr>
            <a:r>
              <a:rPr lang="en"/>
              <a:t>Project Vision</a:t>
            </a:r>
            <a:endParaRPr/>
          </a:p>
        </p:txBody>
      </p:sp>
      <p:sp>
        <p:nvSpPr>
          <p:cNvPr id="957" name="Google Shape;957;p66"/>
          <p:cNvSpPr txBox="1"/>
          <p:nvPr>
            <p:ph idx="18" type="title"/>
          </p:nvPr>
        </p:nvSpPr>
        <p:spPr>
          <a:xfrm>
            <a:off x="228600" y="4774929"/>
            <a:ext cx="1939200" cy="189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Fall 2025</a:t>
            </a:r>
            <a:endParaRPr/>
          </a:p>
          <a:p>
            <a:pPr indent="0" lvl="0" marL="0" rtl="0" algn="l">
              <a:spcBef>
                <a:spcPts val="0"/>
              </a:spcBef>
              <a:spcAft>
                <a:spcPts val="0"/>
              </a:spcAft>
              <a:buNone/>
            </a:pPr>
            <a:r>
              <a:t/>
            </a:r>
            <a:endParaRPr/>
          </a:p>
        </p:txBody>
      </p:sp>
      <p:sp>
        <p:nvSpPr>
          <p:cNvPr id="958" name="Google Shape;958;p66"/>
          <p:cNvSpPr txBox="1"/>
          <p:nvPr>
            <p:ph idx="2" type="title"/>
          </p:nvPr>
        </p:nvSpPr>
        <p:spPr>
          <a:xfrm>
            <a:off x="6250500" y="2093399"/>
            <a:ext cx="1939200" cy="288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ARM1176JZF-S</a:t>
            </a:r>
            <a:endParaRPr/>
          </a:p>
        </p:txBody>
      </p:sp>
      <p:sp>
        <p:nvSpPr>
          <p:cNvPr id="959" name="Google Shape;959;p66"/>
          <p:cNvSpPr txBox="1"/>
          <p:nvPr>
            <p:ph idx="7" type="body"/>
          </p:nvPr>
        </p:nvSpPr>
        <p:spPr>
          <a:xfrm>
            <a:off x="6250500" y="2382292"/>
            <a:ext cx="1939200" cy="1905600"/>
          </a:xfrm>
          <a:prstGeom prst="rect">
            <a:avLst/>
          </a:prstGeom>
        </p:spPr>
        <p:txBody>
          <a:bodyPr anchorCtr="0" anchor="t" bIns="91425" lIns="91425" spcFirstLastPara="1" rIns="0" wrap="square" tIns="91425">
            <a:normAutofit/>
          </a:bodyPr>
          <a:lstStyle/>
          <a:p>
            <a:pPr indent="0" lvl="0" marL="0" rtl="0" algn="l">
              <a:spcBef>
                <a:spcPts val="0"/>
              </a:spcBef>
              <a:spcAft>
                <a:spcPts val="0"/>
              </a:spcAft>
              <a:buNone/>
            </a:pPr>
            <a:r>
              <a:rPr lang="en"/>
              <a:t>Processor: BCM2835</a:t>
            </a:r>
            <a:endParaRPr/>
          </a:p>
          <a:p>
            <a:pPr indent="0" lvl="0" marL="0" rtl="0" algn="l">
              <a:spcBef>
                <a:spcPts val="800"/>
              </a:spcBef>
              <a:spcAft>
                <a:spcPts val="0"/>
              </a:spcAft>
              <a:buNone/>
            </a:pPr>
            <a:r>
              <a:rPr lang="en"/>
              <a:t>700MHz</a:t>
            </a:r>
            <a:endParaRPr/>
          </a:p>
          <a:p>
            <a:pPr indent="0" lvl="0" marL="0" rtl="0" algn="l">
              <a:spcBef>
                <a:spcPts val="800"/>
              </a:spcBef>
              <a:spcAft>
                <a:spcPts val="0"/>
              </a:spcAft>
              <a:buNone/>
            </a:pPr>
            <a:r>
              <a:rPr lang="en"/>
              <a:t>Single-core 32-bit</a:t>
            </a:r>
            <a:endParaRPr/>
          </a:p>
          <a:p>
            <a:pPr indent="0" lvl="0" marL="0" rtl="0" algn="l">
              <a:spcBef>
                <a:spcPts val="800"/>
              </a:spcBef>
              <a:spcAft>
                <a:spcPts val="800"/>
              </a:spcAft>
              <a:buNone/>
            </a:pPr>
            <a:r>
              <a:rPr lang="en"/>
              <a:t>512MB LPDDR2 SDRAM</a:t>
            </a:r>
            <a:endParaRPr/>
          </a:p>
        </p:txBody>
      </p:sp>
      <p:sp>
        <p:nvSpPr>
          <p:cNvPr id="960" name="Google Shape;960;p66"/>
          <p:cNvSpPr txBox="1"/>
          <p:nvPr>
            <p:ph idx="14" type="title"/>
          </p:nvPr>
        </p:nvSpPr>
        <p:spPr>
          <a:xfrm>
            <a:off x="6250500" y="1534794"/>
            <a:ext cx="2369400" cy="482400"/>
          </a:xfrm>
          <a:prstGeom prst="rect">
            <a:avLst/>
          </a:prstGeom>
        </p:spPr>
        <p:txBody>
          <a:bodyPr anchorCtr="0" anchor="t" bIns="91425" lIns="91425" spcFirstLastPara="1" rIns="137150" wrap="square" tIns="91425">
            <a:noAutofit/>
          </a:bodyPr>
          <a:lstStyle/>
          <a:p>
            <a:pPr indent="0" lvl="0" marL="0" rtl="0" algn="ctr">
              <a:spcBef>
                <a:spcPts val="0"/>
              </a:spcBef>
              <a:spcAft>
                <a:spcPts val="0"/>
              </a:spcAft>
              <a:buNone/>
            </a:pPr>
            <a:r>
              <a:rPr lang="en"/>
              <a:t>Raspberry Pi Zero W</a:t>
            </a:r>
            <a:endParaRPr/>
          </a:p>
        </p:txBody>
      </p:sp>
      <p:sp>
        <p:nvSpPr>
          <p:cNvPr id="961" name="Google Shape;961;p66"/>
          <p:cNvSpPr txBox="1"/>
          <p:nvPr>
            <p:ph idx="2" type="title"/>
          </p:nvPr>
        </p:nvSpPr>
        <p:spPr>
          <a:xfrm>
            <a:off x="228600" y="2093399"/>
            <a:ext cx="1939200" cy="288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ARM Cortex A-76</a:t>
            </a:r>
            <a:endParaRPr/>
          </a:p>
        </p:txBody>
      </p:sp>
      <p:sp>
        <p:nvSpPr>
          <p:cNvPr id="962" name="Google Shape;962;p66"/>
          <p:cNvSpPr txBox="1"/>
          <p:nvPr>
            <p:ph idx="7" type="body"/>
          </p:nvPr>
        </p:nvSpPr>
        <p:spPr>
          <a:xfrm>
            <a:off x="228600" y="2382292"/>
            <a:ext cx="1939200" cy="1905600"/>
          </a:xfrm>
          <a:prstGeom prst="rect">
            <a:avLst/>
          </a:prstGeom>
        </p:spPr>
        <p:txBody>
          <a:bodyPr anchorCtr="0" anchor="t" bIns="91425" lIns="91425" spcFirstLastPara="1" rIns="0" wrap="square" tIns="91425">
            <a:normAutofit/>
          </a:bodyPr>
          <a:lstStyle/>
          <a:p>
            <a:pPr indent="0" lvl="0" marL="0" rtl="0" algn="l">
              <a:spcBef>
                <a:spcPts val="0"/>
              </a:spcBef>
              <a:spcAft>
                <a:spcPts val="0"/>
              </a:spcAft>
              <a:buNone/>
            </a:pPr>
            <a:r>
              <a:rPr lang="en"/>
              <a:t>Processor: BCM2712</a:t>
            </a:r>
            <a:endParaRPr/>
          </a:p>
          <a:p>
            <a:pPr indent="0" lvl="0" marL="0" rtl="0" algn="l">
              <a:spcBef>
                <a:spcPts val="800"/>
              </a:spcBef>
              <a:spcAft>
                <a:spcPts val="0"/>
              </a:spcAft>
              <a:buNone/>
            </a:pPr>
            <a:r>
              <a:rPr lang="en"/>
              <a:t>2.4GHz</a:t>
            </a:r>
            <a:endParaRPr/>
          </a:p>
          <a:p>
            <a:pPr indent="0" lvl="0" marL="0" rtl="0" algn="l">
              <a:spcBef>
                <a:spcPts val="800"/>
              </a:spcBef>
              <a:spcAft>
                <a:spcPts val="0"/>
              </a:spcAft>
              <a:buNone/>
            </a:pPr>
            <a:r>
              <a:rPr lang="en"/>
              <a:t>Quad-core 64-bit</a:t>
            </a:r>
            <a:endParaRPr/>
          </a:p>
          <a:p>
            <a:pPr indent="0" lvl="0" marL="0" rtl="0" algn="l">
              <a:spcBef>
                <a:spcPts val="800"/>
              </a:spcBef>
              <a:spcAft>
                <a:spcPts val="800"/>
              </a:spcAft>
              <a:buNone/>
            </a:pPr>
            <a:r>
              <a:rPr lang="en"/>
              <a:t>Up to 16 GB LPDDR4 SDRAM</a:t>
            </a:r>
            <a:endParaRPr/>
          </a:p>
        </p:txBody>
      </p:sp>
      <p:sp>
        <p:nvSpPr>
          <p:cNvPr id="963" name="Google Shape;963;p66"/>
          <p:cNvSpPr txBox="1"/>
          <p:nvPr>
            <p:ph idx="14" type="title"/>
          </p:nvPr>
        </p:nvSpPr>
        <p:spPr>
          <a:xfrm>
            <a:off x="228600" y="1534805"/>
            <a:ext cx="1939200" cy="482400"/>
          </a:xfrm>
          <a:prstGeom prst="rect">
            <a:avLst/>
          </a:prstGeom>
        </p:spPr>
        <p:txBody>
          <a:bodyPr anchorCtr="0" anchor="t" bIns="91425" lIns="91425" spcFirstLastPara="1" rIns="137150" wrap="square" tIns="91425">
            <a:noAutofit/>
          </a:bodyPr>
          <a:lstStyle/>
          <a:p>
            <a:pPr indent="0" lvl="0" marL="0" rtl="0" algn="ctr">
              <a:spcBef>
                <a:spcPts val="0"/>
              </a:spcBef>
              <a:spcAft>
                <a:spcPts val="0"/>
              </a:spcAft>
              <a:buNone/>
            </a:pPr>
            <a:r>
              <a:rPr lang="en"/>
              <a:t>Raspberry Pi 5</a:t>
            </a:r>
            <a:endParaRPr/>
          </a:p>
        </p:txBody>
      </p:sp>
      <p:sp>
        <p:nvSpPr>
          <p:cNvPr id="964" name="Google Shape;964;p66"/>
          <p:cNvSpPr txBox="1"/>
          <p:nvPr>
            <p:ph idx="2" type="title"/>
          </p:nvPr>
        </p:nvSpPr>
        <p:spPr>
          <a:xfrm>
            <a:off x="2235900" y="2093398"/>
            <a:ext cx="1939200" cy="288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ARM Cortex A-72</a:t>
            </a:r>
            <a:endParaRPr/>
          </a:p>
        </p:txBody>
      </p:sp>
      <p:sp>
        <p:nvSpPr>
          <p:cNvPr id="965" name="Google Shape;965;p66"/>
          <p:cNvSpPr txBox="1"/>
          <p:nvPr>
            <p:ph idx="7" type="body"/>
          </p:nvPr>
        </p:nvSpPr>
        <p:spPr>
          <a:xfrm>
            <a:off x="2235900" y="2382292"/>
            <a:ext cx="1939200" cy="1905600"/>
          </a:xfrm>
          <a:prstGeom prst="rect">
            <a:avLst/>
          </a:prstGeom>
        </p:spPr>
        <p:txBody>
          <a:bodyPr anchorCtr="0" anchor="t" bIns="91425" lIns="91425" spcFirstLastPara="1" rIns="0" wrap="square" tIns="91425">
            <a:normAutofit/>
          </a:bodyPr>
          <a:lstStyle/>
          <a:p>
            <a:pPr indent="0" lvl="0" marL="0" rtl="0" algn="l">
              <a:spcBef>
                <a:spcPts val="0"/>
              </a:spcBef>
              <a:spcAft>
                <a:spcPts val="0"/>
              </a:spcAft>
              <a:buNone/>
            </a:pPr>
            <a:r>
              <a:rPr lang="en"/>
              <a:t>Processor: BCM2711</a:t>
            </a:r>
            <a:endParaRPr/>
          </a:p>
          <a:p>
            <a:pPr indent="0" lvl="0" marL="0" rtl="0" algn="l">
              <a:spcBef>
                <a:spcPts val="800"/>
              </a:spcBef>
              <a:spcAft>
                <a:spcPts val="0"/>
              </a:spcAft>
              <a:buNone/>
            </a:pPr>
            <a:r>
              <a:rPr lang="en"/>
              <a:t>1.5GHz</a:t>
            </a:r>
            <a:endParaRPr/>
          </a:p>
          <a:p>
            <a:pPr indent="0" lvl="0" marL="0" rtl="0" algn="l">
              <a:spcBef>
                <a:spcPts val="800"/>
              </a:spcBef>
              <a:spcAft>
                <a:spcPts val="0"/>
              </a:spcAft>
              <a:buNone/>
            </a:pPr>
            <a:r>
              <a:rPr lang="en"/>
              <a:t>Quad-core 64-bit</a:t>
            </a:r>
            <a:endParaRPr/>
          </a:p>
          <a:p>
            <a:pPr indent="0" lvl="0" marL="0" rtl="0" algn="l">
              <a:spcBef>
                <a:spcPts val="800"/>
              </a:spcBef>
              <a:spcAft>
                <a:spcPts val="800"/>
              </a:spcAft>
              <a:buNone/>
            </a:pPr>
            <a:r>
              <a:rPr lang="en"/>
              <a:t>Up to 8GB LPDDR4 SDRAM</a:t>
            </a:r>
            <a:endParaRPr/>
          </a:p>
        </p:txBody>
      </p:sp>
      <p:sp>
        <p:nvSpPr>
          <p:cNvPr id="966" name="Google Shape;966;p66"/>
          <p:cNvSpPr txBox="1"/>
          <p:nvPr>
            <p:ph idx="14" type="title"/>
          </p:nvPr>
        </p:nvSpPr>
        <p:spPr>
          <a:xfrm>
            <a:off x="2235900" y="1534805"/>
            <a:ext cx="1939200" cy="482400"/>
          </a:xfrm>
          <a:prstGeom prst="rect">
            <a:avLst/>
          </a:prstGeom>
        </p:spPr>
        <p:txBody>
          <a:bodyPr anchorCtr="0" anchor="t" bIns="91425" lIns="91425" spcFirstLastPara="1" rIns="137150" wrap="square" tIns="91425">
            <a:noAutofit/>
          </a:bodyPr>
          <a:lstStyle/>
          <a:p>
            <a:pPr indent="0" lvl="0" marL="0" rtl="0" algn="ctr">
              <a:spcBef>
                <a:spcPts val="0"/>
              </a:spcBef>
              <a:spcAft>
                <a:spcPts val="0"/>
              </a:spcAft>
              <a:buNone/>
            </a:pPr>
            <a:r>
              <a:rPr lang="en"/>
              <a:t>Raspberry Pi 4b</a:t>
            </a:r>
            <a:endParaRPr/>
          </a:p>
        </p:txBody>
      </p:sp>
      <p:sp>
        <p:nvSpPr>
          <p:cNvPr id="967" name="Google Shape;967;p66"/>
          <p:cNvSpPr txBox="1"/>
          <p:nvPr>
            <p:ph idx="2" type="title"/>
          </p:nvPr>
        </p:nvSpPr>
        <p:spPr>
          <a:xfrm>
            <a:off x="4243200" y="2093399"/>
            <a:ext cx="1939200" cy="288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ARM Cortex A-53</a:t>
            </a:r>
            <a:endParaRPr/>
          </a:p>
        </p:txBody>
      </p:sp>
      <p:sp>
        <p:nvSpPr>
          <p:cNvPr id="968" name="Google Shape;968;p66"/>
          <p:cNvSpPr txBox="1"/>
          <p:nvPr>
            <p:ph idx="7" type="body"/>
          </p:nvPr>
        </p:nvSpPr>
        <p:spPr>
          <a:xfrm>
            <a:off x="4243200" y="2382292"/>
            <a:ext cx="1939200" cy="1905600"/>
          </a:xfrm>
          <a:prstGeom prst="rect">
            <a:avLst/>
          </a:prstGeom>
        </p:spPr>
        <p:txBody>
          <a:bodyPr anchorCtr="0" anchor="t" bIns="91425" lIns="91425" spcFirstLastPara="1" rIns="0" wrap="square" tIns="91425">
            <a:normAutofit/>
          </a:bodyPr>
          <a:lstStyle/>
          <a:p>
            <a:pPr indent="0" lvl="0" marL="0" rtl="0" algn="l">
              <a:spcBef>
                <a:spcPts val="0"/>
              </a:spcBef>
              <a:spcAft>
                <a:spcPts val="0"/>
              </a:spcAft>
              <a:buNone/>
            </a:pPr>
            <a:r>
              <a:rPr lang="en"/>
              <a:t>Processor: BCM2837B0</a:t>
            </a:r>
            <a:endParaRPr/>
          </a:p>
          <a:p>
            <a:pPr indent="0" lvl="0" marL="0" rtl="0" algn="l">
              <a:spcBef>
                <a:spcPts val="800"/>
              </a:spcBef>
              <a:spcAft>
                <a:spcPts val="0"/>
              </a:spcAft>
              <a:buNone/>
            </a:pPr>
            <a:r>
              <a:rPr lang="en"/>
              <a:t>1.4GHz</a:t>
            </a:r>
            <a:endParaRPr/>
          </a:p>
          <a:p>
            <a:pPr indent="0" lvl="0" marL="0" rtl="0" algn="l">
              <a:spcBef>
                <a:spcPts val="800"/>
              </a:spcBef>
              <a:spcAft>
                <a:spcPts val="0"/>
              </a:spcAft>
              <a:buNone/>
            </a:pPr>
            <a:r>
              <a:rPr lang="en"/>
              <a:t>Quad-core 64-bit</a:t>
            </a:r>
            <a:endParaRPr/>
          </a:p>
          <a:p>
            <a:pPr indent="0" lvl="0" marL="0" rtl="0" algn="l">
              <a:spcBef>
                <a:spcPts val="800"/>
              </a:spcBef>
              <a:spcAft>
                <a:spcPts val="800"/>
              </a:spcAft>
              <a:buNone/>
            </a:pPr>
            <a:r>
              <a:rPr lang="en"/>
              <a:t>1GB LPDDR2 SDRAM</a:t>
            </a:r>
            <a:endParaRPr/>
          </a:p>
        </p:txBody>
      </p:sp>
      <p:sp>
        <p:nvSpPr>
          <p:cNvPr id="969" name="Google Shape;969;p66"/>
          <p:cNvSpPr txBox="1"/>
          <p:nvPr>
            <p:ph idx="14" type="title"/>
          </p:nvPr>
        </p:nvSpPr>
        <p:spPr>
          <a:xfrm>
            <a:off x="4243200" y="1534805"/>
            <a:ext cx="1939200" cy="482400"/>
          </a:xfrm>
          <a:prstGeom prst="rect">
            <a:avLst/>
          </a:prstGeom>
        </p:spPr>
        <p:txBody>
          <a:bodyPr anchorCtr="0" anchor="t" bIns="91425" lIns="91425" spcFirstLastPara="1" rIns="137150" wrap="square" tIns="91425">
            <a:noAutofit/>
          </a:bodyPr>
          <a:lstStyle/>
          <a:p>
            <a:pPr indent="0" lvl="0" marL="0" rtl="0" algn="ctr">
              <a:spcBef>
                <a:spcPts val="0"/>
              </a:spcBef>
              <a:spcAft>
                <a:spcPts val="0"/>
              </a:spcAft>
              <a:buNone/>
            </a:pPr>
            <a:r>
              <a:rPr lang="en" sz="1700"/>
              <a:t>Raspberry Pi 3b+</a:t>
            </a:r>
            <a:endParaRPr sz="1700"/>
          </a:p>
        </p:txBody>
      </p:sp>
      <p:sp>
        <p:nvSpPr>
          <p:cNvPr id="970" name="Google Shape;970;p66"/>
          <p:cNvSpPr txBox="1"/>
          <p:nvPr>
            <p:ph idx="1" type="subTitle"/>
          </p:nvPr>
        </p:nvSpPr>
        <p:spPr>
          <a:xfrm>
            <a:off x="1579500" y="4072650"/>
            <a:ext cx="6362100" cy="520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We will use the tools from the NIST LWC Standardization Project that were previously used for benchmarking microcontrollers, and may supplement or replace with other tools if they are seen as more appropriate. </a:t>
            </a:r>
            <a:endParaRPr/>
          </a:p>
          <a:p>
            <a:pPr indent="0" lvl="0" marL="0" rtl="0" algn="l">
              <a:spcBef>
                <a:spcPts val="0"/>
              </a:spcBef>
              <a:spcAft>
                <a:spcPts val="0"/>
              </a:spcAft>
              <a:buNone/>
            </a:pPr>
            <a:r>
              <a:rPr lang="en"/>
              <a:t>(https://github.com/usnistgov/Lightweight-Cryptography-Benchmarking)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Excel will be used for data analysis and visualization where the included Python scripts are not applicable.</a:t>
            </a:r>
            <a:endParaRPr/>
          </a:p>
        </p:txBody>
      </p:sp>
      <p:sp>
        <p:nvSpPr>
          <p:cNvPr id="971" name="Google Shape;971;p66"/>
          <p:cNvSpPr txBox="1"/>
          <p:nvPr>
            <p:ph idx="17" type="title"/>
          </p:nvPr>
        </p:nvSpPr>
        <p:spPr>
          <a:xfrm>
            <a:off x="763325" y="4072650"/>
            <a:ext cx="1827900" cy="520200"/>
          </a:xfrm>
          <a:prstGeom prst="rect">
            <a:avLst/>
          </a:prstGeom>
        </p:spPr>
        <p:txBody>
          <a:bodyPr anchorCtr="0" anchor="t" bIns="91425" lIns="182875" spcFirstLastPara="1" rIns="91425" wrap="square" tIns="91425">
            <a:noAutofit/>
          </a:bodyPr>
          <a:lstStyle/>
          <a:p>
            <a:pPr indent="0" lvl="0" marL="0" rtl="0" algn="l">
              <a:spcBef>
                <a:spcPts val="0"/>
              </a:spcBef>
              <a:spcAft>
                <a:spcPts val="0"/>
              </a:spcAft>
              <a:buNone/>
            </a:pPr>
            <a:r>
              <a:rPr lang="en"/>
              <a:t>Tools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5" name="Shape 975"/>
        <p:cNvGrpSpPr/>
        <p:nvPr/>
      </p:nvGrpSpPr>
      <p:grpSpPr>
        <a:xfrm>
          <a:off x="0" y="0"/>
          <a:ext cx="0" cy="0"/>
          <a:chOff x="0" y="0"/>
          <a:chExt cx="0" cy="0"/>
        </a:xfrm>
      </p:grpSpPr>
      <p:sp>
        <p:nvSpPr>
          <p:cNvPr id="976" name="Google Shape;976;p67"/>
          <p:cNvSpPr txBox="1"/>
          <p:nvPr>
            <p:ph type="title"/>
          </p:nvPr>
        </p:nvSpPr>
        <p:spPr>
          <a:xfrm>
            <a:off x="134550" y="1524225"/>
            <a:ext cx="1119600" cy="297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Objectives</a:t>
            </a:r>
            <a:endParaRPr/>
          </a:p>
        </p:txBody>
      </p:sp>
      <p:sp>
        <p:nvSpPr>
          <p:cNvPr id="977" name="Google Shape;977;p67"/>
          <p:cNvSpPr txBox="1"/>
          <p:nvPr>
            <p:ph idx="6" type="title"/>
          </p:nvPr>
        </p:nvSpPr>
        <p:spPr>
          <a:xfrm>
            <a:off x="3808925" y="983700"/>
            <a:ext cx="2296500" cy="297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Phase 2: Collect Data</a:t>
            </a:r>
            <a:endParaRPr/>
          </a:p>
        </p:txBody>
      </p:sp>
      <p:sp>
        <p:nvSpPr>
          <p:cNvPr id="978" name="Google Shape;978;p67"/>
          <p:cNvSpPr txBox="1"/>
          <p:nvPr>
            <p:ph idx="4" type="title"/>
          </p:nvPr>
        </p:nvSpPr>
        <p:spPr>
          <a:xfrm>
            <a:off x="38100" y="319650"/>
            <a:ext cx="3116700" cy="431100"/>
          </a:xfrm>
          <a:prstGeom prst="rect">
            <a:avLst/>
          </a:prstGeom>
        </p:spPr>
        <p:txBody>
          <a:bodyPr anchorCtr="0" anchor="t" bIns="91425" lIns="182875" spcFirstLastPara="1" rIns="91425" wrap="square" tIns="91425">
            <a:spAutoFit/>
          </a:bodyPr>
          <a:lstStyle/>
          <a:p>
            <a:pPr indent="0" lvl="0" marL="0" rtl="0" algn="l">
              <a:spcBef>
                <a:spcPts val="0"/>
              </a:spcBef>
              <a:spcAft>
                <a:spcPts val="0"/>
              </a:spcAft>
              <a:buNone/>
            </a:pPr>
            <a:r>
              <a:rPr lang="en"/>
              <a:t>Project roadmap</a:t>
            </a:r>
            <a:endParaRPr/>
          </a:p>
        </p:txBody>
      </p:sp>
      <p:sp>
        <p:nvSpPr>
          <p:cNvPr id="979" name="Google Shape;979;p67"/>
          <p:cNvSpPr txBox="1"/>
          <p:nvPr>
            <p:ph idx="5" type="title"/>
          </p:nvPr>
        </p:nvSpPr>
        <p:spPr>
          <a:xfrm>
            <a:off x="1326150" y="983700"/>
            <a:ext cx="2296500" cy="297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Phase 1: Research</a:t>
            </a:r>
            <a:endParaRPr/>
          </a:p>
        </p:txBody>
      </p:sp>
      <p:sp>
        <p:nvSpPr>
          <p:cNvPr id="980" name="Google Shape;980;p67"/>
          <p:cNvSpPr txBox="1"/>
          <p:nvPr>
            <p:ph idx="7" type="title"/>
          </p:nvPr>
        </p:nvSpPr>
        <p:spPr>
          <a:xfrm>
            <a:off x="6291700" y="983700"/>
            <a:ext cx="2296500" cy="297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Phase 3: Interpret Results</a:t>
            </a:r>
            <a:endParaRPr/>
          </a:p>
        </p:txBody>
      </p:sp>
      <p:sp>
        <p:nvSpPr>
          <p:cNvPr id="981" name="Google Shape;981;p67"/>
          <p:cNvSpPr txBox="1"/>
          <p:nvPr>
            <p:ph idx="2" type="title"/>
          </p:nvPr>
        </p:nvSpPr>
        <p:spPr>
          <a:xfrm>
            <a:off x="134550" y="2606200"/>
            <a:ext cx="1119600" cy="297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Activities</a:t>
            </a:r>
            <a:endParaRPr/>
          </a:p>
        </p:txBody>
      </p:sp>
      <p:sp>
        <p:nvSpPr>
          <p:cNvPr id="982" name="Google Shape;982;p67"/>
          <p:cNvSpPr txBox="1"/>
          <p:nvPr>
            <p:ph idx="3" type="title"/>
          </p:nvPr>
        </p:nvSpPr>
        <p:spPr>
          <a:xfrm>
            <a:off x="134550" y="3659750"/>
            <a:ext cx="1119600" cy="297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Deliverables</a:t>
            </a:r>
            <a:endParaRPr/>
          </a:p>
        </p:txBody>
      </p:sp>
      <p:sp>
        <p:nvSpPr>
          <p:cNvPr id="983" name="Google Shape;983;p67"/>
          <p:cNvSpPr txBox="1"/>
          <p:nvPr>
            <p:ph idx="15" type="body"/>
          </p:nvPr>
        </p:nvSpPr>
        <p:spPr>
          <a:xfrm>
            <a:off x="3808863" y="2606200"/>
            <a:ext cx="2296500" cy="999900"/>
          </a:xfrm>
          <a:prstGeom prst="rect">
            <a:avLst/>
          </a:prstGeom>
        </p:spPr>
        <p:txBody>
          <a:bodyPr anchorCtr="0" anchor="t" bIns="91425" lIns="91425" spcFirstLastPara="1" rIns="91425" wrap="square" tIns="91425">
            <a:normAutofit/>
          </a:bodyPr>
          <a:lstStyle/>
          <a:p>
            <a:pPr indent="-120650" lvl="0" marL="114300" rtl="0" algn="l">
              <a:spcBef>
                <a:spcPts val="0"/>
              </a:spcBef>
              <a:spcAft>
                <a:spcPts val="0"/>
              </a:spcAft>
              <a:buClr>
                <a:schemeClr val="accent3"/>
              </a:buClr>
              <a:buSzPts val="1000"/>
              <a:buChar char="➔"/>
            </a:pPr>
            <a:r>
              <a:rPr lang="en">
                <a:solidFill>
                  <a:schemeClr val="dk2"/>
                </a:solidFill>
              </a:rPr>
              <a:t>Use NIST benchmark tools to benchmark on our available platforms.</a:t>
            </a:r>
            <a:endParaRPr>
              <a:solidFill>
                <a:schemeClr val="dk2"/>
              </a:solidFill>
            </a:endParaRPr>
          </a:p>
          <a:p>
            <a:pPr indent="-120650" lvl="0" marL="114300" rtl="0" algn="l">
              <a:spcBef>
                <a:spcPts val="0"/>
              </a:spcBef>
              <a:spcAft>
                <a:spcPts val="0"/>
              </a:spcAft>
              <a:buClr>
                <a:schemeClr val="accent3"/>
              </a:buClr>
              <a:buSzPts val="1000"/>
              <a:buChar char="➔"/>
            </a:pPr>
            <a:r>
              <a:rPr lang="en">
                <a:solidFill>
                  <a:schemeClr val="dk2"/>
                </a:solidFill>
              </a:rPr>
              <a:t>Collect detailed data and demos.</a:t>
            </a:r>
            <a:endParaRPr>
              <a:solidFill>
                <a:schemeClr val="dk2"/>
              </a:solidFill>
            </a:endParaRPr>
          </a:p>
        </p:txBody>
      </p:sp>
      <p:sp>
        <p:nvSpPr>
          <p:cNvPr id="984" name="Google Shape;984;p67"/>
          <p:cNvSpPr txBox="1"/>
          <p:nvPr>
            <p:ph idx="17" type="body"/>
          </p:nvPr>
        </p:nvSpPr>
        <p:spPr>
          <a:xfrm>
            <a:off x="1326025" y="1524225"/>
            <a:ext cx="2296500" cy="832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2"/>
                </a:solidFill>
              </a:rPr>
              <a:t>Research the Ascon algorithm and NIST benchmarking. Understand the differences between different Pi platforms. Consider any additional tests or feasible platform test additions.</a:t>
            </a:r>
            <a:endParaRPr>
              <a:solidFill>
                <a:schemeClr val="dk2"/>
              </a:solidFill>
            </a:endParaRPr>
          </a:p>
        </p:txBody>
      </p:sp>
      <p:sp>
        <p:nvSpPr>
          <p:cNvPr id="985" name="Google Shape;985;p67"/>
          <p:cNvSpPr txBox="1"/>
          <p:nvPr>
            <p:ph idx="18" type="body"/>
          </p:nvPr>
        </p:nvSpPr>
        <p:spPr>
          <a:xfrm>
            <a:off x="3808867" y="1524225"/>
            <a:ext cx="2296500" cy="832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2"/>
                </a:solidFill>
              </a:rPr>
              <a:t>Perform benchmarking. Collect enough data to do meaningful processing later.</a:t>
            </a:r>
            <a:endParaRPr>
              <a:solidFill>
                <a:schemeClr val="dk2"/>
              </a:solidFill>
            </a:endParaRPr>
          </a:p>
        </p:txBody>
      </p:sp>
      <p:sp>
        <p:nvSpPr>
          <p:cNvPr id="986" name="Google Shape;986;p67"/>
          <p:cNvSpPr txBox="1"/>
          <p:nvPr>
            <p:ph idx="19" type="body"/>
          </p:nvPr>
        </p:nvSpPr>
        <p:spPr>
          <a:xfrm>
            <a:off x="6291721" y="1524225"/>
            <a:ext cx="2296500" cy="832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2"/>
                </a:solidFill>
              </a:rPr>
              <a:t>Process results and report findings.</a:t>
            </a:r>
            <a:endParaRPr>
              <a:solidFill>
                <a:schemeClr val="dk2"/>
              </a:solidFill>
            </a:endParaRPr>
          </a:p>
        </p:txBody>
      </p:sp>
      <p:sp>
        <p:nvSpPr>
          <p:cNvPr id="987" name="Google Shape;987;p67"/>
          <p:cNvSpPr txBox="1"/>
          <p:nvPr>
            <p:ph idx="9" type="body"/>
          </p:nvPr>
        </p:nvSpPr>
        <p:spPr>
          <a:xfrm>
            <a:off x="3808863" y="3615050"/>
            <a:ext cx="2296500" cy="999900"/>
          </a:xfrm>
          <a:prstGeom prst="rect">
            <a:avLst/>
          </a:prstGeom>
        </p:spPr>
        <p:txBody>
          <a:bodyPr anchorCtr="0" anchor="t" bIns="91425" lIns="91425" spcFirstLastPara="1" rIns="91425" wrap="square" tIns="91425">
            <a:normAutofit/>
          </a:bodyPr>
          <a:lstStyle/>
          <a:p>
            <a:pPr indent="-120650" lvl="0" marL="114300" rtl="0" algn="l">
              <a:lnSpc>
                <a:spcPct val="100000"/>
              </a:lnSpc>
              <a:spcBef>
                <a:spcPts val="0"/>
              </a:spcBef>
              <a:spcAft>
                <a:spcPts val="0"/>
              </a:spcAft>
              <a:buClr>
                <a:schemeClr val="accent3"/>
              </a:buClr>
              <a:buSzPts val="1000"/>
              <a:buChar char="➔"/>
            </a:pPr>
            <a:r>
              <a:rPr lang="en">
                <a:solidFill>
                  <a:schemeClr val="dk2"/>
                </a:solidFill>
              </a:rPr>
              <a:t>Videos and screenshots of experimental procedure</a:t>
            </a:r>
            <a:endParaRPr>
              <a:solidFill>
                <a:schemeClr val="dk2"/>
              </a:solidFill>
            </a:endParaRPr>
          </a:p>
          <a:p>
            <a:pPr indent="-120650" lvl="0" marL="114300" rtl="0" algn="l">
              <a:lnSpc>
                <a:spcPct val="100000"/>
              </a:lnSpc>
              <a:spcBef>
                <a:spcPts val="0"/>
              </a:spcBef>
              <a:spcAft>
                <a:spcPts val="0"/>
              </a:spcAft>
              <a:buClr>
                <a:schemeClr val="accent3"/>
              </a:buClr>
              <a:buSzPts val="1000"/>
              <a:buChar char="➔"/>
            </a:pPr>
            <a:r>
              <a:rPr lang="en">
                <a:solidFill>
                  <a:schemeClr val="dk2"/>
                </a:solidFill>
              </a:rPr>
              <a:t>Raw CSV files with results</a:t>
            </a:r>
            <a:endParaRPr>
              <a:solidFill>
                <a:schemeClr val="dk2"/>
              </a:solidFill>
            </a:endParaRPr>
          </a:p>
        </p:txBody>
      </p:sp>
      <p:sp>
        <p:nvSpPr>
          <p:cNvPr id="988" name="Google Shape;988;p67"/>
          <p:cNvSpPr txBox="1"/>
          <p:nvPr>
            <p:ph idx="13" type="body"/>
          </p:nvPr>
        </p:nvSpPr>
        <p:spPr>
          <a:xfrm>
            <a:off x="6291713" y="3615050"/>
            <a:ext cx="2296500" cy="999900"/>
          </a:xfrm>
          <a:prstGeom prst="rect">
            <a:avLst/>
          </a:prstGeom>
        </p:spPr>
        <p:txBody>
          <a:bodyPr anchorCtr="0" anchor="t" bIns="91425" lIns="91425" spcFirstLastPara="1" rIns="91425" wrap="square" tIns="91425">
            <a:normAutofit/>
          </a:bodyPr>
          <a:lstStyle/>
          <a:p>
            <a:pPr indent="-120650" lvl="0" marL="114300" rtl="0" algn="l">
              <a:spcBef>
                <a:spcPts val="0"/>
              </a:spcBef>
              <a:spcAft>
                <a:spcPts val="0"/>
              </a:spcAft>
              <a:buClr>
                <a:schemeClr val="accent3"/>
              </a:buClr>
              <a:buSzPts val="1000"/>
              <a:buChar char="➔"/>
            </a:pPr>
            <a:r>
              <a:rPr lang="en">
                <a:solidFill>
                  <a:schemeClr val="dk2"/>
                </a:solidFill>
              </a:rPr>
              <a:t>Final report with analysis of results and Ascon architecture</a:t>
            </a:r>
            <a:endParaRPr>
              <a:solidFill>
                <a:schemeClr val="dk2"/>
              </a:solidFill>
            </a:endParaRPr>
          </a:p>
          <a:p>
            <a:pPr indent="-120650" lvl="0" marL="114300" rtl="0" algn="l">
              <a:spcBef>
                <a:spcPts val="0"/>
              </a:spcBef>
              <a:spcAft>
                <a:spcPts val="0"/>
              </a:spcAft>
              <a:buClr>
                <a:schemeClr val="dk2"/>
              </a:buClr>
              <a:buSzPts val="1000"/>
              <a:buChar char="➔"/>
            </a:pPr>
            <a:r>
              <a:rPr lang="en">
                <a:solidFill>
                  <a:schemeClr val="dk2"/>
                </a:solidFill>
              </a:rPr>
              <a:t>Graphs and plots from data</a:t>
            </a:r>
            <a:endParaRPr>
              <a:solidFill>
                <a:schemeClr val="dk2"/>
              </a:solidFill>
            </a:endParaRPr>
          </a:p>
          <a:p>
            <a:pPr indent="-120650" lvl="0" marL="114300" rtl="0" algn="l">
              <a:spcBef>
                <a:spcPts val="0"/>
              </a:spcBef>
              <a:spcAft>
                <a:spcPts val="0"/>
              </a:spcAft>
              <a:buClr>
                <a:schemeClr val="accent3"/>
              </a:buClr>
              <a:buSzPts val="1000"/>
              <a:buChar char="➔"/>
            </a:pPr>
            <a:r>
              <a:rPr lang="en">
                <a:solidFill>
                  <a:schemeClr val="dk2"/>
                </a:solidFill>
              </a:rPr>
              <a:t>Github repo with raw data, demos, report</a:t>
            </a:r>
            <a:endParaRPr>
              <a:solidFill>
                <a:schemeClr val="dk2"/>
              </a:solidFill>
            </a:endParaRPr>
          </a:p>
        </p:txBody>
      </p:sp>
      <p:sp>
        <p:nvSpPr>
          <p:cNvPr id="989" name="Google Shape;989;p67"/>
          <p:cNvSpPr txBox="1"/>
          <p:nvPr>
            <p:ph idx="14" type="body"/>
          </p:nvPr>
        </p:nvSpPr>
        <p:spPr>
          <a:xfrm>
            <a:off x="1326025" y="2606200"/>
            <a:ext cx="2296500" cy="999900"/>
          </a:xfrm>
          <a:prstGeom prst="rect">
            <a:avLst/>
          </a:prstGeom>
        </p:spPr>
        <p:txBody>
          <a:bodyPr anchorCtr="0" anchor="t" bIns="91425" lIns="91425" spcFirstLastPara="1" rIns="91425" wrap="square" tIns="91425">
            <a:normAutofit lnSpcReduction="20000"/>
          </a:bodyPr>
          <a:lstStyle/>
          <a:p>
            <a:pPr indent="-120650" lvl="0" marL="114300" rtl="0" algn="l">
              <a:spcBef>
                <a:spcPts val="0"/>
              </a:spcBef>
              <a:spcAft>
                <a:spcPts val="0"/>
              </a:spcAft>
              <a:buClr>
                <a:schemeClr val="accent3"/>
              </a:buClr>
              <a:buSzPts val="1000"/>
              <a:buChar char="➔"/>
            </a:pPr>
            <a:r>
              <a:rPr lang="en">
                <a:solidFill>
                  <a:schemeClr val="dk2"/>
                </a:solidFill>
              </a:rPr>
              <a:t>Find and understand papers on Ascon and review literature from other benchmarks/reports</a:t>
            </a:r>
            <a:endParaRPr>
              <a:solidFill>
                <a:schemeClr val="dk2"/>
              </a:solidFill>
            </a:endParaRPr>
          </a:p>
          <a:p>
            <a:pPr indent="-120650" lvl="0" marL="114300" rtl="0" algn="l">
              <a:spcBef>
                <a:spcPts val="0"/>
              </a:spcBef>
              <a:spcAft>
                <a:spcPts val="0"/>
              </a:spcAft>
              <a:buClr>
                <a:schemeClr val="accent3"/>
              </a:buClr>
              <a:buSzPts val="1000"/>
              <a:buChar char="➔"/>
            </a:pPr>
            <a:r>
              <a:rPr lang="en">
                <a:solidFill>
                  <a:schemeClr val="dk2"/>
                </a:solidFill>
              </a:rPr>
              <a:t>Be specific and add as many as you need</a:t>
            </a:r>
            <a:endParaRPr>
              <a:solidFill>
                <a:schemeClr val="dk2"/>
              </a:solidFill>
            </a:endParaRPr>
          </a:p>
        </p:txBody>
      </p:sp>
      <p:sp>
        <p:nvSpPr>
          <p:cNvPr id="990" name="Google Shape;990;p67"/>
          <p:cNvSpPr txBox="1"/>
          <p:nvPr>
            <p:ph idx="16" type="body"/>
          </p:nvPr>
        </p:nvSpPr>
        <p:spPr>
          <a:xfrm>
            <a:off x="6291713" y="2606200"/>
            <a:ext cx="2296500" cy="999900"/>
          </a:xfrm>
          <a:prstGeom prst="rect">
            <a:avLst/>
          </a:prstGeom>
        </p:spPr>
        <p:txBody>
          <a:bodyPr anchorCtr="0" anchor="t" bIns="91425" lIns="91425" spcFirstLastPara="1" rIns="91425" wrap="square" tIns="91425">
            <a:normAutofit/>
          </a:bodyPr>
          <a:lstStyle/>
          <a:p>
            <a:pPr indent="-120650" lvl="0" marL="114300" rtl="0" algn="l">
              <a:spcBef>
                <a:spcPts val="0"/>
              </a:spcBef>
              <a:spcAft>
                <a:spcPts val="0"/>
              </a:spcAft>
              <a:buClr>
                <a:schemeClr val="accent3"/>
              </a:buClr>
              <a:buSzPts val="1000"/>
              <a:buChar char="➔"/>
            </a:pPr>
            <a:r>
              <a:rPr lang="en">
                <a:solidFill>
                  <a:schemeClr val="dk2"/>
                </a:solidFill>
              </a:rPr>
              <a:t>Analyze what our results mean and feasibility of using Ascon in place of existing algorithms.</a:t>
            </a:r>
            <a:endParaRPr>
              <a:solidFill>
                <a:schemeClr val="dk2"/>
              </a:solidFill>
            </a:endParaRPr>
          </a:p>
          <a:p>
            <a:pPr indent="-120650" lvl="0" marL="114300" rtl="0" algn="l">
              <a:spcBef>
                <a:spcPts val="0"/>
              </a:spcBef>
              <a:spcAft>
                <a:spcPts val="0"/>
              </a:spcAft>
              <a:buClr>
                <a:schemeClr val="accent3"/>
              </a:buClr>
              <a:buSzPts val="1000"/>
              <a:buChar char="➔"/>
            </a:pPr>
            <a:r>
              <a:rPr lang="en">
                <a:solidFill>
                  <a:schemeClr val="dk2"/>
                </a:solidFill>
              </a:rPr>
              <a:t>Organize all results in a readable and interesting way.</a:t>
            </a:r>
            <a:endParaRPr>
              <a:solidFill>
                <a:schemeClr val="dk2"/>
              </a:solidFill>
            </a:endParaRPr>
          </a:p>
        </p:txBody>
      </p:sp>
      <p:sp>
        <p:nvSpPr>
          <p:cNvPr id="991" name="Google Shape;991;p67"/>
          <p:cNvSpPr txBox="1"/>
          <p:nvPr>
            <p:ph idx="1" type="body"/>
          </p:nvPr>
        </p:nvSpPr>
        <p:spPr>
          <a:xfrm>
            <a:off x="1326025" y="3615050"/>
            <a:ext cx="2296500" cy="999900"/>
          </a:xfrm>
          <a:prstGeom prst="rect">
            <a:avLst/>
          </a:prstGeom>
        </p:spPr>
        <p:txBody>
          <a:bodyPr anchorCtr="0" anchor="t" bIns="91425" lIns="91425" spcFirstLastPara="1" rIns="91425" wrap="square" tIns="91425">
            <a:normAutofit/>
          </a:bodyPr>
          <a:lstStyle/>
          <a:p>
            <a:pPr indent="-120650" lvl="0" marL="114300" rtl="0" algn="l">
              <a:spcBef>
                <a:spcPts val="0"/>
              </a:spcBef>
              <a:spcAft>
                <a:spcPts val="0"/>
              </a:spcAft>
              <a:buClr>
                <a:schemeClr val="accent3"/>
              </a:buClr>
              <a:buSzPts val="1000"/>
              <a:buChar char="➔"/>
            </a:pPr>
            <a:r>
              <a:rPr lang="en">
                <a:solidFill>
                  <a:schemeClr val="dk2"/>
                </a:solidFill>
              </a:rPr>
              <a:t>Report drafted section: understanding/evaluating Ascon</a:t>
            </a:r>
            <a:endParaRPr>
              <a:solidFill>
                <a:schemeClr val="dk2"/>
              </a:solidFill>
            </a:endParaRPr>
          </a:p>
          <a:p>
            <a:pPr indent="-120650" lvl="0" marL="114300" rtl="0" algn="l">
              <a:spcBef>
                <a:spcPts val="0"/>
              </a:spcBef>
              <a:spcAft>
                <a:spcPts val="0"/>
              </a:spcAft>
              <a:buClr>
                <a:schemeClr val="accent3"/>
              </a:buClr>
              <a:buSzPts val="1000"/>
              <a:buChar char="➔"/>
            </a:pPr>
            <a:r>
              <a:rPr lang="en">
                <a:solidFill>
                  <a:schemeClr val="dk2"/>
                </a:solidFill>
              </a:rPr>
              <a:t>Goals for benchmark data (what equations to use, etc.)</a:t>
            </a:r>
            <a:endParaRPr>
              <a:solidFill>
                <a:schemeClr val="dk2"/>
              </a:solidFill>
            </a:endParaRPr>
          </a:p>
        </p:txBody>
      </p:sp>
      <p:sp>
        <p:nvSpPr>
          <p:cNvPr id="992" name="Google Shape;992;p67"/>
          <p:cNvSpPr txBox="1"/>
          <p:nvPr>
            <p:ph idx="20" type="title"/>
          </p:nvPr>
        </p:nvSpPr>
        <p:spPr>
          <a:xfrm>
            <a:off x="228600" y="4774929"/>
            <a:ext cx="1939200" cy="189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Fall 2025</a:t>
            </a:r>
            <a:endParaRPr/>
          </a:p>
        </p:txBody>
      </p:sp>
      <p:cxnSp>
        <p:nvCxnSpPr>
          <p:cNvPr id="993" name="Google Shape;993;p67"/>
          <p:cNvCxnSpPr/>
          <p:nvPr/>
        </p:nvCxnSpPr>
        <p:spPr>
          <a:xfrm>
            <a:off x="1409275" y="1385175"/>
            <a:ext cx="7734900" cy="0"/>
          </a:xfrm>
          <a:prstGeom prst="straightConnector1">
            <a:avLst/>
          </a:prstGeom>
          <a:noFill/>
          <a:ln cap="flat" cmpd="sng" w="19050">
            <a:solidFill>
              <a:schemeClr val="accent5"/>
            </a:solidFill>
            <a:prstDash val="solid"/>
            <a:round/>
            <a:headEnd len="med" w="med" type="none"/>
            <a:tailEnd len="med" w="med" type="none"/>
          </a:ln>
        </p:spPr>
      </p:cxnSp>
      <p:sp>
        <p:nvSpPr>
          <p:cNvPr id="994" name="Google Shape;994;p67"/>
          <p:cNvSpPr txBox="1"/>
          <p:nvPr/>
        </p:nvSpPr>
        <p:spPr>
          <a:xfrm>
            <a:off x="3122250" y="4466175"/>
            <a:ext cx="7173300" cy="62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lt2"/>
                </a:solidFill>
                <a:latin typeface="Sora"/>
                <a:ea typeface="Sora"/>
                <a:cs typeface="Sora"/>
                <a:sym typeface="Sora"/>
              </a:rPr>
              <a:t>All roles will be shared based on need, but certain members will lead:</a:t>
            </a:r>
            <a:endParaRPr sz="1000">
              <a:solidFill>
                <a:schemeClr val="lt2"/>
              </a:solidFill>
              <a:latin typeface="Sora"/>
              <a:ea typeface="Sora"/>
              <a:cs typeface="Sora"/>
              <a:sym typeface="Sora"/>
            </a:endParaRPr>
          </a:p>
          <a:p>
            <a:pPr indent="457200" lvl="0" marL="457200" rtl="0" algn="l">
              <a:spcBef>
                <a:spcPts val="0"/>
              </a:spcBef>
              <a:spcAft>
                <a:spcPts val="0"/>
              </a:spcAft>
              <a:buNone/>
            </a:pPr>
            <a:r>
              <a:rPr lang="en" sz="1000">
                <a:solidFill>
                  <a:schemeClr val="lt2"/>
                </a:solidFill>
                <a:latin typeface="Sora"/>
                <a:ea typeface="Sora"/>
                <a:cs typeface="Sora"/>
                <a:sym typeface="Sora"/>
              </a:rPr>
              <a:t>Research: Mia				Benchmarking/Data: Kelly</a:t>
            </a:r>
            <a:endParaRPr sz="1000">
              <a:solidFill>
                <a:schemeClr val="lt2"/>
              </a:solidFill>
              <a:latin typeface="Sora"/>
              <a:ea typeface="Sora"/>
              <a:cs typeface="Sora"/>
              <a:sym typeface="Sora"/>
            </a:endParaRPr>
          </a:p>
          <a:p>
            <a:pPr indent="457200" lvl="0" marL="457200" rtl="0" algn="l">
              <a:spcBef>
                <a:spcPts val="0"/>
              </a:spcBef>
              <a:spcAft>
                <a:spcPts val="0"/>
              </a:spcAft>
              <a:buNone/>
            </a:pPr>
            <a:r>
              <a:rPr lang="en" sz="1000">
                <a:solidFill>
                  <a:schemeClr val="lt2"/>
                </a:solidFill>
                <a:latin typeface="Sora"/>
                <a:ea typeface="Sora"/>
                <a:cs typeface="Sora"/>
                <a:sym typeface="Sora"/>
              </a:rPr>
              <a:t>Demo: John				Documentation: Marcelo and Garima</a:t>
            </a:r>
            <a:endParaRPr sz="1000">
              <a:solidFill>
                <a:schemeClr val="lt2"/>
              </a:solidFill>
              <a:latin typeface="Sora"/>
              <a:ea typeface="Sora"/>
              <a:cs typeface="Sora"/>
              <a:sym typeface="Sora"/>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8" name="Shape 998"/>
        <p:cNvGrpSpPr/>
        <p:nvPr/>
      </p:nvGrpSpPr>
      <p:grpSpPr>
        <a:xfrm>
          <a:off x="0" y="0"/>
          <a:ext cx="0" cy="0"/>
          <a:chOff x="0" y="0"/>
          <a:chExt cx="0" cy="0"/>
        </a:xfrm>
      </p:grpSpPr>
      <p:sp>
        <p:nvSpPr>
          <p:cNvPr id="999" name="Google Shape;999;p68"/>
          <p:cNvSpPr txBox="1"/>
          <p:nvPr>
            <p:ph idx="4294967295" type="subTitle"/>
          </p:nvPr>
        </p:nvSpPr>
        <p:spPr>
          <a:xfrm>
            <a:off x="115025" y="3062925"/>
            <a:ext cx="3759600" cy="1659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1000">
                <a:solidFill>
                  <a:schemeClr val="dk1"/>
                </a:solidFill>
              </a:rPr>
              <a:t>From our work </a:t>
            </a:r>
            <a:endParaRPr sz="1000">
              <a:solidFill>
                <a:schemeClr val="dk1"/>
              </a:solidFill>
            </a:endParaRPr>
          </a:p>
        </p:txBody>
      </p:sp>
      <p:sp>
        <p:nvSpPr>
          <p:cNvPr id="1000" name="Google Shape;1000;p68"/>
          <p:cNvSpPr txBox="1"/>
          <p:nvPr>
            <p:ph idx="14" type="title"/>
          </p:nvPr>
        </p:nvSpPr>
        <p:spPr>
          <a:xfrm>
            <a:off x="96025" y="1206300"/>
            <a:ext cx="6507000" cy="1876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3600">
                <a:solidFill>
                  <a:schemeClr val="dk1"/>
                </a:solidFill>
                <a:latin typeface="IBM Plex Sans"/>
                <a:ea typeface="IBM Plex Sans"/>
                <a:cs typeface="IBM Plex Sans"/>
                <a:sym typeface="IBM Plex Sans"/>
              </a:rPr>
              <a:t>The actual project</a:t>
            </a:r>
            <a:endParaRPr sz="3600">
              <a:solidFill>
                <a:schemeClr val="dk1"/>
              </a:solidFill>
              <a:latin typeface="IBM Plex Sans"/>
              <a:ea typeface="IBM Plex Sans"/>
              <a:cs typeface="IBM Plex Sans"/>
              <a:sym typeface="IBM Plex Sa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04" name="Shape 1004"/>
        <p:cNvGrpSpPr/>
        <p:nvPr/>
      </p:nvGrpSpPr>
      <p:grpSpPr>
        <a:xfrm>
          <a:off x="0" y="0"/>
          <a:ext cx="0" cy="0"/>
          <a:chOff x="0" y="0"/>
          <a:chExt cx="0" cy="0"/>
        </a:xfrm>
      </p:grpSpPr>
      <p:pic>
        <p:nvPicPr>
          <p:cNvPr id="1005" name="Google Shape;1005;p69" title="Pi 5.jpg"/>
          <p:cNvPicPr preferRelativeResize="0"/>
          <p:nvPr/>
        </p:nvPicPr>
        <p:blipFill rotWithShape="1">
          <a:blip r:embed="rId3">
            <a:alphaModFix/>
          </a:blip>
          <a:srcRect b="22504" l="8690" r="7830" t="22821"/>
          <a:stretch/>
        </p:blipFill>
        <p:spPr>
          <a:xfrm>
            <a:off x="633550" y="2594188"/>
            <a:ext cx="1329276" cy="870601"/>
          </a:xfrm>
          <a:prstGeom prst="rect">
            <a:avLst/>
          </a:prstGeom>
          <a:noFill/>
          <a:ln>
            <a:noFill/>
          </a:ln>
        </p:spPr>
      </p:pic>
      <p:sp>
        <p:nvSpPr>
          <p:cNvPr id="1006" name="Google Shape;1006;p69"/>
          <p:cNvSpPr txBox="1"/>
          <p:nvPr>
            <p:ph idx="4294967295" type="subTitle"/>
          </p:nvPr>
        </p:nvSpPr>
        <p:spPr>
          <a:xfrm>
            <a:off x="599925" y="1199020"/>
            <a:ext cx="1758600" cy="807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lt2"/>
                </a:solidFill>
              </a:rPr>
              <a:t>ARM1176JZF-S</a:t>
            </a:r>
            <a:endParaRPr sz="800">
              <a:solidFill>
                <a:schemeClr val="lt2"/>
              </a:solidFill>
            </a:endParaRPr>
          </a:p>
          <a:p>
            <a:pPr indent="0" lvl="0" marL="0" rtl="0" algn="l">
              <a:spcBef>
                <a:spcPts val="0"/>
              </a:spcBef>
              <a:spcAft>
                <a:spcPts val="0"/>
              </a:spcAft>
              <a:buNone/>
            </a:pPr>
            <a:r>
              <a:rPr lang="en" sz="800">
                <a:solidFill>
                  <a:schemeClr val="dk1"/>
                </a:solidFill>
              </a:rPr>
              <a:t>Processor: BCM2835</a:t>
            </a:r>
            <a:endParaRPr sz="800">
              <a:solidFill>
                <a:schemeClr val="dk1"/>
              </a:solidFill>
            </a:endParaRPr>
          </a:p>
          <a:p>
            <a:pPr indent="0" lvl="0" marL="0" rtl="0" algn="l">
              <a:spcBef>
                <a:spcPts val="0"/>
              </a:spcBef>
              <a:spcAft>
                <a:spcPts val="0"/>
              </a:spcAft>
              <a:buNone/>
            </a:pPr>
            <a:r>
              <a:rPr lang="en" sz="800">
                <a:solidFill>
                  <a:schemeClr val="dk1"/>
                </a:solidFill>
              </a:rPr>
              <a:t>700MHz</a:t>
            </a:r>
            <a:endParaRPr sz="800">
              <a:solidFill>
                <a:schemeClr val="dk1"/>
              </a:solidFill>
            </a:endParaRPr>
          </a:p>
          <a:p>
            <a:pPr indent="0" lvl="0" marL="0" rtl="0" algn="l">
              <a:spcBef>
                <a:spcPts val="0"/>
              </a:spcBef>
              <a:spcAft>
                <a:spcPts val="0"/>
              </a:spcAft>
              <a:buNone/>
            </a:pPr>
            <a:r>
              <a:rPr lang="en" sz="800">
                <a:solidFill>
                  <a:schemeClr val="dk1"/>
                </a:solidFill>
              </a:rPr>
              <a:t>Single-core 32-bit</a:t>
            </a:r>
            <a:endParaRPr sz="800">
              <a:solidFill>
                <a:schemeClr val="dk1"/>
              </a:solidFill>
            </a:endParaRPr>
          </a:p>
          <a:p>
            <a:pPr indent="0" lvl="0" marL="0" rtl="0" algn="l">
              <a:spcBef>
                <a:spcPts val="0"/>
              </a:spcBef>
              <a:spcAft>
                <a:spcPts val="0"/>
              </a:spcAft>
              <a:buNone/>
            </a:pPr>
            <a:r>
              <a:rPr lang="en" sz="800">
                <a:solidFill>
                  <a:schemeClr val="dk1"/>
                </a:solidFill>
              </a:rPr>
              <a:t>512MB LPDDR2 SDRAM</a:t>
            </a:r>
            <a:endParaRPr sz="800">
              <a:solidFill>
                <a:schemeClr val="dk1"/>
              </a:solidFill>
            </a:endParaRPr>
          </a:p>
          <a:p>
            <a:pPr indent="0" lvl="0" marL="0" rtl="0" algn="l">
              <a:spcBef>
                <a:spcPts val="0"/>
              </a:spcBef>
              <a:spcAft>
                <a:spcPts val="0"/>
              </a:spcAft>
              <a:buNone/>
            </a:pPr>
            <a:r>
              <a:t/>
            </a:r>
            <a:endParaRPr/>
          </a:p>
        </p:txBody>
      </p:sp>
      <p:sp>
        <p:nvSpPr>
          <p:cNvPr id="1007" name="Google Shape;1007;p69"/>
          <p:cNvSpPr txBox="1"/>
          <p:nvPr>
            <p:ph idx="5" type="title"/>
          </p:nvPr>
        </p:nvSpPr>
        <p:spPr>
          <a:xfrm>
            <a:off x="599925" y="324063"/>
            <a:ext cx="1758600" cy="273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rPr>
              <a:t>Raspberry Pi Zero W</a:t>
            </a:r>
            <a:endParaRPr>
              <a:solidFill>
                <a:schemeClr val="dk1"/>
              </a:solidFill>
            </a:endParaRPr>
          </a:p>
        </p:txBody>
      </p:sp>
      <p:sp>
        <p:nvSpPr>
          <p:cNvPr id="1008" name="Google Shape;1008;p69"/>
          <p:cNvSpPr txBox="1"/>
          <p:nvPr>
            <p:ph idx="3" type="title"/>
          </p:nvPr>
        </p:nvSpPr>
        <p:spPr>
          <a:xfrm>
            <a:off x="418900" y="2320900"/>
            <a:ext cx="1758600" cy="273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rPr>
              <a:t>Raspberry Pi 5</a:t>
            </a:r>
            <a:endParaRPr>
              <a:solidFill>
                <a:schemeClr val="dk1"/>
              </a:solidFill>
            </a:endParaRPr>
          </a:p>
        </p:txBody>
      </p:sp>
      <p:pic>
        <p:nvPicPr>
          <p:cNvPr id="1009" name="Google Shape;1009;p69" title="Pi 0.png"/>
          <p:cNvPicPr preferRelativeResize="0"/>
          <p:nvPr/>
        </p:nvPicPr>
        <p:blipFill rotWithShape="1">
          <a:blip r:embed="rId4">
            <a:alphaModFix/>
          </a:blip>
          <a:srcRect b="29810" l="11328" r="11919" t="15281"/>
          <a:stretch/>
        </p:blipFill>
        <p:spPr>
          <a:xfrm>
            <a:off x="848500" y="597363"/>
            <a:ext cx="1261425" cy="601650"/>
          </a:xfrm>
          <a:prstGeom prst="rect">
            <a:avLst/>
          </a:prstGeom>
          <a:noFill/>
          <a:ln>
            <a:noFill/>
          </a:ln>
        </p:spPr>
      </p:pic>
      <p:pic>
        <p:nvPicPr>
          <p:cNvPr id="1010" name="Google Shape;1010;p69" title="VisionFive 2.jpg"/>
          <p:cNvPicPr preferRelativeResize="0"/>
          <p:nvPr/>
        </p:nvPicPr>
        <p:blipFill rotWithShape="1">
          <a:blip r:embed="rId5">
            <a:alphaModFix/>
          </a:blip>
          <a:srcRect b="7087" l="6400" r="6989" t="7412"/>
          <a:stretch/>
        </p:blipFill>
        <p:spPr>
          <a:xfrm>
            <a:off x="2873050" y="1508988"/>
            <a:ext cx="1371425" cy="1083025"/>
          </a:xfrm>
          <a:prstGeom prst="rect">
            <a:avLst/>
          </a:prstGeom>
          <a:noFill/>
          <a:ln>
            <a:noFill/>
          </a:ln>
        </p:spPr>
      </p:pic>
      <p:sp>
        <p:nvSpPr>
          <p:cNvPr id="1011" name="Google Shape;1011;p69"/>
          <p:cNvSpPr txBox="1"/>
          <p:nvPr>
            <p:ph idx="4" type="title"/>
          </p:nvPr>
        </p:nvSpPr>
        <p:spPr>
          <a:xfrm>
            <a:off x="2679475" y="1235688"/>
            <a:ext cx="1758600" cy="273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rPr>
              <a:t>VisionFive 2</a:t>
            </a:r>
            <a:endParaRPr>
              <a:solidFill>
                <a:schemeClr val="dk1"/>
              </a:solidFill>
            </a:endParaRPr>
          </a:p>
        </p:txBody>
      </p:sp>
      <p:sp>
        <p:nvSpPr>
          <p:cNvPr id="1012" name="Google Shape;1012;p69"/>
          <p:cNvSpPr txBox="1"/>
          <p:nvPr>
            <p:ph idx="4294967295" type="subTitle"/>
          </p:nvPr>
        </p:nvSpPr>
        <p:spPr>
          <a:xfrm>
            <a:off x="418900" y="3464800"/>
            <a:ext cx="1758600" cy="807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lt2"/>
                </a:solidFill>
              </a:rPr>
              <a:t>ARM Cortex A-76</a:t>
            </a:r>
            <a:endParaRPr sz="800"/>
          </a:p>
          <a:p>
            <a:pPr indent="0" lvl="0" marL="0" rtl="0" algn="l">
              <a:spcBef>
                <a:spcPts val="0"/>
              </a:spcBef>
              <a:spcAft>
                <a:spcPts val="0"/>
              </a:spcAft>
              <a:buNone/>
            </a:pPr>
            <a:r>
              <a:rPr lang="en" sz="800">
                <a:solidFill>
                  <a:schemeClr val="dk1"/>
                </a:solidFill>
              </a:rPr>
              <a:t>Processor: BCM2712</a:t>
            </a:r>
            <a:endParaRPr sz="800">
              <a:solidFill>
                <a:schemeClr val="dk1"/>
              </a:solidFill>
            </a:endParaRPr>
          </a:p>
          <a:p>
            <a:pPr indent="0" lvl="0" marL="0" rtl="0" algn="l">
              <a:spcBef>
                <a:spcPts val="0"/>
              </a:spcBef>
              <a:spcAft>
                <a:spcPts val="0"/>
              </a:spcAft>
              <a:buNone/>
            </a:pPr>
            <a:r>
              <a:rPr lang="en" sz="800">
                <a:solidFill>
                  <a:schemeClr val="dk1"/>
                </a:solidFill>
              </a:rPr>
              <a:t>2.4GHz</a:t>
            </a:r>
            <a:endParaRPr sz="800">
              <a:solidFill>
                <a:schemeClr val="dk1"/>
              </a:solidFill>
            </a:endParaRPr>
          </a:p>
          <a:p>
            <a:pPr indent="0" lvl="0" marL="0" rtl="0" algn="l">
              <a:spcBef>
                <a:spcPts val="0"/>
              </a:spcBef>
              <a:spcAft>
                <a:spcPts val="0"/>
              </a:spcAft>
              <a:buNone/>
            </a:pPr>
            <a:r>
              <a:rPr lang="en" sz="800">
                <a:solidFill>
                  <a:schemeClr val="dk1"/>
                </a:solidFill>
              </a:rPr>
              <a:t>Quad-core 64-bit</a:t>
            </a:r>
            <a:endParaRPr sz="800">
              <a:solidFill>
                <a:schemeClr val="dk1"/>
              </a:solidFill>
            </a:endParaRPr>
          </a:p>
          <a:p>
            <a:pPr indent="0" lvl="0" marL="0" rtl="0" algn="l">
              <a:spcBef>
                <a:spcPts val="0"/>
              </a:spcBef>
              <a:spcAft>
                <a:spcPts val="0"/>
              </a:spcAft>
              <a:buNone/>
            </a:pPr>
            <a:r>
              <a:rPr lang="en" sz="800">
                <a:solidFill>
                  <a:schemeClr val="dk1"/>
                </a:solidFill>
              </a:rPr>
              <a:t>Up to 16 GB LPDDR4 SDRA</a:t>
            </a:r>
            <a:r>
              <a:rPr lang="en" sz="800"/>
              <a:t>M</a:t>
            </a:r>
            <a:endParaRPr/>
          </a:p>
        </p:txBody>
      </p:sp>
      <p:sp>
        <p:nvSpPr>
          <p:cNvPr id="1013" name="Google Shape;1013;p69"/>
          <p:cNvSpPr txBox="1"/>
          <p:nvPr>
            <p:ph idx="4294967295" type="subTitle"/>
          </p:nvPr>
        </p:nvSpPr>
        <p:spPr>
          <a:xfrm>
            <a:off x="2679475" y="2592013"/>
            <a:ext cx="1758600" cy="807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lt2"/>
                </a:solidFill>
              </a:rPr>
              <a:t>RISC-V U74</a:t>
            </a:r>
            <a:endParaRPr sz="800"/>
          </a:p>
          <a:p>
            <a:pPr indent="0" lvl="0" marL="0" rtl="0" algn="l">
              <a:spcBef>
                <a:spcPts val="0"/>
              </a:spcBef>
              <a:spcAft>
                <a:spcPts val="0"/>
              </a:spcAft>
              <a:buNone/>
            </a:pPr>
            <a:r>
              <a:rPr lang="en" sz="800">
                <a:solidFill>
                  <a:schemeClr val="dk1"/>
                </a:solidFill>
              </a:rPr>
              <a:t>Processor: StarFive JH7110</a:t>
            </a:r>
            <a:endParaRPr sz="800">
              <a:solidFill>
                <a:schemeClr val="dk1"/>
              </a:solidFill>
            </a:endParaRPr>
          </a:p>
          <a:p>
            <a:pPr indent="0" lvl="0" marL="0" rtl="0" algn="l">
              <a:spcBef>
                <a:spcPts val="0"/>
              </a:spcBef>
              <a:spcAft>
                <a:spcPts val="0"/>
              </a:spcAft>
              <a:buNone/>
            </a:pPr>
            <a:r>
              <a:rPr lang="en" sz="800">
                <a:solidFill>
                  <a:schemeClr val="dk1"/>
                </a:solidFill>
              </a:rPr>
              <a:t>1.5GHz</a:t>
            </a:r>
            <a:endParaRPr sz="800">
              <a:solidFill>
                <a:schemeClr val="dk1"/>
              </a:solidFill>
            </a:endParaRPr>
          </a:p>
          <a:p>
            <a:pPr indent="0" lvl="0" marL="0" rtl="0" algn="l">
              <a:spcBef>
                <a:spcPts val="0"/>
              </a:spcBef>
              <a:spcAft>
                <a:spcPts val="0"/>
              </a:spcAft>
              <a:buNone/>
            </a:pPr>
            <a:r>
              <a:rPr lang="en" sz="800">
                <a:solidFill>
                  <a:schemeClr val="dk1"/>
                </a:solidFill>
              </a:rPr>
              <a:t>Quad-core 64-bit</a:t>
            </a:r>
            <a:endParaRPr sz="800">
              <a:solidFill>
                <a:schemeClr val="dk1"/>
              </a:solidFill>
            </a:endParaRPr>
          </a:p>
          <a:p>
            <a:pPr indent="0" lvl="0" marL="0" rtl="0" algn="l">
              <a:spcBef>
                <a:spcPts val="0"/>
              </a:spcBef>
              <a:spcAft>
                <a:spcPts val="0"/>
              </a:spcAft>
              <a:buNone/>
            </a:pPr>
            <a:r>
              <a:rPr lang="en" sz="800">
                <a:solidFill>
                  <a:schemeClr val="dk1"/>
                </a:solidFill>
              </a:rPr>
              <a:t>Up to 8 GB LPDDR4 SDRAM</a:t>
            </a:r>
            <a:endParaRPr>
              <a:solidFill>
                <a:schemeClr val="dk1"/>
              </a:solidFill>
            </a:endParaRPr>
          </a:p>
        </p:txBody>
      </p:sp>
      <p:pic>
        <p:nvPicPr>
          <p:cNvPr id="1014" name="Google Shape;1014;p69" title="X11SDW-8C-TP13F.png"/>
          <p:cNvPicPr preferRelativeResize="0"/>
          <p:nvPr/>
        </p:nvPicPr>
        <p:blipFill>
          <a:blip r:embed="rId6">
            <a:alphaModFix/>
          </a:blip>
          <a:stretch>
            <a:fillRect/>
          </a:stretch>
        </p:blipFill>
        <p:spPr>
          <a:xfrm rot="-5400000">
            <a:off x="7560701" y="1276375"/>
            <a:ext cx="1115975" cy="1428424"/>
          </a:xfrm>
          <a:prstGeom prst="rect">
            <a:avLst/>
          </a:prstGeom>
          <a:noFill/>
          <a:ln>
            <a:noFill/>
          </a:ln>
        </p:spPr>
      </p:pic>
      <p:pic>
        <p:nvPicPr>
          <p:cNvPr id="1015" name="Google Shape;1015;p69" title="Qotom.jpg"/>
          <p:cNvPicPr preferRelativeResize="0"/>
          <p:nvPr/>
        </p:nvPicPr>
        <p:blipFill>
          <a:blip r:embed="rId7">
            <a:alphaModFix/>
          </a:blip>
          <a:stretch>
            <a:fillRect/>
          </a:stretch>
        </p:blipFill>
        <p:spPr>
          <a:xfrm>
            <a:off x="5154757" y="1705912"/>
            <a:ext cx="1176244" cy="1032726"/>
          </a:xfrm>
          <a:prstGeom prst="rect">
            <a:avLst/>
          </a:prstGeom>
          <a:noFill/>
          <a:ln>
            <a:noFill/>
          </a:ln>
        </p:spPr>
      </p:pic>
      <p:sp>
        <p:nvSpPr>
          <p:cNvPr id="1016" name="Google Shape;1016;p69"/>
          <p:cNvSpPr txBox="1"/>
          <p:nvPr>
            <p:ph idx="5" type="title"/>
          </p:nvPr>
        </p:nvSpPr>
        <p:spPr>
          <a:xfrm>
            <a:off x="7239375" y="939685"/>
            <a:ext cx="1758600" cy="492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rPr>
              <a:t>Supermicro </a:t>
            </a:r>
            <a:r>
              <a:rPr lang="en">
                <a:solidFill>
                  <a:schemeClr val="dk1"/>
                </a:solidFill>
              </a:rPr>
              <a:t>X11SDW-8C-TP13F</a:t>
            </a:r>
            <a:endParaRPr>
              <a:solidFill>
                <a:schemeClr val="dk1"/>
              </a:solidFill>
            </a:endParaRPr>
          </a:p>
        </p:txBody>
      </p:sp>
      <p:sp>
        <p:nvSpPr>
          <p:cNvPr id="1017" name="Google Shape;1017;p69"/>
          <p:cNvSpPr txBox="1"/>
          <p:nvPr>
            <p:ph idx="4294967295" type="subTitle"/>
          </p:nvPr>
        </p:nvSpPr>
        <p:spPr>
          <a:xfrm>
            <a:off x="7239388" y="2548576"/>
            <a:ext cx="1758600" cy="980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lt2"/>
                </a:solidFill>
              </a:rPr>
              <a:t>Intel Skylake-D (x86-64)</a:t>
            </a:r>
            <a:endParaRPr sz="800">
              <a:solidFill>
                <a:schemeClr val="lt2"/>
              </a:solidFill>
            </a:endParaRPr>
          </a:p>
          <a:p>
            <a:pPr indent="0" lvl="0" marL="0" rtl="0" algn="l">
              <a:spcBef>
                <a:spcPts val="0"/>
              </a:spcBef>
              <a:spcAft>
                <a:spcPts val="0"/>
              </a:spcAft>
              <a:buNone/>
            </a:pPr>
            <a:r>
              <a:rPr lang="en" sz="800">
                <a:solidFill>
                  <a:schemeClr val="dk1"/>
                </a:solidFill>
              </a:rPr>
              <a:t>Processor: Intel Xeon D-2146NT SoC</a:t>
            </a:r>
            <a:endParaRPr sz="800">
              <a:solidFill>
                <a:schemeClr val="dk1"/>
              </a:solidFill>
            </a:endParaRPr>
          </a:p>
          <a:p>
            <a:pPr indent="0" lvl="0" marL="0" rtl="0" algn="l">
              <a:spcBef>
                <a:spcPts val="0"/>
              </a:spcBef>
              <a:spcAft>
                <a:spcPts val="0"/>
              </a:spcAft>
              <a:buNone/>
            </a:pPr>
            <a:r>
              <a:rPr lang="en" sz="800">
                <a:solidFill>
                  <a:schemeClr val="dk1"/>
                </a:solidFill>
              </a:rPr>
              <a:t>2.3 GHz to 3.0 GHz</a:t>
            </a:r>
            <a:endParaRPr sz="800">
              <a:solidFill>
                <a:schemeClr val="dk1"/>
              </a:solidFill>
            </a:endParaRPr>
          </a:p>
          <a:p>
            <a:pPr indent="0" lvl="0" marL="0" rtl="0" algn="l">
              <a:spcBef>
                <a:spcPts val="0"/>
              </a:spcBef>
              <a:spcAft>
                <a:spcPts val="0"/>
              </a:spcAft>
              <a:buNone/>
            </a:pPr>
            <a:r>
              <a:rPr lang="en" sz="800">
                <a:solidFill>
                  <a:schemeClr val="dk1"/>
                </a:solidFill>
              </a:rPr>
              <a:t>Up to 512 GB ECC DDR4-2133 LRDIMM</a:t>
            </a:r>
            <a:endParaRPr sz="800">
              <a:solidFill>
                <a:schemeClr val="dk1"/>
              </a:solidFill>
            </a:endParaRPr>
          </a:p>
          <a:p>
            <a:pPr indent="0" lvl="0" marL="0" rtl="0" algn="l">
              <a:spcBef>
                <a:spcPts val="0"/>
              </a:spcBef>
              <a:spcAft>
                <a:spcPts val="0"/>
              </a:spcAft>
              <a:buNone/>
            </a:pPr>
            <a:r>
              <a:t/>
            </a:r>
            <a:endParaRPr/>
          </a:p>
        </p:txBody>
      </p:sp>
      <p:sp>
        <p:nvSpPr>
          <p:cNvPr id="1018" name="Google Shape;1018;p69"/>
          <p:cNvSpPr txBox="1"/>
          <p:nvPr>
            <p:ph idx="5" type="title"/>
          </p:nvPr>
        </p:nvSpPr>
        <p:spPr>
          <a:xfrm>
            <a:off x="4863563" y="1432600"/>
            <a:ext cx="1758600" cy="273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rPr>
              <a:t>Qotom Mini PC</a:t>
            </a:r>
            <a:endParaRPr>
              <a:solidFill>
                <a:schemeClr val="dk1"/>
              </a:solidFill>
            </a:endParaRPr>
          </a:p>
        </p:txBody>
      </p:sp>
      <p:sp>
        <p:nvSpPr>
          <p:cNvPr id="1019" name="Google Shape;1019;p69"/>
          <p:cNvSpPr txBox="1"/>
          <p:nvPr>
            <p:ph idx="4294967295" type="subTitle"/>
          </p:nvPr>
        </p:nvSpPr>
        <p:spPr>
          <a:xfrm>
            <a:off x="4863575" y="2738640"/>
            <a:ext cx="1758600" cy="1116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lt2"/>
                </a:solidFill>
              </a:rPr>
              <a:t>Intel Silvermont (Bay Trail x86-64)</a:t>
            </a:r>
            <a:endParaRPr sz="800">
              <a:solidFill>
                <a:schemeClr val="lt2"/>
              </a:solidFill>
            </a:endParaRPr>
          </a:p>
          <a:p>
            <a:pPr indent="0" lvl="0" marL="0" rtl="0" algn="l">
              <a:spcBef>
                <a:spcPts val="0"/>
              </a:spcBef>
              <a:spcAft>
                <a:spcPts val="0"/>
              </a:spcAft>
              <a:buNone/>
            </a:pPr>
            <a:r>
              <a:rPr lang="en" sz="800">
                <a:solidFill>
                  <a:schemeClr val="dk1"/>
                </a:solidFill>
              </a:rPr>
              <a:t>Processor: Intel Bay Trail Celeron SoC</a:t>
            </a:r>
            <a:endParaRPr sz="800">
              <a:solidFill>
                <a:schemeClr val="dk1"/>
              </a:solidFill>
            </a:endParaRPr>
          </a:p>
          <a:p>
            <a:pPr indent="0" lvl="0" marL="0" rtl="0" algn="l">
              <a:spcBef>
                <a:spcPts val="0"/>
              </a:spcBef>
              <a:spcAft>
                <a:spcPts val="0"/>
              </a:spcAft>
              <a:buNone/>
            </a:pPr>
            <a:r>
              <a:rPr lang="en" sz="800">
                <a:solidFill>
                  <a:schemeClr val="dk1"/>
                </a:solidFill>
              </a:rPr>
              <a:t>1.83 GHz to 2.66 GHz</a:t>
            </a:r>
            <a:endParaRPr sz="800">
              <a:solidFill>
                <a:schemeClr val="dk1"/>
              </a:solidFill>
            </a:endParaRPr>
          </a:p>
          <a:p>
            <a:pPr indent="0" lvl="0" marL="0" rtl="0" algn="l">
              <a:spcBef>
                <a:spcPts val="0"/>
              </a:spcBef>
              <a:spcAft>
                <a:spcPts val="0"/>
              </a:spcAft>
              <a:buNone/>
            </a:pPr>
            <a:r>
              <a:rPr lang="en" sz="800">
                <a:solidFill>
                  <a:schemeClr val="dk1"/>
                </a:solidFill>
              </a:rPr>
              <a:t>Quad-core 64-bit</a:t>
            </a:r>
            <a:endParaRPr sz="800">
              <a:solidFill>
                <a:schemeClr val="dk1"/>
              </a:solidFill>
            </a:endParaRPr>
          </a:p>
          <a:p>
            <a:pPr indent="0" lvl="0" marL="0" rtl="0" algn="l">
              <a:spcBef>
                <a:spcPts val="0"/>
              </a:spcBef>
              <a:spcAft>
                <a:spcPts val="0"/>
              </a:spcAft>
              <a:buNone/>
            </a:pPr>
            <a:r>
              <a:rPr lang="en" sz="800">
                <a:solidFill>
                  <a:schemeClr val="dk1"/>
                </a:solidFill>
              </a:rPr>
              <a:t>Up to 8 GB DDR3L</a:t>
            </a:r>
            <a:endParaRPr sz="800">
              <a:solidFill>
                <a:schemeClr val="dk1"/>
              </a:solidFill>
            </a:endParaRPr>
          </a:p>
          <a:p>
            <a:pPr indent="0" lvl="0" marL="0" rtl="0" algn="l">
              <a:spcBef>
                <a:spcPts val="0"/>
              </a:spcBef>
              <a:spcAft>
                <a:spcPts val="0"/>
              </a:spcAft>
              <a:buNone/>
            </a:pPr>
            <a:r>
              <a:t/>
            </a:r>
            <a:endParaRPr/>
          </a:p>
        </p:txBody>
      </p:sp>
      <p:sp>
        <p:nvSpPr>
          <p:cNvPr id="1020" name="Google Shape;1020;p69"/>
          <p:cNvSpPr txBox="1"/>
          <p:nvPr/>
        </p:nvSpPr>
        <p:spPr>
          <a:xfrm>
            <a:off x="5113075" y="158250"/>
            <a:ext cx="2873100" cy="65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solidFill>
                  <a:schemeClr val="lt1"/>
                </a:solidFill>
                <a:latin typeface="IBM Plex Sans"/>
                <a:ea typeface="IBM Plex Sans"/>
                <a:cs typeface="IBM Plex Sans"/>
                <a:sym typeface="IBM Plex Sans"/>
              </a:rPr>
              <a:t>Hardware</a:t>
            </a:r>
            <a:endParaRPr sz="3200">
              <a:solidFill>
                <a:schemeClr val="lt1"/>
              </a:solidFill>
              <a:latin typeface="IBM Plex Sans"/>
              <a:ea typeface="IBM Plex Sans"/>
              <a:cs typeface="IBM Plex Sans"/>
              <a:sym typeface="IBM Plex Sans"/>
            </a:endParaRPr>
          </a:p>
        </p:txBody>
      </p:sp>
      <p:sp>
        <p:nvSpPr>
          <p:cNvPr id="1021" name="Google Shape;1021;p69"/>
          <p:cNvSpPr txBox="1"/>
          <p:nvPr>
            <p:ph idx="4294967295" type="subTitle"/>
          </p:nvPr>
        </p:nvSpPr>
        <p:spPr>
          <a:xfrm>
            <a:off x="2237375" y="4306775"/>
            <a:ext cx="3904200" cy="601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lt2"/>
                </a:solidFill>
              </a:rPr>
              <a:t>Studied the lightweight cryptographic primitives of ASCON, which uses sponge construction modeling using different three different </a:t>
            </a:r>
            <a:r>
              <a:rPr lang="en" sz="1000">
                <a:solidFill>
                  <a:schemeClr val="lt2"/>
                </a:solidFill>
              </a:rPr>
              <a:t>architectures</a:t>
            </a:r>
            <a:r>
              <a:rPr lang="en" sz="1000">
                <a:solidFill>
                  <a:schemeClr val="lt2"/>
                </a:solidFill>
              </a:rPr>
              <a:t>, ARM, RISC-V and x86</a:t>
            </a:r>
            <a:endParaRPr sz="1000">
              <a:solidFill>
                <a:schemeClr val="lt2"/>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25" name="Shape 1025"/>
        <p:cNvGrpSpPr/>
        <p:nvPr/>
      </p:nvGrpSpPr>
      <p:grpSpPr>
        <a:xfrm>
          <a:off x="0" y="0"/>
          <a:ext cx="0" cy="0"/>
          <a:chOff x="0" y="0"/>
          <a:chExt cx="0" cy="0"/>
        </a:xfrm>
      </p:grpSpPr>
      <p:sp>
        <p:nvSpPr>
          <p:cNvPr id="1026" name="Google Shape;1026;p7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rPr>
              <a:t>How to run the project</a:t>
            </a:r>
            <a:endParaRPr>
              <a:solidFill>
                <a:schemeClr val="dk1"/>
              </a:solidFill>
            </a:endParaRPr>
          </a:p>
        </p:txBody>
      </p:sp>
      <p:pic>
        <p:nvPicPr>
          <p:cNvPr id="1027" name="Google Shape;1027;p70" title="ECE 4301 Final Demo">
            <a:hlinkClick r:id="rId3"/>
          </p:cNvPr>
          <p:cNvPicPr preferRelativeResize="0"/>
          <p:nvPr/>
        </p:nvPicPr>
        <p:blipFill>
          <a:blip r:embed="rId4">
            <a:alphaModFix/>
          </a:blip>
          <a:stretch>
            <a:fillRect/>
          </a:stretch>
        </p:blipFill>
        <p:spPr>
          <a:xfrm>
            <a:off x="1063194" y="1017725"/>
            <a:ext cx="6923715" cy="38946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7"/>
                                        </p:tgtEl>
                                        <p:attrNameLst>
                                          <p:attrName>style.visibility</p:attrName>
                                        </p:attrNameLst>
                                      </p:cBhvr>
                                      <p:to>
                                        <p:strVal val="visible"/>
                                      </p:to>
                                    </p:set>
                                    <p:animEffect filter="fade" transition="in">
                                      <p:cBhvr>
                                        <p:cTn dur="1000"/>
                                        <p:tgtEl>
                                          <p:spTgt spid="102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31" name="Shape 1031"/>
        <p:cNvGrpSpPr/>
        <p:nvPr/>
      </p:nvGrpSpPr>
      <p:grpSpPr>
        <a:xfrm>
          <a:off x="0" y="0"/>
          <a:ext cx="0" cy="0"/>
          <a:chOff x="0" y="0"/>
          <a:chExt cx="0" cy="0"/>
        </a:xfrm>
      </p:grpSpPr>
      <p:pic>
        <p:nvPicPr>
          <p:cNvPr id="1032" name="Google Shape;1032;p71" title="clean_1kb_comparison.png"/>
          <p:cNvPicPr preferRelativeResize="0"/>
          <p:nvPr/>
        </p:nvPicPr>
        <p:blipFill>
          <a:blip r:embed="rId3">
            <a:alphaModFix/>
          </a:blip>
          <a:stretch>
            <a:fillRect/>
          </a:stretch>
        </p:blipFill>
        <p:spPr>
          <a:xfrm>
            <a:off x="152400" y="383525"/>
            <a:ext cx="8839204" cy="4376442"/>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36" name="Shape 1036"/>
        <p:cNvGrpSpPr/>
        <p:nvPr/>
      </p:nvGrpSpPr>
      <p:grpSpPr>
        <a:xfrm>
          <a:off x="0" y="0"/>
          <a:ext cx="0" cy="0"/>
          <a:chOff x="0" y="0"/>
          <a:chExt cx="0" cy="0"/>
        </a:xfrm>
      </p:grpSpPr>
      <p:pic>
        <p:nvPicPr>
          <p:cNvPr id="1037" name="Google Shape;1037;p72" title="clean_cycles_per_byte.png"/>
          <p:cNvPicPr preferRelativeResize="0"/>
          <p:nvPr/>
        </p:nvPicPr>
        <p:blipFill>
          <a:blip r:embed="rId3">
            <a:alphaModFix/>
          </a:blip>
          <a:stretch>
            <a:fillRect/>
          </a:stretch>
        </p:blipFill>
        <p:spPr>
          <a:xfrm>
            <a:off x="390713" y="152400"/>
            <a:ext cx="8362583" cy="4838702"/>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41" name="Shape 1041"/>
        <p:cNvGrpSpPr/>
        <p:nvPr/>
      </p:nvGrpSpPr>
      <p:grpSpPr>
        <a:xfrm>
          <a:off x="0" y="0"/>
          <a:ext cx="0" cy="0"/>
          <a:chOff x="0" y="0"/>
          <a:chExt cx="0" cy="0"/>
        </a:xfrm>
      </p:grpSpPr>
      <p:pic>
        <p:nvPicPr>
          <p:cNvPr id="1042" name="Google Shape;1042;p73" title="clean_throughput_scaling.png"/>
          <p:cNvPicPr preferRelativeResize="0"/>
          <p:nvPr/>
        </p:nvPicPr>
        <p:blipFill>
          <a:blip r:embed="rId3">
            <a:alphaModFix/>
          </a:blip>
          <a:stretch>
            <a:fillRect/>
          </a:stretch>
        </p:blipFill>
        <p:spPr>
          <a:xfrm>
            <a:off x="152400" y="935975"/>
            <a:ext cx="8839204" cy="327154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46" name="Shape 1046"/>
        <p:cNvGrpSpPr/>
        <p:nvPr/>
      </p:nvGrpSpPr>
      <p:grpSpPr>
        <a:xfrm>
          <a:off x="0" y="0"/>
          <a:ext cx="0" cy="0"/>
          <a:chOff x="0" y="0"/>
          <a:chExt cx="0" cy="0"/>
        </a:xfrm>
      </p:grpSpPr>
      <p:sp>
        <p:nvSpPr>
          <p:cNvPr id="1047" name="Google Shape;1047;p74"/>
          <p:cNvSpPr txBox="1"/>
          <p:nvPr>
            <p:ph type="title"/>
          </p:nvPr>
        </p:nvSpPr>
        <p:spPr>
          <a:xfrm>
            <a:off x="163725" y="2947825"/>
            <a:ext cx="6637500" cy="1499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Any questions? </a:t>
            </a:r>
            <a:endParaRPr>
              <a:solidFill>
                <a:schemeClr val="dk1"/>
              </a:solidFill>
            </a:endParaRPr>
          </a:p>
          <a:p>
            <a:pPr indent="0" lvl="0" marL="0" rtl="0" algn="l">
              <a:spcBef>
                <a:spcPts val="0"/>
              </a:spcBef>
              <a:spcAft>
                <a:spcPts val="0"/>
              </a:spcAft>
              <a:buNone/>
            </a:pPr>
            <a:r>
              <a:rPr lang="en">
                <a:solidFill>
                  <a:schemeClr val="dk1"/>
                </a:solidFill>
              </a:rPr>
              <a:t>Ask away!</a:t>
            </a:r>
            <a:endParaRPr>
              <a:solidFill>
                <a:schemeClr val="dk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51" name="Shape 1051"/>
        <p:cNvGrpSpPr/>
        <p:nvPr/>
      </p:nvGrpSpPr>
      <p:grpSpPr>
        <a:xfrm>
          <a:off x="0" y="0"/>
          <a:ext cx="0" cy="0"/>
          <a:chOff x="0" y="0"/>
          <a:chExt cx="0" cy="0"/>
        </a:xfrm>
      </p:grpSpPr>
      <p:sp>
        <p:nvSpPr>
          <p:cNvPr id="1052" name="Google Shape;1052;p75"/>
          <p:cNvSpPr txBox="1"/>
          <p:nvPr>
            <p:ph type="title"/>
          </p:nvPr>
        </p:nvSpPr>
        <p:spPr>
          <a:xfrm>
            <a:off x="2662050" y="1569925"/>
            <a:ext cx="3819900" cy="1031400"/>
          </a:xfrm>
          <a:prstGeom prst="rect">
            <a:avLst/>
          </a:prstGeom>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1"/>
                </a:solidFill>
              </a:rPr>
              <a:t>Thank you</a:t>
            </a:r>
            <a:endParaRPr>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GEOMETRIC OVERLAYS">
  <a:themeElements>
    <a:clrScheme name="Simple Light">
      <a:dk1>
        <a:srgbClr val="FFFFFF"/>
      </a:dk1>
      <a:lt1>
        <a:srgbClr val="353535"/>
      </a:lt1>
      <a:dk2>
        <a:srgbClr val="E3DFD6"/>
      </a:dk2>
      <a:lt2>
        <a:srgbClr val="F0B03B"/>
      </a:lt2>
      <a:accent1>
        <a:srgbClr val="FFEB67"/>
      </a:accent1>
      <a:accent2>
        <a:srgbClr val="FF5777"/>
      </a:accent2>
      <a:accent3>
        <a:srgbClr val="41CC6B"/>
      </a:accent3>
      <a:accent4>
        <a:srgbClr val="4285F4"/>
      </a:accent4>
      <a:accent5>
        <a:srgbClr val="69615E"/>
      </a:accent5>
      <a:accent6>
        <a:srgbClr val="FF866D"/>
      </a:accent6>
      <a:hlink>
        <a:srgbClr val="2A292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