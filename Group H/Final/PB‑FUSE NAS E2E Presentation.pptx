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4"/>
    <p:sldMasterId id="2147483671" r:id="rId5"/>
  </p:sldMasterIdLst>
  <p:notesMasterIdLst>
    <p:notesMasterId r:id="rId6"/>
  </p:notesMasterIdLst>
  <p:sldIdLst>
    <p:sldId id="256" r:id="rId7"/>
    <p:sldId id="257" r:id="rId8"/>
    <p:sldId id="258" r:id="rId9"/>
    <p:sldId id="259" r:id="rId10"/>
    <p:sldId id="260" r:id="rId11"/>
  </p:sldIdLst>
  <p:sldSz cy="5143500" cx="9144000"/>
  <p:notesSz cx="6858000" cy="9144000"/>
  <p:embeddedFontLst>
    <p:embeddedFont>
      <p:font typeface="Play"/>
      <p:regular r:id="rId12"/>
      <p:bold r:id="rId13"/>
    </p:embeddedFont>
    <p:embeddedFont>
      <p:font typeface="Average"/>
      <p:regular r:id="rId14"/>
    </p:embeddedFont>
    <p:embeddedFont>
      <p:font typeface="Oswald"/>
      <p:regular r:id="rId15"/>
      <p:bold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font" Target="fonts/Play-bold.fntdata"/><Relationship Id="rId12" Type="http://schemas.openxmlformats.org/officeDocument/2006/relationships/font" Target="fonts/Play-regular.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15" Type="http://schemas.openxmlformats.org/officeDocument/2006/relationships/font" Target="fonts/Oswald-regular.fntdata"/><Relationship Id="rId14" Type="http://schemas.openxmlformats.org/officeDocument/2006/relationships/font" Target="fonts/Average-regular.fntdata"/><Relationship Id="rId16" Type="http://schemas.openxmlformats.org/officeDocument/2006/relationships/font" Target="fonts/Oswald-bold.fntdata"/><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aea284655b_0_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g3aea284655b_0_8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aea284655b_0_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g3aea284655b_0_16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aea38cbcc7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g3aea38cbcc7_0_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aea284655b_0_3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g3aea284655b_0_34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aea284655b_0_3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g3aea284655b_0_38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grpSp>
        <p:nvGrpSpPr>
          <p:cNvPr id="10" name="Google Shape;10;p2"/>
          <p:cNvGrpSpPr/>
          <p:nvPr/>
        </p:nvGrpSpPr>
        <p:grpSpPr>
          <a:xfrm>
            <a:off x="4350279" y="2855377"/>
            <a:ext cx="443589" cy="105632"/>
            <a:chOff x="4137525" y="2915950"/>
            <a:chExt cx="869100" cy="207000"/>
          </a:xfrm>
        </p:grpSpPr>
        <p:sp>
          <p:nvSpPr>
            <p:cNvPr id="11" name="Google Shape;11;p2"/>
            <p:cNvSpPr/>
            <p:nvPr/>
          </p:nvSpPr>
          <p:spPr>
            <a:xfrm>
              <a:off x="4468575" y="2915950"/>
              <a:ext cx="207000" cy="2070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p:nvPr/>
          </p:nvSpPr>
          <p:spPr>
            <a:xfrm>
              <a:off x="4799625" y="2915950"/>
              <a:ext cx="207000" cy="2070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a:off x="4137525" y="2915950"/>
              <a:ext cx="207000" cy="207000"/>
            </a:xfrm>
            <a:prstGeom prst="ellipse">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 name="Google Shape;14;p2"/>
          <p:cNvSpPr txBox="1"/>
          <p:nvPr>
            <p:ph type="ctrTitle"/>
          </p:nvPr>
        </p:nvSpPr>
        <p:spPr>
          <a:xfrm>
            <a:off x="671258" y="990800"/>
            <a:ext cx="7801500" cy="1730100"/>
          </a:xfrm>
          <a:prstGeom prst="rect">
            <a:avLst/>
          </a:prstGeom>
        </p:spPr>
        <p:txBody>
          <a:bodyPr anchorCtr="0" anchor="b" bIns="91425" lIns="91425" spcFirstLastPara="1" rIns="91425" wrap="square" tIns="91425">
            <a:norm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p:txBody>
      </p:sp>
      <p:sp>
        <p:nvSpPr>
          <p:cNvPr id="15" name="Google Shape;15;p2"/>
          <p:cNvSpPr txBox="1"/>
          <p:nvPr>
            <p:ph idx="1" type="subTitle"/>
          </p:nvPr>
        </p:nvSpPr>
        <p:spPr>
          <a:xfrm>
            <a:off x="671250" y="3174876"/>
            <a:ext cx="78015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16" name="Google Shape;16;p2"/>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3"/>
          <p:cNvSpPr txBox="1"/>
          <p:nvPr>
            <p:ph type="title"/>
          </p:nvPr>
        </p:nvSpPr>
        <p:spPr>
          <a:xfrm>
            <a:off x="671250" y="2141250"/>
            <a:ext cx="7852200" cy="8610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9" name="Google Shape;19;p3"/>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0" name="Shape 20"/>
        <p:cNvGrpSpPr/>
        <p:nvPr/>
      </p:nvGrpSpPr>
      <p:grpSpPr>
        <a:xfrm>
          <a:off x="0" y="0"/>
          <a:ext cx="0" cy="0"/>
          <a:chOff x="0" y="0"/>
          <a:chExt cx="0" cy="0"/>
        </a:xfrm>
      </p:grpSpPr>
      <p:sp>
        <p:nvSpPr>
          <p:cNvPr id="21" name="Google Shape;21;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2" name="Google Shape;22;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3" name="Google Shape;23;p4"/>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sp>
        <p:nvSpPr>
          <p:cNvPr id="25" name="Google Shape;25;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6" name="Google Shape;26;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7" name="Google Shape;27;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5"/>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9" name="Shape 29"/>
        <p:cNvGrpSpPr/>
        <p:nvPr/>
      </p:nvGrpSpPr>
      <p:grpSpPr>
        <a:xfrm>
          <a:off x="0" y="0"/>
          <a:ext cx="0" cy="0"/>
          <a:chOff x="0" y="0"/>
          <a:chExt cx="0" cy="0"/>
        </a:xfrm>
      </p:grpSpPr>
      <p:sp>
        <p:nvSpPr>
          <p:cNvPr id="30" name="Google Shape;30;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1" name="Google Shape;31;p6"/>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 name="Shape 32"/>
        <p:cNvGrpSpPr/>
        <p:nvPr/>
      </p:nvGrpSpPr>
      <p:grpSpPr>
        <a:xfrm>
          <a:off x="0" y="0"/>
          <a:ext cx="0" cy="0"/>
          <a:chOff x="0" y="0"/>
          <a:chExt cx="0" cy="0"/>
        </a:xfrm>
      </p:grpSpPr>
      <p:sp>
        <p:nvSpPr>
          <p:cNvPr id="33" name="Google Shape;33;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4" name="Google Shape;34;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5" name="Google Shape;35;p7"/>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lt2"/>
        </a:solid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490250" y="526350"/>
            <a:ext cx="6227100" cy="4090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38" name="Google Shape;38;p8"/>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9" name="Shape 39"/>
        <p:cNvGrpSpPr/>
        <p:nvPr/>
      </p:nvGrpSpPr>
      <p:grpSpPr>
        <a:xfrm>
          <a:off x="0" y="0"/>
          <a:ext cx="0" cy="0"/>
          <a:chOff x="0" y="0"/>
          <a:chExt cx="0" cy="0"/>
        </a:xfrm>
      </p:grpSpPr>
      <p:sp>
        <p:nvSpPr>
          <p:cNvPr id="40" name="Google Shape;40;p9"/>
          <p:cNvSpPr/>
          <p:nvPr/>
        </p:nvSpPr>
        <p:spPr>
          <a:xfrm>
            <a:off x="4572000" y="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1" name="Google Shape;41;p9"/>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42" name="Google Shape;42;p9"/>
          <p:cNvSpPr txBox="1"/>
          <p:nvPr>
            <p:ph type="title"/>
          </p:nvPr>
        </p:nvSpPr>
        <p:spPr>
          <a:xfrm>
            <a:off x="265500" y="1081400"/>
            <a:ext cx="4045200" cy="1710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3" name="Google Shape;43;p9"/>
          <p:cNvSpPr txBox="1"/>
          <p:nvPr>
            <p:ph idx="1" type="subTitle"/>
          </p:nvPr>
        </p:nvSpPr>
        <p:spPr>
          <a:xfrm>
            <a:off x="265500" y="2845201"/>
            <a:ext cx="4045200" cy="13455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Clr>
                <a:schemeClr val="dk1"/>
              </a:buClr>
              <a:buSzPts val="2100"/>
              <a:buNone/>
              <a:defRPr sz="2100">
                <a:solidFill>
                  <a:schemeClr val="dk1"/>
                </a:solidFill>
              </a:defRPr>
            </a:lvl1pPr>
            <a:lvl2pPr lvl="1" algn="ctr">
              <a:lnSpc>
                <a:spcPct val="100000"/>
              </a:lnSpc>
              <a:spcBef>
                <a:spcPts val="0"/>
              </a:spcBef>
              <a:spcAft>
                <a:spcPts val="0"/>
              </a:spcAft>
              <a:buClr>
                <a:schemeClr val="dk1"/>
              </a:buClr>
              <a:buSzPts val="2100"/>
              <a:buNone/>
              <a:defRPr sz="2100">
                <a:solidFill>
                  <a:schemeClr val="dk1"/>
                </a:solidFill>
              </a:defRPr>
            </a:lvl2pPr>
            <a:lvl3pPr lvl="2" algn="ctr">
              <a:lnSpc>
                <a:spcPct val="100000"/>
              </a:lnSpc>
              <a:spcBef>
                <a:spcPts val="0"/>
              </a:spcBef>
              <a:spcAft>
                <a:spcPts val="0"/>
              </a:spcAft>
              <a:buClr>
                <a:schemeClr val="dk1"/>
              </a:buClr>
              <a:buSzPts val="2100"/>
              <a:buNone/>
              <a:defRPr sz="2100">
                <a:solidFill>
                  <a:schemeClr val="dk1"/>
                </a:solidFill>
              </a:defRPr>
            </a:lvl3pPr>
            <a:lvl4pPr lvl="3" algn="ctr">
              <a:lnSpc>
                <a:spcPct val="100000"/>
              </a:lnSpc>
              <a:spcBef>
                <a:spcPts val="0"/>
              </a:spcBef>
              <a:spcAft>
                <a:spcPts val="0"/>
              </a:spcAft>
              <a:buClr>
                <a:schemeClr val="dk1"/>
              </a:buClr>
              <a:buSzPts val="2100"/>
              <a:buNone/>
              <a:defRPr sz="2100">
                <a:solidFill>
                  <a:schemeClr val="dk1"/>
                </a:solidFill>
              </a:defRPr>
            </a:lvl4pPr>
            <a:lvl5pPr lvl="4" algn="ctr">
              <a:lnSpc>
                <a:spcPct val="100000"/>
              </a:lnSpc>
              <a:spcBef>
                <a:spcPts val="0"/>
              </a:spcBef>
              <a:spcAft>
                <a:spcPts val="0"/>
              </a:spcAft>
              <a:buClr>
                <a:schemeClr val="dk1"/>
              </a:buClr>
              <a:buSzPts val="2100"/>
              <a:buNone/>
              <a:defRPr sz="2100">
                <a:solidFill>
                  <a:schemeClr val="dk1"/>
                </a:solidFill>
              </a:defRPr>
            </a:lvl5pPr>
            <a:lvl6pPr lvl="5" algn="ctr">
              <a:lnSpc>
                <a:spcPct val="100000"/>
              </a:lnSpc>
              <a:spcBef>
                <a:spcPts val="0"/>
              </a:spcBef>
              <a:spcAft>
                <a:spcPts val="0"/>
              </a:spcAft>
              <a:buClr>
                <a:schemeClr val="dk1"/>
              </a:buClr>
              <a:buSzPts val="2100"/>
              <a:buNone/>
              <a:defRPr sz="2100">
                <a:solidFill>
                  <a:schemeClr val="dk1"/>
                </a:solidFill>
              </a:defRPr>
            </a:lvl6pPr>
            <a:lvl7pPr lvl="6" algn="ctr">
              <a:lnSpc>
                <a:spcPct val="100000"/>
              </a:lnSpc>
              <a:spcBef>
                <a:spcPts val="0"/>
              </a:spcBef>
              <a:spcAft>
                <a:spcPts val="0"/>
              </a:spcAft>
              <a:buClr>
                <a:schemeClr val="dk1"/>
              </a:buClr>
              <a:buSzPts val="2100"/>
              <a:buNone/>
              <a:defRPr sz="2100">
                <a:solidFill>
                  <a:schemeClr val="dk1"/>
                </a:solidFill>
              </a:defRPr>
            </a:lvl7pPr>
            <a:lvl8pPr lvl="7" algn="ctr">
              <a:lnSpc>
                <a:spcPct val="100000"/>
              </a:lnSpc>
              <a:spcBef>
                <a:spcPts val="0"/>
              </a:spcBef>
              <a:spcAft>
                <a:spcPts val="0"/>
              </a:spcAft>
              <a:buClr>
                <a:schemeClr val="dk1"/>
              </a:buClr>
              <a:buSzPts val="2100"/>
              <a:buNone/>
              <a:defRPr sz="2100">
                <a:solidFill>
                  <a:schemeClr val="dk1"/>
                </a:solidFill>
              </a:defRPr>
            </a:lvl8pPr>
            <a:lvl9pPr lvl="8" algn="ctr">
              <a:lnSpc>
                <a:spcPct val="100000"/>
              </a:lnSpc>
              <a:spcBef>
                <a:spcPts val="0"/>
              </a:spcBef>
              <a:spcAft>
                <a:spcPts val="0"/>
              </a:spcAft>
              <a:buClr>
                <a:schemeClr val="dk1"/>
              </a:buClr>
              <a:buSzPts val="2100"/>
              <a:buNone/>
              <a:defRPr sz="2100">
                <a:solidFill>
                  <a:schemeClr val="dk1"/>
                </a:solidFill>
              </a:defRPr>
            </a:lvl9pPr>
          </a:lstStyle>
          <a:p/>
        </p:txBody>
      </p:sp>
      <p:sp>
        <p:nvSpPr>
          <p:cNvPr id="44" name="Google Shape;44;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45" name="Google Shape;45;p9"/>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 name="Shape 46"/>
        <p:cNvGrpSpPr/>
        <p:nvPr/>
      </p:nvGrpSpPr>
      <p:grpSpPr>
        <a:xfrm>
          <a:off x="0" y="0"/>
          <a:ext cx="0" cy="0"/>
          <a:chOff x="0" y="0"/>
          <a:chExt cx="0" cy="0"/>
        </a:xfrm>
      </p:grpSpPr>
      <p:sp>
        <p:nvSpPr>
          <p:cNvPr id="47" name="Google Shape;47;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Clr>
                <a:schemeClr val="dk1"/>
              </a:buClr>
              <a:buSzPts val="2100"/>
              <a:buFont typeface="Oswald"/>
              <a:buNone/>
              <a:defRPr sz="2100">
                <a:solidFill>
                  <a:schemeClr val="dk1"/>
                </a:solidFill>
                <a:latin typeface="Oswald"/>
                <a:ea typeface="Oswald"/>
                <a:cs typeface="Oswald"/>
                <a:sym typeface="Oswald"/>
              </a:defRPr>
            </a:lvl1pPr>
          </a:lstStyle>
          <a:p/>
        </p:txBody>
      </p:sp>
      <p:sp>
        <p:nvSpPr>
          <p:cNvPr id="48" name="Google Shape;48;p10"/>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9" name="Shape 49"/>
        <p:cNvGrpSpPr/>
        <p:nvPr/>
      </p:nvGrpSpPr>
      <p:grpSpPr>
        <a:xfrm>
          <a:off x="0" y="0"/>
          <a:ext cx="0" cy="0"/>
          <a:chOff x="0" y="0"/>
          <a:chExt cx="0" cy="0"/>
        </a:xfrm>
      </p:grpSpPr>
      <p:sp>
        <p:nvSpPr>
          <p:cNvPr id="50" name="Google Shape;50;p11"/>
          <p:cNvSpPr txBox="1"/>
          <p:nvPr>
            <p:ph hasCustomPrompt="1" type="title"/>
          </p:nvPr>
        </p:nvSpPr>
        <p:spPr>
          <a:xfrm>
            <a:off x="311700" y="1255275"/>
            <a:ext cx="8520600" cy="18906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1" name="Google Shape;51;p11"/>
          <p:cNvSpPr txBox="1"/>
          <p:nvPr>
            <p:ph idx="1" type="body"/>
          </p:nvPr>
        </p:nvSpPr>
        <p:spPr>
          <a:xfrm>
            <a:off x="311700" y="32284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2" name="Google Shape;52;p11"/>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3" name="Shape 53"/>
        <p:cNvGrpSpPr/>
        <p:nvPr/>
      </p:nvGrpSpPr>
      <p:grpSpPr>
        <a:xfrm>
          <a:off x="0" y="0"/>
          <a:ext cx="0" cy="0"/>
          <a:chOff x="0" y="0"/>
          <a:chExt cx="0" cy="0"/>
        </a:xfrm>
      </p:grpSpPr>
      <p:sp>
        <p:nvSpPr>
          <p:cNvPr id="54" name="Google Shape;54;p12"/>
          <p:cNvSpPr txBox="1"/>
          <p:nvPr>
            <p:ph idx="12" type="sldNum"/>
          </p:nvPr>
        </p:nvSpPr>
        <p:spPr>
          <a:xfrm>
            <a:off x="8490250" y="468100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1" name="Shape 61"/>
        <p:cNvGrpSpPr/>
        <p:nvPr/>
      </p:nvGrpSpPr>
      <p:grpSpPr>
        <a:xfrm>
          <a:off x="0" y="0"/>
          <a:ext cx="0" cy="0"/>
          <a:chOff x="0" y="0"/>
          <a:chExt cx="0" cy="0"/>
        </a:xfrm>
      </p:grpSpPr>
      <p:sp>
        <p:nvSpPr>
          <p:cNvPr id="62" name="Google Shape;62;p14"/>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Play"/>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Google Shape;63;p14"/>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64" name="Google Shape;64;p1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5" name="Google Shape;65;p1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Google Shape;66;p1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7" name="Shape 67"/>
        <p:cNvGrpSpPr/>
        <p:nvPr/>
      </p:nvGrpSpPr>
      <p:grpSpPr>
        <a:xfrm>
          <a:off x="0" y="0"/>
          <a:ext cx="0" cy="0"/>
          <a:chOff x="0" y="0"/>
          <a:chExt cx="0" cy="0"/>
        </a:xfrm>
      </p:grpSpPr>
      <p:sp>
        <p:nvSpPr>
          <p:cNvPr id="68" name="Google Shape;68;p15"/>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9" name="Google Shape;69;p15"/>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0" name="Google Shape;70;p1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1" name="Google Shape;71;p1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Google Shape;72;p1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3" name="Shape 73"/>
        <p:cNvGrpSpPr/>
        <p:nvPr/>
      </p:nvGrpSpPr>
      <p:grpSpPr>
        <a:xfrm>
          <a:off x="0" y="0"/>
          <a:ext cx="0" cy="0"/>
          <a:chOff x="0" y="0"/>
          <a:chExt cx="0" cy="0"/>
        </a:xfrm>
      </p:grpSpPr>
      <p:sp>
        <p:nvSpPr>
          <p:cNvPr id="74" name="Google Shape;74;p16"/>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Play"/>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5" name="Google Shape;75;p16"/>
          <p:cNvSpPr txBox="1"/>
          <p:nvPr>
            <p:ph idx="1" type="body"/>
          </p:nvPr>
        </p:nvSpPr>
        <p:spPr>
          <a:xfrm>
            <a:off x="623888" y="3442097"/>
            <a:ext cx="7886700" cy="11250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757575"/>
              </a:buClr>
              <a:buSzPts val="1800"/>
              <a:buNone/>
              <a:defRPr sz="1800">
                <a:solidFill>
                  <a:srgbClr val="757575"/>
                </a:solidFill>
              </a:defRPr>
            </a:lvl1pPr>
            <a:lvl2pPr indent="-228600" lvl="1" marL="914400" algn="l">
              <a:lnSpc>
                <a:spcPct val="90000"/>
              </a:lnSpc>
              <a:spcBef>
                <a:spcPts val="400"/>
              </a:spcBef>
              <a:spcAft>
                <a:spcPts val="0"/>
              </a:spcAft>
              <a:buClr>
                <a:srgbClr val="757575"/>
              </a:buClr>
              <a:buSzPts val="1500"/>
              <a:buNone/>
              <a:defRPr sz="1500">
                <a:solidFill>
                  <a:srgbClr val="757575"/>
                </a:solidFill>
              </a:defRPr>
            </a:lvl2pPr>
            <a:lvl3pPr indent="-228600" lvl="2" marL="1371600" algn="l">
              <a:lnSpc>
                <a:spcPct val="90000"/>
              </a:lnSpc>
              <a:spcBef>
                <a:spcPts val="400"/>
              </a:spcBef>
              <a:spcAft>
                <a:spcPts val="0"/>
              </a:spcAft>
              <a:buClr>
                <a:srgbClr val="757575"/>
              </a:buClr>
              <a:buSzPts val="1400"/>
              <a:buNone/>
              <a:defRPr sz="1400">
                <a:solidFill>
                  <a:srgbClr val="757575"/>
                </a:solidFill>
              </a:defRPr>
            </a:lvl3pPr>
            <a:lvl4pPr indent="-228600" lvl="3" marL="1828800" algn="l">
              <a:lnSpc>
                <a:spcPct val="90000"/>
              </a:lnSpc>
              <a:spcBef>
                <a:spcPts val="400"/>
              </a:spcBef>
              <a:spcAft>
                <a:spcPts val="0"/>
              </a:spcAft>
              <a:buClr>
                <a:srgbClr val="757575"/>
              </a:buClr>
              <a:buSzPts val="1200"/>
              <a:buNone/>
              <a:defRPr sz="1200">
                <a:solidFill>
                  <a:srgbClr val="757575"/>
                </a:solidFill>
              </a:defRPr>
            </a:lvl4pPr>
            <a:lvl5pPr indent="-228600" lvl="4" marL="2286000" algn="l">
              <a:lnSpc>
                <a:spcPct val="90000"/>
              </a:lnSpc>
              <a:spcBef>
                <a:spcPts val="400"/>
              </a:spcBef>
              <a:spcAft>
                <a:spcPts val="0"/>
              </a:spcAft>
              <a:buClr>
                <a:srgbClr val="757575"/>
              </a:buClr>
              <a:buSzPts val="1200"/>
              <a:buNone/>
              <a:defRPr sz="1200">
                <a:solidFill>
                  <a:srgbClr val="757575"/>
                </a:solidFill>
              </a:defRPr>
            </a:lvl5pPr>
            <a:lvl6pPr indent="-228600" lvl="5" marL="2743200" algn="l">
              <a:lnSpc>
                <a:spcPct val="90000"/>
              </a:lnSpc>
              <a:spcBef>
                <a:spcPts val="400"/>
              </a:spcBef>
              <a:spcAft>
                <a:spcPts val="0"/>
              </a:spcAft>
              <a:buClr>
                <a:srgbClr val="757575"/>
              </a:buClr>
              <a:buSzPts val="1200"/>
              <a:buNone/>
              <a:defRPr sz="1200">
                <a:solidFill>
                  <a:srgbClr val="757575"/>
                </a:solidFill>
              </a:defRPr>
            </a:lvl6pPr>
            <a:lvl7pPr indent="-228600" lvl="6" marL="3200400" algn="l">
              <a:lnSpc>
                <a:spcPct val="90000"/>
              </a:lnSpc>
              <a:spcBef>
                <a:spcPts val="400"/>
              </a:spcBef>
              <a:spcAft>
                <a:spcPts val="0"/>
              </a:spcAft>
              <a:buClr>
                <a:srgbClr val="757575"/>
              </a:buClr>
              <a:buSzPts val="1200"/>
              <a:buNone/>
              <a:defRPr sz="1200">
                <a:solidFill>
                  <a:srgbClr val="757575"/>
                </a:solidFill>
              </a:defRPr>
            </a:lvl7pPr>
            <a:lvl8pPr indent="-228600" lvl="7" marL="3657600" algn="l">
              <a:lnSpc>
                <a:spcPct val="90000"/>
              </a:lnSpc>
              <a:spcBef>
                <a:spcPts val="400"/>
              </a:spcBef>
              <a:spcAft>
                <a:spcPts val="0"/>
              </a:spcAft>
              <a:buClr>
                <a:srgbClr val="757575"/>
              </a:buClr>
              <a:buSzPts val="1200"/>
              <a:buNone/>
              <a:defRPr sz="1200">
                <a:solidFill>
                  <a:srgbClr val="757575"/>
                </a:solidFill>
              </a:defRPr>
            </a:lvl8pPr>
            <a:lvl9pPr indent="-228600" lvl="8" marL="4114800" algn="l">
              <a:lnSpc>
                <a:spcPct val="90000"/>
              </a:lnSpc>
              <a:spcBef>
                <a:spcPts val="400"/>
              </a:spcBef>
              <a:spcAft>
                <a:spcPts val="0"/>
              </a:spcAft>
              <a:buClr>
                <a:srgbClr val="757575"/>
              </a:buClr>
              <a:buSzPts val="1200"/>
              <a:buNone/>
              <a:defRPr sz="1200">
                <a:solidFill>
                  <a:srgbClr val="757575"/>
                </a:solidFill>
              </a:defRPr>
            </a:lvl9pPr>
          </a:lstStyle>
          <a:p/>
        </p:txBody>
      </p:sp>
      <p:sp>
        <p:nvSpPr>
          <p:cNvPr id="76" name="Google Shape;76;p1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7" name="Google Shape;77;p1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Google Shape;78;p1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9" name="Shape 79"/>
        <p:cNvGrpSpPr/>
        <p:nvPr/>
      </p:nvGrpSpPr>
      <p:grpSpPr>
        <a:xfrm>
          <a:off x="0" y="0"/>
          <a:ext cx="0" cy="0"/>
          <a:chOff x="0" y="0"/>
          <a:chExt cx="0" cy="0"/>
        </a:xfrm>
      </p:grpSpPr>
      <p:sp>
        <p:nvSpPr>
          <p:cNvPr id="80" name="Google Shape;80;p17"/>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81" name="Google Shape;81;p17"/>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2" name="Google Shape;82;p17"/>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3" name="Google Shape;83;p1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4" name="Google Shape;84;p1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5" name="Google Shape;85;p1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6" name="Shape 86"/>
        <p:cNvGrpSpPr/>
        <p:nvPr/>
      </p:nvGrpSpPr>
      <p:grpSpPr>
        <a:xfrm>
          <a:off x="0" y="0"/>
          <a:ext cx="0" cy="0"/>
          <a:chOff x="0" y="0"/>
          <a:chExt cx="0" cy="0"/>
        </a:xfrm>
      </p:grpSpPr>
      <p:sp>
        <p:nvSpPr>
          <p:cNvPr id="87" name="Google Shape;87;p18"/>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88" name="Google Shape;88;p18"/>
          <p:cNvSpPr txBox="1"/>
          <p:nvPr>
            <p:ph idx="1" type="body"/>
          </p:nvPr>
        </p:nvSpPr>
        <p:spPr>
          <a:xfrm>
            <a:off x="629841" y="1260872"/>
            <a:ext cx="38682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89" name="Google Shape;89;p18"/>
          <p:cNvSpPr txBox="1"/>
          <p:nvPr>
            <p:ph idx="2" type="body"/>
          </p:nvPr>
        </p:nvSpPr>
        <p:spPr>
          <a:xfrm>
            <a:off x="629841" y="1878806"/>
            <a:ext cx="3868200" cy="27633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0" name="Google Shape;90;p18"/>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91" name="Google Shape;91;p18"/>
          <p:cNvSpPr txBox="1"/>
          <p:nvPr>
            <p:ph idx="4" type="body"/>
          </p:nvPr>
        </p:nvSpPr>
        <p:spPr>
          <a:xfrm>
            <a:off x="4629150" y="1878806"/>
            <a:ext cx="3887400" cy="27633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2" name="Google Shape;92;p1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3" name="Google Shape;93;p1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4" name="Google Shape;94;p1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5" name="Shape 95"/>
        <p:cNvGrpSpPr/>
        <p:nvPr/>
      </p:nvGrpSpPr>
      <p:grpSpPr>
        <a:xfrm>
          <a:off x="0" y="0"/>
          <a:ext cx="0" cy="0"/>
          <a:chOff x="0" y="0"/>
          <a:chExt cx="0" cy="0"/>
        </a:xfrm>
      </p:grpSpPr>
      <p:sp>
        <p:nvSpPr>
          <p:cNvPr id="96" name="Google Shape;96;p19"/>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97" name="Google Shape;97;p1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8" name="Google Shape;98;p1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9" name="Google Shape;99;p1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0" name="Shape 100"/>
        <p:cNvGrpSpPr/>
        <p:nvPr/>
      </p:nvGrpSpPr>
      <p:grpSpPr>
        <a:xfrm>
          <a:off x="0" y="0"/>
          <a:ext cx="0" cy="0"/>
          <a:chOff x="0" y="0"/>
          <a:chExt cx="0" cy="0"/>
        </a:xfrm>
      </p:grpSpPr>
      <p:sp>
        <p:nvSpPr>
          <p:cNvPr id="101" name="Google Shape;101;p2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2" name="Google Shape;102;p2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3" name="Google Shape;103;p2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04" name="Shape 104"/>
        <p:cNvGrpSpPr/>
        <p:nvPr/>
      </p:nvGrpSpPr>
      <p:grpSpPr>
        <a:xfrm>
          <a:off x="0" y="0"/>
          <a:ext cx="0" cy="0"/>
          <a:chOff x="0" y="0"/>
          <a:chExt cx="0" cy="0"/>
        </a:xfrm>
      </p:grpSpPr>
      <p:sp>
        <p:nvSpPr>
          <p:cNvPr id="105" name="Google Shape;105;p21"/>
          <p:cNvSpPr txBox="1"/>
          <p:nvPr>
            <p:ph type="title"/>
          </p:nvPr>
        </p:nvSpPr>
        <p:spPr>
          <a:xfrm>
            <a:off x="629841" y="342900"/>
            <a:ext cx="29493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06" name="Google Shape;106;p21"/>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107" name="Google Shape;107;p21"/>
          <p:cNvSpPr txBox="1"/>
          <p:nvPr>
            <p:ph idx="2" type="body"/>
          </p:nvPr>
        </p:nvSpPr>
        <p:spPr>
          <a:xfrm>
            <a:off x="629841" y="1543050"/>
            <a:ext cx="29493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08" name="Google Shape;108;p2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9" name="Google Shape;109;p2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0" name="Google Shape;110;p2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11" name="Shape 111"/>
        <p:cNvGrpSpPr/>
        <p:nvPr/>
      </p:nvGrpSpPr>
      <p:grpSpPr>
        <a:xfrm>
          <a:off x="0" y="0"/>
          <a:ext cx="0" cy="0"/>
          <a:chOff x="0" y="0"/>
          <a:chExt cx="0" cy="0"/>
        </a:xfrm>
      </p:grpSpPr>
      <p:sp>
        <p:nvSpPr>
          <p:cNvPr id="112" name="Google Shape;112;p22"/>
          <p:cNvSpPr txBox="1"/>
          <p:nvPr>
            <p:ph type="title"/>
          </p:nvPr>
        </p:nvSpPr>
        <p:spPr>
          <a:xfrm>
            <a:off x="629841" y="342900"/>
            <a:ext cx="29493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13" name="Google Shape;113;p22"/>
          <p:cNvSpPr/>
          <p:nvPr>
            <p:ph idx="2" type="pic"/>
          </p:nvPr>
        </p:nvSpPr>
        <p:spPr>
          <a:xfrm>
            <a:off x="3887391" y="740569"/>
            <a:ext cx="4629300" cy="3655200"/>
          </a:xfrm>
          <a:prstGeom prst="rect">
            <a:avLst/>
          </a:prstGeom>
          <a:noFill/>
          <a:ln>
            <a:noFill/>
          </a:ln>
        </p:spPr>
      </p:sp>
      <p:sp>
        <p:nvSpPr>
          <p:cNvPr id="114" name="Google Shape;114;p22"/>
          <p:cNvSpPr txBox="1"/>
          <p:nvPr>
            <p:ph idx="1" type="body"/>
          </p:nvPr>
        </p:nvSpPr>
        <p:spPr>
          <a:xfrm>
            <a:off x="629841" y="1543050"/>
            <a:ext cx="29493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15" name="Google Shape;115;p2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6" name="Google Shape;116;p2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7" name="Google Shape;117;p2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8" name="Shape 118"/>
        <p:cNvGrpSpPr/>
        <p:nvPr/>
      </p:nvGrpSpPr>
      <p:grpSpPr>
        <a:xfrm>
          <a:off x="0" y="0"/>
          <a:ext cx="0" cy="0"/>
          <a:chOff x="0" y="0"/>
          <a:chExt cx="0" cy="0"/>
        </a:xfrm>
      </p:grpSpPr>
      <p:sp>
        <p:nvSpPr>
          <p:cNvPr id="119" name="Google Shape;119;p23"/>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20" name="Google Shape;120;p23"/>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21" name="Google Shape;121;p2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2" name="Google Shape;122;p2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3" name="Google Shape;123;p2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24" name="Shape 124"/>
        <p:cNvGrpSpPr/>
        <p:nvPr/>
      </p:nvGrpSpPr>
      <p:grpSpPr>
        <a:xfrm>
          <a:off x="0" y="0"/>
          <a:ext cx="0" cy="0"/>
          <a:chOff x="0" y="0"/>
          <a:chExt cx="0" cy="0"/>
        </a:xfrm>
      </p:grpSpPr>
      <p:sp>
        <p:nvSpPr>
          <p:cNvPr id="125" name="Google Shape;125;p24"/>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26" name="Google Shape;126;p24"/>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27" name="Google Shape;127;p2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8" name="Google Shape;128;p2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9" name="Google Shape;129;p2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2" Type="http://schemas.openxmlformats.org/officeDocument/2006/relationships/theme" Target="../theme/theme1.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late">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1pPr>
            <a:lvl2pPr lvl="1">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2pPr>
            <a:lvl3pPr lvl="2">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3pPr>
            <a:lvl4pPr lvl="3">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4pPr>
            <a:lvl5pPr lvl="4">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5pPr>
            <a:lvl6pPr lvl="5">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6pPr>
            <a:lvl7pPr lvl="6">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7pPr>
            <a:lvl8pPr lvl="7">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8pPr>
            <a:lvl9pPr lvl="8">
              <a:spcBef>
                <a:spcPts val="0"/>
              </a:spcBef>
              <a:spcAft>
                <a:spcPts val="0"/>
              </a:spcAft>
              <a:buClr>
                <a:schemeClr val="dk1"/>
              </a:buClr>
              <a:buSzPts val="3000"/>
              <a:buFont typeface="Oswald"/>
              <a:buNone/>
              <a:defRPr sz="3000">
                <a:solidFill>
                  <a:schemeClr val="dk1"/>
                </a:solidFill>
                <a:latin typeface="Oswald"/>
                <a:ea typeface="Oswald"/>
                <a:cs typeface="Oswald"/>
                <a:sym typeface="Oswald"/>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accent3"/>
              </a:buClr>
              <a:buSzPts val="1800"/>
              <a:buFont typeface="Average"/>
              <a:buChar char="●"/>
              <a:defRPr sz="1800">
                <a:solidFill>
                  <a:schemeClr val="accent3"/>
                </a:solidFill>
                <a:latin typeface="Average"/>
                <a:ea typeface="Average"/>
                <a:cs typeface="Average"/>
                <a:sym typeface="Average"/>
              </a:defRPr>
            </a:lvl1pPr>
            <a:lvl2pPr indent="-317500" lvl="1" marL="9144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2pPr>
            <a:lvl3pPr indent="-317500" lvl="2" marL="13716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3pPr>
            <a:lvl4pPr indent="-317500" lvl="3" marL="18288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4pPr>
            <a:lvl5pPr indent="-317500" lvl="4" marL="22860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5pPr>
            <a:lvl6pPr indent="-317500" lvl="5" marL="27432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6pPr>
            <a:lvl7pPr indent="-317500" lvl="6" marL="32004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7pPr>
            <a:lvl8pPr indent="-317500" lvl="7" marL="36576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8pPr>
            <a:lvl9pPr indent="-317500" lvl="8" marL="4114800">
              <a:lnSpc>
                <a:spcPct val="115000"/>
              </a:lnSpc>
              <a:spcBef>
                <a:spcPts val="0"/>
              </a:spcBef>
              <a:spcAft>
                <a:spcPts val="0"/>
              </a:spcAft>
              <a:buClr>
                <a:schemeClr val="accent3"/>
              </a:buClr>
              <a:buSzPts val="1400"/>
              <a:buFont typeface="Average"/>
              <a:buChar char="■"/>
              <a:defRPr>
                <a:solidFill>
                  <a:schemeClr val="accent3"/>
                </a:solidFill>
                <a:latin typeface="Average"/>
                <a:ea typeface="Average"/>
                <a:cs typeface="Average"/>
                <a:sym typeface="Average"/>
              </a:defRPr>
            </a:lvl9pPr>
          </a:lstStyle>
          <a:p/>
        </p:txBody>
      </p:sp>
      <p:sp>
        <p:nvSpPr>
          <p:cNvPr id="8" name="Google Shape;8;p1"/>
          <p:cNvSpPr txBox="1"/>
          <p:nvPr>
            <p:ph idx="12" type="sldNum"/>
          </p:nvPr>
        </p:nvSpPr>
        <p:spPr>
          <a:xfrm>
            <a:off x="8490250" y="4681009"/>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accent3"/>
                </a:solidFill>
                <a:latin typeface="Average"/>
                <a:ea typeface="Average"/>
                <a:cs typeface="Average"/>
                <a:sym typeface="Average"/>
              </a:defRPr>
            </a:lvl1pPr>
            <a:lvl2pPr lvl="1" algn="r">
              <a:buNone/>
              <a:defRPr sz="1000">
                <a:solidFill>
                  <a:schemeClr val="accent3"/>
                </a:solidFill>
                <a:latin typeface="Average"/>
                <a:ea typeface="Average"/>
                <a:cs typeface="Average"/>
                <a:sym typeface="Average"/>
              </a:defRPr>
            </a:lvl2pPr>
            <a:lvl3pPr lvl="2" algn="r">
              <a:buNone/>
              <a:defRPr sz="1000">
                <a:solidFill>
                  <a:schemeClr val="accent3"/>
                </a:solidFill>
                <a:latin typeface="Average"/>
                <a:ea typeface="Average"/>
                <a:cs typeface="Average"/>
                <a:sym typeface="Average"/>
              </a:defRPr>
            </a:lvl3pPr>
            <a:lvl4pPr lvl="3" algn="r">
              <a:buNone/>
              <a:defRPr sz="1000">
                <a:solidFill>
                  <a:schemeClr val="accent3"/>
                </a:solidFill>
                <a:latin typeface="Average"/>
                <a:ea typeface="Average"/>
                <a:cs typeface="Average"/>
                <a:sym typeface="Average"/>
              </a:defRPr>
            </a:lvl4pPr>
            <a:lvl5pPr lvl="4" algn="r">
              <a:buNone/>
              <a:defRPr sz="1000">
                <a:solidFill>
                  <a:schemeClr val="accent3"/>
                </a:solidFill>
                <a:latin typeface="Average"/>
                <a:ea typeface="Average"/>
                <a:cs typeface="Average"/>
                <a:sym typeface="Average"/>
              </a:defRPr>
            </a:lvl5pPr>
            <a:lvl6pPr lvl="5" algn="r">
              <a:buNone/>
              <a:defRPr sz="1000">
                <a:solidFill>
                  <a:schemeClr val="accent3"/>
                </a:solidFill>
                <a:latin typeface="Average"/>
                <a:ea typeface="Average"/>
                <a:cs typeface="Average"/>
                <a:sym typeface="Average"/>
              </a:defRPr>
            </a:lvl6pPr>
            <a:lvl7pPr lvl="6" algn="r">
              <a:buNone/>
              <a:defRPr sz="1000">
                <a:solidFill>
                  <a:schemeClr val="accent3"/>
                </a:solidFill>
                <a:latin typeface="Average"/>
                <a:ea typeface="Average"/>
                <a:cs typeface="Average"/>
                <a:sym typeface="Average"/>
              </a:defRPr>
            </a:lvl7pPr>
            <a:lvl8pPr lvl="7" algn="r">
              <a:buNone/>
              <a:defRPr sz="1000">
                <a:solidFill>
                  <a:schemeClr val="accent3"/>
                </a:solidFill>
                <a:latin typeface="Average"/>
                <a:ea typeface="Average"/>
                <a:cs typeface="Average"/>
                <a:sym typeface="Average"/>
              </a:defRPr>
            </a:lvl8pPr>
            <a:lvl9pPr lvl="8" algn="r">
              <a:buNone/>
              <a:defRPr sz="1000">
                <a:solidFill>
                  <a:schemeClr val="accent3"/>
                </a:solidFill>
                <a:latin typeface="Average"/>
                <a:ea typeface="Average"/>
                <a:cs typeface="Average"/>
                <a:sym typeface="Average"/>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5" name="Shape 55"/>
        <p:cNvGrpSpPr/>
        <p:nvPr/>
      </p:nvGrpSpPr>
      <p:grpSpPr>
        <a:xfrm>
          <a:off x="0" y="0"/>
          <a:ext cx="0" cy="0"/>
          <a:chOff x="0" y="0"/>
          <a:chExt cx="0" cy="0"/>
        </a:xfrm>
      </p:grpSpPr>
      <p:sp>
        <p:nvSpPr>
          <p:cNvPr id="56" name="Google Shape;56;p13"/>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algn="l">
              <a:lnSpc>
                <a:spcPct val="90000"/>
              </a:lnSpc>
              <a:spcBef>
                <a:spcPts val="0"/>
              </a:spcBef>
              <a:spcAft>
                <a:spcPts val="0"/>
              </a:spcAft>
              <a:buClr>
                <a:schemeClr val="dk1"/>
              </a:buClr>
              <a:buSzPts val="3300"/>
              <a:buFont typeface="Play"/>
              <a:buNone/>
              <a:defRPr b="0" i="0" sz="3300" u="none" cap="none" strike="noStrike">
                <a:solidFill>
                  <a:schemeClr val="dk1"/>
                </a:solidFill>
                <a:latin typeface="Play"/>
                <a:ea typeface="Play"/>
                <a:cs typeface="Play"/>
                <a:sym typeface="Play"/>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57" name="Google Shape;57;p13"/>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9pPr>
          </a:lstStyle>
          <a:p/>
        </p:txBody>
      </p:sp>
      <p:sp>
        <p:nvSpPr>
          <p:cNvPr id="58" name="Google Shape;58;p1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algn="l">
              <a:spcBef>
                <a:spcPts val="0"/>
              </a:spcBef>
              <a:spcAft>
                <a:spcPts val="0"/>
              </a:spcAft>
              <a:buSzPts val="1100"/>
              <a:buNone/>
              <a:defRPr b="0" i="0" sz="900" u="none" cap="none" strike="noStrike">
                <a:solidFill>
                  <a:srgbClr val="757575"/>
                </a:solidFill>
                <a:latin typeface="Arial"/>
                <a:ea typeface="Arial"/>
                <a:cs typeface="Arial"/>
                <a:sym typeface="Arial"/>
              </a:defRPr>
            </a:lvl1pPr>
            <a:lvl2pPr lvl="1" marR="0" algn="l">
              <a:spcBef>
                <a:spcPts val="0"/>
              </a:spcBef>
              <a:spcAft>
                <a:spcPts val="0"/>
              </a:spcAft>
              <a:buSzPts val="1100"/>
              <a:buNone/>
              <a:defRPr b="0" i="0" sz="1400" u="none" cap="none" strike="noStrike">
                <a:solidFill>
                  <a:schemeClr val="dk1"/>
                </a:solidFill>
                <a:latin typeface="Arial"/>
                <a:ea typeface="Arial"/>
                <a:cs typeface="Arial"/>
                <a:sym typeface="Arial"/>
              </a:defRPr>
            </a:lvl2pPr>
            <a:lvl3pPr lvl="2" marR="0" algn="l">
              <a:spcBef>
                <a:spcPts val="0"/>
              </a:spcBef>
              <a:spcAft>
                <a:spcPts val="0"/>
              </a:spcAft>
              <a:buSzPts val="1100"/>
              <a:buNone/>
              <a:defRPr b="0" i="0" sz="1400" u="none" cap="none" strike="noStrike">
                <a:solidFill>
                  <a:schemeClr val="dk1"/>
                </a:solidFill>
                <a:latin typeface="Arial"/>
                <a:ea typeface="Arial"/>
                <a:cs typeface="Arial"/>
                <a:sym typeface="Arial"/>
              </a:defRPr>
            </a:lvl3pPr>
            <a:lvl4pPr lvl="3" marR="0" algn="l">
              <a:spcBef>
                <a:spcPts val="0"/>
              </a:spcBef>
              <a:spcAft>
                <a:spcPts val="0"/>
              </a:spcAft>
              <a:buSzPts val="1100"/>
              <a:buNone/>
              <a:defRPr b="0" i="0" sz="1400" u="none" cap="none" strike="noStrike">
                <a:solidFill>
                  <a:schemeClr val="dk1"/>
                </a:solidFill>
                <a:latin typeface="Arial"/>
                <a:ea typeface="Arial"/>
                <a:cs typeface="Arial"/>
                <a:sym typeface="Arial"/>
              </a:defRPr>
            </a:lvl4pPr>
            <a:lvl5pPr lvl="4" marR="0" algn="l">
              <a:spcBef>
                <a:spcPts val="0"/>
              </a:spcBef>
              <a:spcAft>
                <a:spcPts val="0"/>
              </a:spcAft>
              <a:buSzPts val="1100"/>
              <a:buNone/>
              <a:defRPr b="0" i="0" sz="1400" u="none" cap="none" strike="noStrike">
                <a:solidFill>
                  <a:schemeClr val="dk1"/>
                </a:solidFill>
                <a:latin typeface="Arial"/>
                <a:ea typeface="Arial"/>
                <a:cs typeface="Arial"/>
                <a:sym typeface="Arial"/>
              </a:defRPr>
            </a:lvl5pPr>
            <a:lvl6pPr lvl="5" marR="0" algn="l">
              <a:spcBef>
                <a:spcPts val="0"/>
              </a:spcBef>
              <a:spcAft>
                <a:spcPts val="0"/>
              </a:spcAft>
              <a:buSzPts val="1100"/>
              <a:buNone/>
              <a:defRPr b="0" i="0" sz="1400" u="none" cap="none" strike="noStrike">
                <a:solidFill>
                  <a:schemeClr val="dk1"/>
                </a:solidFill>
                <a:latin typeface="Arial"/>
                <a:ea typeface="Arial"/>
                <a:cs typeface="Arial"/>
                <a:sym typeface="Arial"/>
              </a:defRPr>
            </a:lvl6pPr>
            <a:lvl7pPr lvl="6" marR="0" algn="l">
              <a:spcBef>
                <a:spcPts val="0"/>
              </a:spcBef>
              <a:spcAft>
                <a:spcPts val="0"/>
              </a:spcAft>
              <a:buSzPts val="1100"/>
              <a:buNone/>
              <a:defRPr b="0" i="0" sz="1400" u="none" cap="none" strike="noStrike">
                <a:solidFill>
                  <a:schemeClr val="dk1"/>
                </a:solidFill>
                <a:latin typeface="Arial"/>
                <a:ea typeface="Arial"/>
                <a:cs typeface="Arial"/>
                <a:sym typeface="Arial"/>
              </a:defRPr>
            </a:lvl7pPr>
            <a:lvl8pPr lvl="7" marR="0" algn="l">
              <a:spcBef>
                <a:spcPts val="0"/>
              </a:spcBef>
              <a:spcAft>
                <a:spcPts val="0"/>
              </a:spcAft>
              <a:buSzPts val="1100"/>
              <a:buNone/>
              <a:defRPr b="0" i="0" sz="1400" u="none" cap="none" strike="noStrike">
                <a:solidFill>
                  <a:schemeClr val="dk1"/>
                </a:solidFill>
                <a:latin typeface="Arial"/>
                <a:ea typeface="Arial"/>
                <a:cs typeface="Arial"/>
                <a:sym typeface="Arial"/>
              </a:defRPr>
            </a:lvl8pPr>
            <a:lvl9pPr lvl="8" marR="0" algn="l">
              <a:spcBef>
                <a:spcPts val="0"/>
              </a:spcBef>
              <a:spcAft>
                <a:spcPts val="0"/>
              </a:spcAft>
              <a:buSzPts val="1100"/>
              <a:buNone/>
              <a:defRPr b="0" i="0" sz="1400" u="none" cap="none" strike="noStrike">
                <a:solidFill>
                  <a:schemeClr val="dk1"/>
                </a:solidFill>
                <a:latin typeface="Arial"/>
                <a:ea typeface="Arial"/>
                <a:cs typeface="Arial"/>
                <a:sym typeface="Arial"/>
              </a:defRPr>
            </a:lvl9pPr>
          </a:lstStyle>
          <a:p/>
        </p:txBody>
      </p:sp>
      <p:sp>
        <p:nvSpPr>
          <p:cNvPr id="59" name="Google Shape;59;p1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algn="ctr">
              <a:spcBef>
                <a:spcPts val="0"/>
              </a:spcBef>
              <a:spcAft>
                <a:spcPts val="0"/>
              </a:spcAft>
              <a:buSzPts val="1100"/>
              <a:buNone/>
              <a:defRPr b="0" i="0" sz="900" u="none" cap="none" strike="noStrike">
                <a:solidFill>
                  <a:srgbClr val="757575"/>
                </a:solidFill>
                <a:latin typeface="Arial"/>
                <a:ea typeface="Arial"/>
                <a:cs typeface="Arial"/>
                <a:sym typeface="Arial"/>
              </a:defRPr>
            </a:lvl1pPr>
            <a:lvl2pPr lvl="1" marR="0" algn="l">
              <a:spcBef>
                <a:spcPts val="0"/>
              </a:spcBef>
              <a:spcAft>
                <a:spcPts val="0"/>
              </a:spcAft>
              <a:buSzPts val="1100"/>
              <a:buNone/>
              <a:defRPr b="0" i="0" sz="1400" u="none" cap="none" strike="noStrike">
                <a:solidFill>
                  <a:schemeClr val="dk1"/>
                </a:solidFill>
                <a:latin typeface="Arial"/>
                <a:ea typeface="Arial"/>
                <a:cs typeface="Arial"/>
                <a:sym typeface="Arial"/>
              </a:defRPr>
            </a:lvl2pPr>
            <a:lvl3pPr lvl="2" marR="0" algn="l">
              <a:spcBef>
                <a:spcPts val="0"/>
              </a:spcBef>
              <a:spcAft>
                <a:spcPts val="0"/>
              </a:spcAft>
              <a:buSzPts val="1100"/>
              <a:buNone/>
              <a:defRPr b="0" i="0" sz="1400" u="none" cap="none" strike="noStrike">
                <a:solidFill>
                  <a:schemeClr val="dk1"/>
                </a:solidFill>
                <a:latin typeface="Arial"/>
                <a:ea typeface="Arial"/>
                <a:cs typeface="Arial"/>
                <a:sym typeface="Arial"/>
              </a:defRPr>
            </a:lvl3pPr>
            <a:lvl4pPr lvl="3" marR="0" algn="l">
              <a:spcBef>
                <a:spcPts val="0"/>
              </a:spcBef>
              <a:spcAft>
                <a:spcPts val="0"/>
              </a:spcAft>
              <a:buSzPts val="1100"/>
              <a:buNone/>
              <a:defRPr b="0" i="0" sz="1400" u="none" cap="none" strike="noStrike">
                <a:solidFill>
                  <a:schemeClr val="dk1"/>
                </a:solidFill>
                <a:latin typeface="Arial"/>
                <a:ea typeface="Arial"/>
                <a:cs typeface="Arial"/>
                <a:sym typeface="Arial"/>
              </a:defRPr>
            </a:lvl4pPr>
            <a:lvl5pPr lvl="4" marR="0" algn="l">
              <a:spcBef>
                <a:spcPts val="0"/>
              </a:spcBef>
              <a:spcAft>
                <a:spcPts val="0"/>
              </a:spcAft>
              <a:buSzPts val="1100"/>
              <a:buNone/>
              <a:defRPr b="0" i="0" sz="1400" u="none" cap="none" strike="noStrike">
                <a:solidFill>
                  <a:schemeClr val="dk1"/>
                </a:solidFill>
                <a:latin typeface="Arial"/>
                <a:ea typeface="Arial"/>
                <a:cs typeface="Arial"/>
                <a:sym typeface="Arial"/>
              </a:defRPr>
            </a:lvl5pPr>
            <a:lvl6pPr lvl="5" marR="0" algn="l">
              <a:spcBef>
                <a:spcPts val="0"/>
              </a:spcBef>
              <a:spcAft>
                <a:spcPts val="0"/>
              </a:spcAft>
              <a:buSzPts val="1100"/>
              <a:buNone/>
              <a:defRPr b="0" i="0" sz="1400" u="none" cap="none" strike="noStrike">
                <a:solidFill>
                  <a:schemeClr val="dk1"/>
                </a:solidFill>
                <a:latin typeface="Arial"/>
                <a:ea typeface="Arial"/>
                <a:cs typeface="Arial"/>
                <a:sym typeface="Arial"/>
              </a:defRPr>
            </a:lvl6pPr>
            <a:lvl7pPr lvl="6" marR="0" algn="l">
              <a:spcBef>
                <a:spcPts val="0"/>
              </a:spcBef>
              <a:spcAft>
                <a:spcPts val="0"/>
              </a:spcAft>
              <a:buSzPts val="1100"/>
              <a:buNone/>
              <a:defRPr b="0" i="0" sz="1400" u="none" cap="none" strike="noStrike">
                <a:solidFill>
                  <a:schemeClr val="dk1"/>
                </a:solidFill>
                <a:latin typeface="Arial"/>
                <a:ea typeface="Arial"/>
                <a:cs typeface="Arial"/>
                <a:sym typeface="Arial"/>
              </a:defRPr>
            </a:lvl7pPr>
            <a:lvl8pPr lvl="7" marR="0" algn="l">
              <a:spcBef>
                <a:spcPts val="0"/>
              </a:spcBef>
              <a:spcAft>
                <a:spcPts val="0"/>
              </a:spcAft>
              <a:buSzPts val="1100"/>
              <a:buNone/>
              <a:defRPr b="0" i="0" sz="1400" u="none" cap="none" strike="noStrike">
                <a:solidFill>
                  <a:schemeClr val="dk1"/>
                </a:solidFill>
                <a:latin typeface="Arial"/>
                <a:ea typeface="Arial"/>
                <a:cs typeface="Arial"/>
                <a:sym typeface="Arial"/>
              </a:defRPr>
            </a:lvl8pPr>
            <a:lvl9pPr lvl="8" marR="0" algn="l">
              <a:spcBef>
                <a:spcPts val="0"/>
              </a:spcBef>
              <a:spcAft>
                <a:spcPts val="0"/>
              </a:spcAft>
              <a:buSzPts val="1100"/>
              <a:buNone/>
              <a:defRPr b="0" i="0" sz="1400" u="none" cap="none" strike="noStrike">
                <a:solidFill>
                  <a:schemeClr val="dk1"/>
                </a:solidFill>
                <a:latin typeface="Arial"/>
                <a:ea typeface="Arial"/>
                <a:cs typeface="Arial"/>
                <a:sym typeface="Arial"/>
              </a:defRPr>
            </a:lvl9pPr>
          </a:lstStyle>
          <a:p/>
        </p:txBody>
      </p:sp>
      <p:sp>
        <p:nvSpPr>
          <p:cNvPr id="60" name="Google Shape;60;p1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spcBef>
                <a:spcPts val="0"/>
              </a:spcBef>
              <a:buNone/>
              <a:defRPr b="0" i="0" sz="900" u="none" cap="none" strike="noStrike">
                <a:solidFill>
                  <a:srgbClr val="757575"/>
                </a:solidFill>
                <a:latin typeface="Arial"/>
                <a:ea typeface="Arial"/>
                <a:cs typeface="Arial"/>
                <a:sym typeface="Arial"/>
              </a:defRPr>
            </a:lvl1pPr>
            <a:lvl2pPr indent="0" lvl="1" marL="0" marR="0" algn="r">
              <a:spcBef>
                <a:spcPts val="0"/>
              </a:spcBef>
              <a:buNone/>
              <a:defRPr b="0" i="0" sz="900" u="none" cap="none" strike="noStrike">
                <a:solidFill>
                  <a:srgbClr val="757575"/>
                </a:solidFill>
                <a:latin typeface="Arial"/>
                <a:ea typeface="Arial"/>
                <a:cs typeface="Arial"/>
                <a:sym typeface="Arial"/>
              </a:defRPr>
            </a:lvl2pPr>
            <a:lvl3pPr indent="0" lvl="2" marL="0" marR="0" algn="r">
              <a:spcBef>
                <a:spcPts val="0"/>
              </a:spcBef>
              <a:buNone/>
              <a:defRPr b="0" i="0" sz="900" u="none" cap="none" strike="noStrike">
                <a:solidFill>
                  <a:srgbClr val="757575"/>
                </a:solidFill>
                <a:latin typeface="Arial"/>
                <a:ea typeface="Arial"/>
                <a:cs typeface="Arial"/>
                <a:sym typeface="Arial"/>
              </a:defRPr>
            </a:lvl3pPr>
            <a:lvl4pPr indent="0" lvl="3" marL="0" marR="0" algn="r">
              <a:spcBef>
                <a:spcPts val="0"/>
              </a:spcBef>
              <a:buNone/>
              <a:defRPr b="0" i="0" sz="900" u="none" cap="none" strike="noStrike">
                <a:solidFill>
                  <a:srgbClr val="757575"/>
                </a:solidFill>
                <a:latin typeface="Arial"/>
                <a:ea typeface="Arial"/>
                <a:cs typeface="Arial"/>
                <a:sym typeface="Arial"/>
              </a:defRPr>
            </a:lvl4pPr>
            <a:lvl5pPr indent="0" lvl="4" marL="0" marR="0" algn="r">
              <a:spcBef>
                <a:spcPts val="0"/>
              </a:spcBef>
              <a:buNone/>
              <a:defRPr b="0" i="0" sz="900" u="none" cap="none" strike="noStrike">
                <a:solidFill>
                  <a:srgbClr val="757575"/>
                </a:solidFill>
                <a:latin typeface="Arial"/>
                <a:ea typeface="Arial"/>
                <a:cs typeface="Arial"/>
                <a:sym typeface="Arial"/>
              </a:defRPr>
            </a:lvl5pPr>
            <a:lvl6pPr indent="0" lvl="5" marL="0" marR="0" algn="r">
              <a:spcBef>
                <a:spcPts val="0"/>
              </a:spcBef>
              <a:buNone/>
              <a:defRPr b="0" i="0" sz="900" u="none" cap="none" strike="noStrike">
                <a:solidFill>
                  <a:srgbClr val="757575"/>
                </a:solidFill>
                <a:latin typeface="Arial"/>
                <a:ea typeface="Arial"/>
                <a:cs typeface="Arial"/>
                <a:sym typeface="Arial"/>
              </a:defRPr>
            </a:lvl6pPr>
            <a:lvl7pPr indent="0" lvl="6" marL="0" marR="0" algn="r">
              <a:spcBef>
                <a:spcPts val="0"/>
              </a:spcBef>
              <a:buNone/>
              <a:defRPr b="0" i="0" sz="900" u="none" cap="none" strike="noStrike">
                <a:solidFill>
                  <a:srgbClr val="757575"/>
                </a:solidFill>
                <a:latin typeface="Arial"/>
                <a:ea typeface="Arial"/>
                <a:cs typeface="Arial"/>
                <a:sym typeface="Arial"/>
              </a:defRPr>
            </a:lvl7pPr>
            <a:lvl8pPr indent="0" lvl="7" marL="0" marR="0" algn="r">
              <a:spcBef>
                <a:spcPts val="0"/>
              </a:spcBef>
              <a:buNone/>
              <a:defRPr b="0" i="0" sz="900" u="none" cap="none" strike="noStrike">
                <a:solidFill>
                  <a:srgbClr val="757575"/>
                </a:solidFill>
                <a:latin typeface="Arial"/>
                <a:ea typeface="Arial"/>
                <a:cs typeface="Arial"/>
                <a:sym typeface="Arial"/>
              </a:defRPr>
            </a:lvl8pPr>
            <a:lvl9pPr indent="0" lvl="8" marL="0" marR="0" algn="r">
              <a:spcBef>
                <a:spcPts val="0"/>
              </a:spcBef>
              <a:buNone/>
              <a:defRPr b="0" i="0" sz="9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3" name="Shape 133"/>
        <p:cNvGrpSpPr/>
        <p:nvPr/>
      </p:nvGrpSpPr>
      <p:grpSpPr>
        <a:xfrm>
          <a:off x="0" y="0"/>
          <a:ext cx="0" cy="0"/>
          <a:chOff x="0" y="0"/>
          <a:chExt cx="0" cy="0"/>
        </a:xfrm>
      </p:grpSpPr>
      <p:sp>
        <p:nvSpPr>
          <p:cNvPr id="134" name="Google Shape;134;p25"/>
          <p:cNvSpPr/>
          <p:nvPr/>
        </p:nvSpPr>
        <p:spPr>
          <a:xfrm>
            <a:off x="0" y="0"/>
            <a:ext cx="9175800" cy="5143500"/>
          </a:xfrm>
          <a:prstGeom prst="rect">
            <a:avLst/>
          </a:prstGeom>
          <a:solidFill>
            <a:srgbClr val="0C0C0C"/>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rgbClr val="7F7F7F"/>
              </a:solidFill>
              <a:latin typeface="Arial"/>
              <a:ea typeface="Arial"/>
              <a:cs typeface="Arial"/>
              <a:sym typeface="Arial"/>
            </a:endParaRPr>
          </a:p>
        </p:txBody>
      </p:sp>
      <p:sp>
        <p:nvSpPr>
          <p:cNvPr id="135" name="Google Shape;135;p25"/>
          <p:cNvSpPr txBox="1"/>
          <p:nvPr>
            <p:ph type="ctrTitle"/>
          </p:nvPr>
        </p:nvSpPr>
        <p:spPr>
          <a:xfrm>
            <a:off x="874275" y="415000"/>
            <a:ext cx="6980400" cy="1910700"/>
          </a:xfrm>
          <a:prstGeom prst="rect">
            <a:avLst/>
          </a:prstGeom>
          <a:noFill/>
          <a:ln>
            <a:noFill/>
          </a:ln>
        </p:spPr>
        <p:txBody>
          <a:bodyPr anchorCtr="0" anchor="b" bIns="34275" lIns="68575" spcFirstLastPara="1" rIns="68575" wrap="square" tIns="34275">
            <a:normAutofit/>
          </a:bodyPr>
          <a:lstStyle/>
          <a:p>
            <a:pPr indent="0" lvl="0" marL="0" rtl="0" algn="l">
              <a:spcBef>
                <a:spcPts val="0"/>
              </a:spcBef>
              <a:spcAft>
                <a:spcPts val="0"/>
              </a:spcAft>
              <a:buClr>
                <a:schemeClr val="dk1"/>
              </a:buClr>
              <a:buSzPts val="1100"/>
              <a:buFont typeface="Arial"/>
              <a:buNone/>
            </a:pPr>
            <a:r>
              <a:rPr lang="en" sz="5000">
                <a:solidFill>
                  <a:schemeClr val="lt1"/>
                </a:solidFill>
              </a:rPr>
              <a:t>PB‑FUSE NAS E2E using Raspberry Pi 5</a:t>
            </a:r>
            <a:endParaRPr sz="5000">
              <a:solidFill>
                <a:schemeClr val="lt1"/>
              </a:solidFill>
            </a:endParaRPr>
          </a:p>
        </p:txBody>
      </p:sp>
      <p:sp>
        <p:nvSpPr>
          <p:cNvPr id="136" name="Google Shape;136;p25"/>
          <p:cNvSpPr txBox="1"/>
          <p:nvPr>
            <p:ph idx="1" type="subTitle"/>
          </p:nvPr>
        </p:nvSpPr>
        <p:spPr>
          <a:xfrm>
            <a:off x="874275" y="3178875"/>
            <a:ext cx="6053700" cy="1510500"/>
          </a:xfrm>
          <a:prstGeom prst="rect">
            <a:avLst/>
          </a:prstGeom>
          <a:noFill/>
          <a:ln>
            <a:noFill/>
          </a:ln>
        </p:spPr>
        <p:txBody>
          <a:bodyPr anchorCtr="0" anchor="t" bIns="34275" lIns="68575" spcFirstLastPara="1" rIns="68575" wrap="square" tIns="34275">
            <a:normAutofit/>
          </a:bodyPr>
          <a:lstStyle/>
          <a:p>
            <a:pPr indent="0" lvl="0" marL="0" rtl="0" algn="l">
              <a:lnSpc>
                <a:spcPct val="90000"/>
              </a:lnSpc>
              <a:spcBef>
                <a:spcPts val="0"/>
              </a:spcBef>
              <a:spcAft>
                <a:spcPts val="0"/>
              </a:spcAft>
              <a:buClr>
                <a:schemeClr val="dk1"/>
              </a:buClr>
              <a:buSzPts val="2400"/>
              <a:buNone/>
            </a:pPr>
            <a:r>
              <a:rPr lang="en" sz="2400">
                <a:solidFill>
                  <a:schemeClr val="lt1"/>
                </a:solidFill>
              </a:rPr>
              <a:t>Manuel Alvarado</a:t>
            </a:r>
            <a:endParaRPr sz="2400">
              <a:solidFill>
                <a:schemeClr val="lt1"/>
              </a:solidFill>
            </a:endParaRPr>
          </a:p>
          <a:p>
            <a:pPr indent="0" lvl="0" marL="0" rtl="0" algn="l">
              <a:lnSpc>
                <a:spcPct val="90000"/>
              </a:lnSpc>
              <a:spcBef>
                <a:spcPts val="0"/>
              </a:spcBef>
              <a:spcAft>
                <a:spcPts val="0"/>
              </a:spcAft>
              <a:buClr>
                <a:schemeClr val="dk1"/>
              </a:buClr>
              <a:buSzPts val="2400"/>
              <a:buNone/>
            </a:pPr>
            <a:r>
              <a:rPr lang="en" sz="2400">
                <a:solidFill>
                  <a:schemeClr val="lt1"/>
                </a:solidFill>
              </a:rPr>
              <a:t>Caleb Jala-Guinto</a:t>
            </a:r>
            <a:endParaRPr sz="2400">
              <a:solidFill>
                <a:schemeClr val="lt1"/>
              </a:solidFill>
            </a:endParaRPr>
          </a:p>
          <a:p>
            <a:pPr indent="0" lvl="0" marL="0" rtl="0" algn="l">
              <a:lnSpc>
                <a:spcPct val="90000"/>
              </a:lnSpc>
              <a:spcBef>
                <a:spcPts val="0"/>
              </a:spcBef>
              <a:spcAft>
                <a:spcPts val="0"/>
              </a:spcAft>
              <a:buClr>
                <a:schemeClr val="dk1"/>
              </a:buClr>
              <a:buSzPts val="2400"/>
              <a:buNone/>
            </a:pPr>
            <a:r>
              <a:rPr lang="en" sz="2400">
                <a:solidFill>
                  <a:schemeClr val="lt1"/>
                </a:solidFill>
              </a:rPr>
              <a:t>Isabel Warth</a:t>
            </a:r>
            <a:endParaRPr sz="2400">
              <a:solidFill>
                <a:schemeClr val="lt1"/>
              </a:solidFill>
            </a:endParaRPr>
          </a:p>
        </p:txBody>
      </p:sp>
      <p:cxnSp>
        <p:nvCxnSpPr>
          <p:cNvPr id="137" name="Google Shape;137;p25"/>
          <p:cNvCxnSpPr/>
          <p:nvPr/>
        </p:nvCxnSpPr>
        <p:spPr>
          <a:xfrm>
            <a:off x="438964" y="0"/>
            <a:ext cx="0" cy="5143500"/>
          </a:xfrm>
          <a:prstGeom prst="straightConnector1">
            <a:avLst/>
          </a:prstGeom>
          <a:noFill/>
          <a:ln cap="flat" cmpd="sng" w="12700">
            <a:solidFill>
              <a:schemeClr val="accent2"/>
            </a:solidFill>
            <a:prstDash val="solid"/>
            <a:miter lim="800000"/>
            <a:headEnd len="sm" w="sm" type="none"/>
            <a:tailEnd len="sm" w="sm" type="none"/>
          </a:ln>
        </p:spPr>
      </p:cxnSp>
      <p:cxnSp>
        <p:nvCxnSpPr>
          <p:cNvPr id="138" name="Google Shape;138;p25"/>
          <p:cNvCxnSpPr/>
          <p:nvPr/>
        </p:nvCxnSpPr>
        <p:spPr>
          <a:xfrm rot="10800000">
            <a:off x="0" y="4689364"/>
            <a:ext cx="9144000" cy="0"/>
          </a:xfrm>
          <a:prstGeom prst="straightConnector1">
            <a:avLst/>
          </a:prstGeom>
          <a:noFill/>
          <a:ln cap="flat" cmpd="sng" w="12700">
            <a:solidFill>
              <a:schemeClr val="accent2"/>
            </a:solidFill>
            <a:prstDash val="solid"/>
            <a:miter lim="800000"/>
            <a:headEnd len="sm" w="sm" type="none"/>
            <a:tailEnd len="sm" w="sm" type="none"/>
          </a:ln>
        </p:spPr>
      </p:cxn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2" name="Shape 142"/>
        <p:cNvGrpSpPr/>
        <p:nvPr/>
      </p:nvGrpSpPr>
      <p:grpSpPr>
        <a:xfrm>
          <a:off x="0" y="0"/>
          <a:ext cx="0" cy="0"/>
          <a:chOff x="0" y="0"/>
          <a:chExt cx="0" cy="0"/>
        </a:xfrm>
      </p:grpSpPr>
      <p:sp>
        <p:nvSpPr>
          <p:cNvPr id="143" name="Google Shape;143;p26"/>
          <p:cNvSpPr/>
          <p:nvPr/>
        </p:nvSpPr>
        <p:spPr>
          <a:xfrm>
            <a:off x="0" y="0"/>
            <a:ext cx="9171000" cy="5143500"/>
          </a:xfrm>
          <a:prstGeom prst="rect">
            <a:avLst/>
          </a:prstGeom>
          <a:solidFill>
            <a:srgbClr val="0C0C0C"/>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144" name="Google Shape;144;p26"/>
          <p:cNvSpPr/>
          <p:nvPr/>
        </p:nvSpPr>
        <p:spPr>
          <a:xfrm>
            <a:off x="93600" y="94200"/>
            <a:ext cx="8956800" cy="4955100"/>
          </a:xfrm>
          <a:prstGeom prst="rect">
            <a:avLst/>
          </a:prstGeom>
          <a:noFill/>
          <a:ln cap="flat" cmpd="sng" w="12700">
            <a:solidFill>
              <a:schemeClr val="accent2"/>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45" name="Google Shape;145;p26"/>
          <p:cNvSpPr txBox="1"/>
          <p:nvPr>
            <p:ph type="title"/>
          </p:nvPr>
        </p:nvSpPr>
        <p:spPr>
          <a:xfrm>
            <a:off x="207500" y="420800"/>
            <a:ext cx="3633000" cy="846900"/>
          </a:xfrm>
          <a:prstGeom prst="rect">
            <a:avLst/>
          </a:prstGeom>
          <a:noFill/>
          <a:ln>
            <a:noFill/>
          </a:ln>
        </p:spPr>
        <p:txBody>
          <a:bodyPr anchorCtr="0" anchor="b" bIns="34275" lIns="68575" spcFirstLastPara="1" rIns="68575" wrap="square" tIns="34275">
            <a:normAutofit/>
          </a:bodyPr>
          <a:lstStyle/>
          <a:p>
            <a:pPr indent="0" lvl="0" marL="0" rtl="0" algn="l">
              <a:lnSpc>
                <a:spcPct val="90000"/>
              </a:lnSpc>
              <a:spcBef>
                <a:spcPts val="0"/>
              </a:spcBef>
              <a:spcAft>
                <a:spcPts val="0"/>
              </a:spcAft>
              <a:buClr>
                <a:schemeClr val="lt1"/>
              </a:buClr>
              <a:buSzPts val="3300"/>
              <a:buFont typeface="Play"/>
              <a:buNone/>
            </a:pPr>
            <a:r>
              <a:rPr lang="en">
                <a:solidFill>
                  <a:schemeClr val="lt1"/>
                </a:solidFill>
              </a:rPr>
              <a:t>Project Overview</a:t>
            </a:r>
            <a:endParaRPr/>
          </a:p>
        </p:txBody>
      </p:sp>
      <p:cxnSp>
        <p:nvCxnSpPr>
          <p:cNvPr id="146" name="Google Shape;146;p26"/>
          <p:cNvCxnSpPr/>
          <p:nvPr/>
        </p:nvCxnSpPr>
        <p:spPr>
          <a:xfrm flipH="1">
            <a:off x="127460" y="1519755"/>
            <a:ext cx="3882900" cy="2700"/>
          </a:xfrm>
          <a:prstGeom prst="straightConnector1">
            <a:avLst/>
          </a:prstGeom>
          <a:noFill/>
          <a:ln cap="flat" cmpd="sng" w="12700">
            <a:solidFill>
              <a:schemeClr val="accent2"/>
            </a:solidFill>
            <a:prstDash val="solid"/>
            <a:miter lim="800000"/>
            <a:headEnd len="sm" w="sm" type="none"/>
            <a:tailEnd len="sm" w="sm" type="none"/>
          </a:ln>
        </p:spPr>
      </p:cxnSp>
      <p:sp>
        <p:nvSpPr>
          <p:cNvPr id="147" name="Google Shape;147;p26"/>
          <p:cNvSpPr txBox="1"/>
          <p:nvPr>
            <p:ph idx="1" type="body"/>
          </p:nvPr>
        </p:nvSpPr>
        <p:spPr>
          <a:xfrm>
            <a:off x="238625" y="1684575"/>
            <a:ext cx="8439000" cy="3464100"/>
          </a:xfrm>
          <a:prstGeom prst="rect">
            <a:avLst/>
          </a:prstGeom>
          <a:noFill/>
          <a:ln>
            <a:noFill/>
          </a:ln>
        </p:spPr>
        <p:txBody>
          <a:bodyPr anchorCtr="0" anchor="t" bIns="34275" lIns="68575" spcFirstLastPara="1" rIns="68575" wrap="square" tIns="34275">
            <a:normAutofit/>
          </a:bodyPr>
          <a:lstStyle/>
          <a:p>
            <a:pPr indent="0" lvl="0" marL="0" rtl="0" algn="l">
              <a:spcBef>
                <a:spcPts val="800"/>
              </a:spcBef>
              <a:spcAft>
                <a:spcPts val="0"/>
              </a:spcAft>
              <a:buNone/>
            </a:pPr>
            <a:r>
              <a:t/>
            </a:r>
            <a:endParaRPr sz="1600">
              <a:solidFill>
                <a:schemeClr val="lt1"/>
              </a:solidFill>
            </a:endParaRPr>
          </a:p>
          <a:p>
            <a:pPr indent="0" lvl="0" marL="0" rtl="0" algn="l">
              <a:spcBef>
                <a:spcPts val="800"/>
              </a:spcBef>
              <a:spcAft>
                <a:spcPts val="0"/>
              </a:spcAft>
              <a:buNone/>
            </a:pPr>
            <a:r>
              <a:rPr lang="en" sz="1600">
                <a:solidFill>
                  <a:schemeClr val="lt1"/>
                </a:solidFill>
              </a:rPr>
              <a:t>A Virtual NAS with Content-Aware Storage:</a:t>
            </a:r>
            <a:endParaRPr sz="1600">
              <a:solidFill>
                <a:schemeClr val="lt1"/>
              </a:solidFill>
            </a:endParaRPr>
          </a:p>
          <a:p>
            <a:pPr indent="0" lvl="0" marL="0" rtl="0" algn="l">
              <a:spcBef>
                <a:spcPts val="800"/>
              </a:spcBef>
              <a:spcAft>
                <a:spcPts val="0"/>
              </a:spcAft>
              <a:buNone/>
            </a:pPr>
            <a:r>
              <a:rPr lang="en" sz="1400">
                <a:solidFill>
                  <a:schemeClr val="lt1"/>
                </a:solidFill>
              </a:rPr>
              <a:t>Our project implements a network-attached storage system that behaves like a normal NAS for users, but internally stores files in a deduplicated, block-based form.</a:t>
            </a:r>
            <a:endParaRPr sz="1400">
              <a:solidFill>
                <a:schemeClr val="lt1"/>
              </a:solidFill>
            </a:endParaRPr>
          </a:p>
          <a:p>
            <a:pPr indent="0" lvl="0" marL="0" rtl="0" algn="l">
              <a:spcBef>
                <a:spcPts val="800"/>
              </a:spcBef>
              <a:spcAft>
                <a:spcPts val="0"/>
              </a:spcAft>
              <a:buNone/>
            </a:pPr>
            <a:r>
              <a:rPr lang="en" sz="1400">
                <a:solidFill>
                  <a:schemeClr val="lt1"/>
                </a:solidFill>
              </a:rPr>
              <a:t>A Raspberry Pi-based PB-FUSE filesystem breaks incoming files into blocks, hashes them, and stores only the unique chunks on the NAS. All metadata, block mapping, and integrity checks are handled locally on the Pi, so the NAS only ever sees encrypted blocks.</a:t>
            </a:r>
            <a:endParaRPr sz="1400">
              <a:solidFill>
                <a:schemeClr val="lt1"/>
              </a:solidFill>
            </a:endParaRPr>
          </a:p>
          <a:p>
            <a:pPr indent="0" lvl="0" marL="0" rtl="0" algn="l">
              <a:spcBef>
                <a:spcPts val="800"/>
              </a:spcBef>
              <a:spcAft>
                <a:spcPts val="0"/>
              </a:spcAft>
              <a:buNone/>
            </a:pPr>
            <a:r>
              <a:rPr lang="en" sz="1400">
                <a:solidFill>
                  <a:schemeClr val="lt1"/>
                </a:solidFill>
              </a:rPr>
              <a:t>The result is a space-efficient, client-side encrypted NAS that demonstrates content-addressable storage, deduplication, and end-to-end security without trusting the storage server.</a:t>
            </a:r>
            <a:endParaRPr sz="1400">
              <a:solidFill>
                <a:schemeClr val="lt1"/>
              </a:solidFill>
            </a:endParaRPr>
          </a:p>
          <a:p>
            <a:pPr indent="-101600" lvl="0" marL="177800" rtl="0" algn="l">
              <a:lnSpc>
                <a:spcPct val="90000"/>
              </a:lnSpc>
              <a:spcBef>
                <a:spcPts val="800"/>
              </a:spcBef>
              <a:spcAft>
                <a:spcPts val="0"/>
              </a:spcAft>
              <a:buClr>
                <a:schemeClr val="dk1"/>
              </a:buClr>
              <a:buSzPts val="1500"/>
              <a:buNone/>
            </a:pPr>
            <a:r>
              <a:t/>
            </a:r>
            <a:endParaRPr sz="1700">
              <a:solidFill>
                <a:schemeClr val="lt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51" name="Shape 151"/>
        <p:cNvGrpSpPr/>
        <p:nvPr/>
      </p:nvGrpSpPr>
      <p:grpSpPr>
        <a:xfrm>
          <a:off x="0" y="0"/>
          <a:ext cx="0" cy="0"/>
          <a:chOff x="0" y="0"/>
          <a:chExt cx="0" cy="0"/>
        </a:xfrm>
      </p:grpSpPr>
      <p:sp>
        <p:nvSpPr>
          <p:cNvPr id="152" name="Google Shape;152;p27"/>
          <p:cNvSpPr/>
          <p:nvPr/>
        </p:nvSpPr>
        <p:spPr>
          <a:xfrm>
            <a:off x="0" y="0"/>
            <a:ext cx="9171000" cy="5143500"/>
          </a:xfrm>
          <a:prstGeom prst="rect">
            <a:avLst/>
          </a:prstGeom>
          <a:solidFill>
            <a:srgbClr val="0C0C0C"/>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153" name="Google Shape;153;p27"/>
          <p:cNvSpPr/>
          <p:nvPr/>
        </p:nvSpPr>
        <p:spPr>
          <a:xfrm>
            <a:off x="93600" y="94200"/>
            <a:ext cx="8956800" cy="4955100"/>
          </a:xfrm>
          <a:prstGeom prst="rect">
            <a:avLst/>
          </a:prstGeom>
          <a:noFill/>
          <a:ln cap="flat" cmpd="sng" w="12700">
            <a:solidFill>
              <a:schemeClr val="accent2"/>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54" name="Google Shape;154;p27"/>
          <p:cNvSpPr txBox="1"/>
          <p:nvPr>
            <p:ph type="title"/>
          </p:nvPr>
        </p:nvSpPr>
        <p:spPr>
          <a:xfrm>
            <a:off x="207500" y="420800"/>
            <a:ext cx="3633000" cy="846900"/>
          </a:xfrm>
          <a:prstGeom prst="rect">
            <a:avLst/>
          </a:prstGeom>
          <a:noFill/>
          <a:ln>
            <a:noFill/>
          </a:ln>
        </p:spPr>
        <p:txBody>
          <a:bodyPr anchorCtr="0" anchor="b" bIns="34275" lIns="68575" spcFirstLastPara="1" rIns="68575" wrap="square" tIns="34275">
            <a:normAutofit/>
          </a:bodyPr>
          <a:lstStyle/>
          <a:p>
            <a:pPr indent="0" lvl="0" marL="0" rtl="0" algn="l">
              <a:lnSpc>
                <a:spcPct val="90000"/>
              </a:lnSpc>
              <a:spcBef>
                <a:spcPts val="0"/>
              </a:spcBef>
              <a:spcAft>
                <a:spcPts val="0"/>
              </a:spcAft>
              <a:buClr>
                <a:schemeClr val="lt1"/>
              </a:buClr>
              <a:buSzPts val="3300"/>
              <a:buFont typeface="Play"/>
              <a:buNone/>
            </a:pPr>
            <a:r>
              <a:rPr lang="en">
                <a:solidFill>
                  <a:schemeClr val="lt1"/>
                </a:solidFill>
              </a:rPr>
              <a:t>Project Overview</a:t>
            </a:r>
            <a:endParaRPr/>
          </a:p>
        </p:txBody>
      </p:sp>
      <p:cxnSp>
        <p:nvCxnSpPr>
          <p:cNvPr id="155" name="Google Shape;155;p27"/>
          <p:cNvCxnSpPr/>
          <p:nvPr/>
        </p:nvCxnSpPr>
        <p:spPr>
          <a:xfrm flipH="1">
            <a:off x="127460" y="1519755"/>
            <a:ext cx="3882900" cy="2700"/>
          </a:xfrm>
          <a:prstGeom prst="straightConnector1">
            <a:avLst/>
          </a:prstGeom>
          <a:noFill/>
          <a:ln cap="flat" cmpd="sng" w="12700">
            <a:solidFill>
              <a:schemeClr val="accent2"/>
            </a:solidFill>
            <a:prstDash val="solid"/>
            <a:miter lim="800000"/>
            <a:headEnd len="sm" w="sm" type="none"/>
            <a:tailEnd len="sm" w="sm" type="none"/>
          </a:ln>
        </p:spPr>
      </p:cxnSp>
      <p:sp>
        <p:nvSpPr>
          <p:cNvPr id="156" name="Google Shape;156;p27"/>
          <p:cNvSpPr txBox="1"/>
          <p:nvPr>
            <p:ph idx="1" type="body"/>
          </p:nvPr>
        </p:nvSpPr>
        <p:spPr>
          <a:xfrm>
            <a:off x="238625" y="1684575"/>
            <a:ext cx="2930400" cy="3300300"/>
          </a:xfrm>
          <a:prstGeom prst="rect">
            <a:avLst/>
          </a:prstGeom>
          <a:noFill/>
          <a:ln>
            <a:noFill/>
          </a:ln>
        </p:spPr>
        <p:txBody>
          <a:bodyPr anchorCtr="0" anchor="t" bIns="34275" lIns="68575" spcFirstLastPara="1" rIns="68575" wrap="square" tIns="34275">
            <a:normAutofit fontScale="55000" lnSpcReduction="20000"/>
          </a:bodyPr>
          <a:lstStyle/>
          <a:p>
            <a:pPr indent="0" lvl="0" marL="0" rtl="0" algn="l">
              <a:spcBef>
                <a:spcPts val="800"/>
              </a:spcBef>
              <a:spcAft>
                <a:spcPts val="0"/>
              </a:spcAft>
              <a:buNone/>
            </a:pPr>
            <a:r>
              <a:t/>
            </a:r>
            <a:endParaRPr sz="2500">
              <a:solidFill>
                <a:schemeClr val="lt1"/>
              </a:solidFill>
            </a:endParaRPr>
          </a:p>
          <a:p>
            <a:pPr indent="0" lvl="0" marL="0" rtl="0" algn="l">
              <a:spcBef>
                <a:spcPts val="800"/>
              </a:spcBef>
              <a:spcAft>
                <a:spcPts val="0"/>
              </a:spcAft>
              <a:buNone/>
            </a:pPr>
            <a:r>
              <a:rPr lang="en" sz="2500">
                <a:solidFill>
                  <a:schemeClr val="lt1"/>
                </a:solidFill>
              </a:rPr>
              <a:t>A secure Ubuntu-based NAS server (running NFS), with a custom PB-FUSE filesystem on the Raspberry Pi 5.</a:t>
            </a:r>
            <a:endParaRPr sz="2500">
              <a:solidFill>
                <a:schemeClr val="lt1"/>
              </a:solidFill>
            </a:endParaRPr>
          </a:p>
          <a:p>
            <a:pPr indent="0" lvl="0" marL="0" rtl="0" algn="l">
              <a:spcBef>
                <a:spcPts val="800"/>
              </a:spcBef>
              <a:spcAft>
                <a:spcPts val="0"/>
              </a:spcAft>
              <a:buNone/>
            </a:pPr>
            <a:r>
              <a:rPr lang="en" sz="2500">
                <a:solidFill>
                  <a:schemeClr val="lt1"/>
                </a:solidFill>
              </a:rPr>
              <a:t>Uses a hashing pipeline with PhotonBeetle to identify, deduplicate, and store blocks, forming a complete end-to-end system that supports:</a:t>
            </a:r>
            <a:endParaRPr sz="2500">
              <a:solidFill>
                <a:schemeClr val="lt1"/>
              </a:solidFill>
            </a:endParaRPr>
          </a:p>
          <a:p>
            <a:pPr indent="0" lvl="0" marL="0" rtl="0" algn="l">
              <a:lnSpc>
                <a:spcPct val="100000"/>
              </a:lnSpc>
              <a:spcBef>
                <a:spcPts val="0"/>
              </a:spcBef>
              <a:spcAft>
                <a:spcPts val="0"/>
              </a:spcAft>
              <a:buNone/>
            </a:pPr>
            <a:r>
              <a:t/>
            </a:r>
            <a:endParaRPr sz="2500">
              <a:solidFill>
                <a:schemeClr val="lt1"/>
              </a:solidFill>
            </a:endParaRPr>
          </a:p>
          <a:p>
            <a:pPr indent="0" lvl="0" marL="0" rtl="0" algn="l">
              <a:lnSpc>
                <a:spcPct val="100000"/>
              </a:lnSpc>
              <a:spcBef>
                <a:spcPts val="0"/>
              </a:spcBef>
              <a:spcAft>
                <a:spcPts val="0"/>
              </a:spcAft>
              <a:buNone/>
            </a:pPr>
            <a:r>
              <a:rPr lang="en" sz="2528">
                <a:solidFill>
                  <a:schemeClr val="lt1"/>
                </a:solidFill>
              </a:rPr>
              <a:t>-File writes</a:t>
            </a:r>
            <a:endParaRPr sz="2528">
              <a:solidFill>
                <a:schemeClr val="lt1"/>
              </a:solidFill>
            </a:endParaRPr>
          </a:p>
          <a:p>
            <a:pPr indent="0" lvl="0" marL="0" rtl="0" algn="l">
              <a:lnSpc>
                <a:spcPct val="100000"/>
              </a:lnSpc>
              <a:spcBef>
                <a:spcPts val="0"/>
              </a:spcBef>
              <a:spcAft>
                <a:spcPts val="0"/>
              </a:spcAft>
              <a:buNone/>
            </a:pPr>
            <a:r>
              <a:rPr lang="en" sz="2528">
                <a:solidFill>
                  <a:schemeClr val="lt1"/>
                </a:solidFill>
              </a:rPr>
              <a:t>-File reads</a:t>
            </a:r>
            <a:endParaRPr sz="2528">
              <a:solidFill>
                <a:schemeClr val="lt1"/>
              </a:solidFill>
            </a:endParaRPr>
          </a:p>
          <a:p>
            <a:pPr indent="0" lvl="0" marL="0" rtl="0" algn="l">
              <a:lnSpc>
                <a:spcPct val="100000"/>
              </a:lnSpc>
              <a:spcBef>
                <a:spcPts val="0"/>
              </a:spcBef>
              <a:spcAft>
                <a:spcPts val="0"/>
              </a:spcAft>
              <a:buNone/>
            </a:pPr>
            <a:r>
              <a:rPr lang="en" sz="2528">
                <a:solidFill>
                  <a:schemeClr val="lt1"/>
                </a:solidFill>
              </a:rPr>
              <a:t>-Deduplication</a:t>
            </a:r>
            <a:endParaRPr sz="2528">
              <a:solidFill>
                <a:schemeClr val="lt1"/>
              </a:solidFill>
            </a:endParaRPr>
          </a:p>
          <a:p>
            <a:pPr indent="0" lvl="0" marL="0" rtl="0" algn="l">
              <a:lnSpc>
                <a:spcPct val="100000"/>
              </a:lnSpc>
              <a:spcBef>
                <a:spcPts val="0"/>
              </a:spcBef>
              <a:spcAft>
                <a:spcPts val="0"/>
              </a:spcAft>
              <a:buNone/>
            </a:pPr>
            <a:r>
              <a:rPr lang="en" sz="2528">
                <a:solidFill>
                  <a:schemeClr val="lt1"/>
                </a:solidFill>
              </a:rPr>
              <a:t>-Metadata tracking on the client side</a:t>
            </a:r>
            <a:endParaRPr sz="2528">
              <a:solidFill>
                <a:schemeClr val="lt1"/>
              </a:solidFill>
            </a:endParaRPr>
          </a:p>
          <a:p>
            <a:pPr indent="0" lvl="0" marL="0" rtl="0" algn="l">
              <a:lnSpc>
                <a:spcPct val="100000"/>
              </a:lnSpc>
              <a:spcBef>
                <a:spcPts val="0"/>
              </a:spcBef>
              <a:spcAft>
                <a:spcPts val="0"/>
              </a:spcAft>
              <a:buNone/>
            </a:pPr>
            <a:r>
              <a:rPr lang="en" sz="2528">
                <a:solidFill>
                  <a:schemeClr val="lt1"/>
                </a:solidFill>
              </a:rPr>
              <a:t>-Network-backed storage</a:t>
            </a:r>
            <a:endParaRPr sz="2528">
              <a:solidFill>
                <a:schemeClr val="lt1"/>
              </a:solidFill>
            </a:endParaRPr>
          </a:p>
          <a:p>
            <a:pPr indent="0" lvl="0" marL="0" rtl="0" algn="l">
              <a:spcBef>
                <a:spcPts val="800"/>
              </a:spcBef>
              <a:spcAft>
                <a:spcPts val="0"/>
              </a:spcAft>
              <a:buNone/>
            </a:pPr>
            <a:r>
              <a:t/>
            </a:r>
            <a:endParaRPr sz="2318">
              <a:solidFill>
                <a:schemeClr val="lt1"/>
              </a:solidFill>
            </a:endParaRPr>
          </a:p>
        </p:txBody>
      </p:sp>
      <p:pic>
        <p:nvPicPr>
          <p:cNvPr id="157" name="Google Shape;157;p27"/>
          <p:cNvPicPr preferRelativeResize="0"/>
          <p:nvPr/>
        </p:nvPicPr>
        <p:blipFill>
          <a:blip r:embed="rId3">
            <a:alphaModFix/>
          </a:blip>
          <a:stretch>
            <a:fillRect/>
          </a:stretch>
        </p:blipFill>
        <p:spPr>
          <a:xfrm>
            <a:off x="3205450" y="1774501"/>
            <a:ext cx="5676901" cy="29242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61" name="Shape 161"/>
        <p:cNvGrpSpPr/>
        <p:nvPr/>
      </p:nvGrpSpPr>
      <p:grpSpPr>
        <a:xfrm>
          <a:off x="0" y="0"/>
          <a:ext cx="0" cy="0"/>
          <a:chOff x="0" y="0"/>
          <a:chExt cx="0" cy="0"/>
        </a:xfrm>
      </p:grpSpPr>
      <p:sp>
        <p:nvSpPr>
          <p:cNvPr id="162" name="Google Shape;162;p28"/>
          <p:cNvSpPr/>
          <p:nvPr/>
        </p:nvSpPr>
        <p:spPr>
          <a:xfrm>
            <a:off x="0" y="-75"/>
            <a:ext cx="9170400" cy="5143500"/>
          </a:xfrm>
          <a:prstGeom prst="rect">
            <a:avLst/>
          </a:prstGeom>
          <a:solidFill>
            <a:srgbClr val="0C0C0C"/>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163" name="Google Shape;163;p28"/>
          <p:cNvSpPr/>
          <p:nvPr/>
        </p:nvSpPr>
        <p:spPr>
          <a:xfrm>
            <a:off x="93600" y="94200"/>
            <a:ext cx="8956800" cy="4955100"/>
          </a:xfrm>
          <a:prstGeom prst="rect">
            <a:avLst/>
          </a:prstGeom>
          <a:noFill/>
          <a:ln cap="flat" cmpd="sng" w="12700">
            <a:solidFill>
              <a:schemeClr val="accent2"/>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64" name="Google Shape;164;p28"/>
          <p:cNvSpPr txBox="1"/>
          <p:nvPr>
            <p:ph type="title"/>
          </p:nvPr>
        </p:nvSpPr>
        <p:spPr>
          <a:xfrm>
            <a:off x="265000" y="613450"/>
            <a:ext cx="4775400" cy="588900"/>
          </a:xfrm>
          <a:prstGeom prst="rect">
            <a:avLst/>
          </a:prstGeom>
          <a:noFill/>
          <a:ln>
            <a:noFill/>
          </a:ln>
        </p:spPr>
        <p:txBody>
          <a:bodyPr anchorCtr="0" anchor="b" bIns="34275" lIns="68575" spcFirstLastPara="1" rIns="68575" wrap="square" tIns="34275">
            <a:normAutofit/>
          </a:bodyPr>
          <a:lstStyle/>
          <a:p>
            <a:pPr indent="0" lvl="0" marL="0" rtl="0" algn="l">
              <a:lnSpc>
                <a:spcPct val="100000"/>
              </a:lnSpc>
              <a:spcBef>
                <a:spcPts val="0"/>
              </a:spcBef>
              <a:spcAft>
                <a:spcPts val="0"/>
              </a:spcAft>
              <a:buClr>
                <a:schemeClr val="dk1"/>
              </a:buClr>
              <a:buSzPts val="1100"/>
              <a:buFont typeface="Arial"/>
              <a:buNone/>
            </a:pPr>
            <a:r>
              <a:rPr lang="en">
                <a:solidFill>
                  <a:schemeClr val="lt1"/>
                </a:solidFill>
              </a:rPr>
              <a:t>High-Level Architecture</a:t>
            </a:r>
            <a:endParaRPr sz="3600">
              <a:solidFill>
                <a:schemeClr val="lt1"/>
              </a:solidFill>
            </a:endParaRPr>
          </a:p>
        </p:txBody>
      </p:sp>
      <p:cxnSp>
        <p:nvCxnSpPr>
          <p:cNvPr id="165" name="Google Shape;165;p28"/>
          <p:cNvCxnSpPr/>
          <p:nvPr/>
        </p:nvCxnSpPr>
        <p:spPr>
          <a:xfrm rot="10800000">
            <a:off x="94760" y="1519755"/>
            <a:ext cx="3915600" cy="0"/>
          </a:xfrm>
          <a:prstGeom prst="straightConnector1">
            <a:avLst/>
          </a:prstGeom>
          <a:noFill/>
          <a:ln cap="flat" cmpd="sng" w="12700">
            <a:solidFill>
              <a:schemeClr val="accent2"/>
            </a:solidFill>
            <a:prstDash val="solid"/>
            <a:miter lim="800000"/>
            <a:headEnd len="sm" w="sm" type="none"/>
            <a:tailEnd len="sm" w="sm" type="none"/>
          </a:ln>
        </p:spPr>
      </p:cxnSp>
      <p:sp>
        <p:nvSpPr>
          <p:cNvPr id="166" name="Google Shape;166;p28"/>
          <p:cNvSpPr txBox="1"/>
          <p:nvPr>
            <p:ph idx="1" type="body"/>
          </p:nvPr>
        </p:nvSpPr>
        <p:spPr>
          <a:xfrm>
            <a:off x="265000" y="1649075"/>
            <a:ext cx="8651100" cy="3206100"/>
          </a:xfrm>
          <a:prstGeom prst="rect">
            <a:avLst/>
          </a:prstGeom>
          <a:noFill/>
          <a:ln>
            <a:noFill/>
          </a:ln>
        </p:spPr>
        <p:txBody>
          <a:bodyPr anchorCtr="0" anchor="t" bIns="34275" lIns="68575" spcFirstLastPara="1" rIns="68575" wrap="square" tIns="34275">
            <a:noAutofit/>
          </a:bodyPr>
          <a:lstStyle/>
          <a:p>
            <a:pPr indent="0" lvl="0" marL="0" rtl="0" algn="l">
              <a:lnSpc>
                <a:spcPct val="100000"/>
              </a:lnSpc>
              <a:spcBef>
                <a:spcPts val="0"/>
              </a:spcBef>
              <a:spcAft>
                <a:spcPts val="0"/>
              </a:spcAft>
              <a:buClr>
                <a:schemeClr val="dk1"/>
              </a:buClr>
              <a:buSzPts val="1100"/>
              <a:buNone/>
            </a:pPr>
            <a:r>
              <a:rPr b="1" lang="en" sz="850">
                <a:solidFill>
                  <a:schemeClr val="lt2"/>
                </a:solidFill>
              </a:rPr>
              <a:t>+------------------------------------+	</a:t>
            </a:r>
            <a:r>
              <a:rPr b="1" lang="en" sz="850">
                <a:solidFill>
                  <a:schemeClr val="lt2"/>
                </a:solidFill>
              </a:rPr>
              <a:t>	</a:t>
            </a:r>
            <a:r>
              <a:rPr b="1" lang="en" sz="850">
                <a:solidFill>
                  <a:schemeClr val="lt2"/>
                </a:solidFill>
              </a:rPr>
              <a:t>+------------------------------------+	+------------------------------------+	+------------------------------------+</a:t>
            </a:r>
            <a:endParaRPr b="1" sz="850">
              <a:solidFill>
                <a:schemeClr val="lt2"/>
              </a:solidFill>
            </a:endParaRPr>
          </a:p>
          <a:p>
            <a:pPr indent="0" lvl="0" marL="0" rtl="0" algn="l">
              <a:lnSpc>
                <a:spcPct val="100000"/>
              </a:lnSpc>
              <a:spcBef>
                <a:spcPts val="0"/>
              </a:spcBef>
              <a:spcAft>
                <a:spcPts val="0"/>
              </a:spcAft>
              <a:buClr>
                <a:schemeClr val="dk1"/>
              </a:buClr>
              <a:buSzPts val="1100"/>
              <a:buNone/>
            </a:pPr>
            <a:r>
              <a:rPr b="1" lang="en" sz="850">
                <a:solidFill>
                  <a:schemeClr val="lt2"/>
                </a:solidFill>
              </a:rPr>
              <a:t>|   User Clients (Windows)</a:t>
            </a:r>
            <a:r>
              <a:rPr b="1" lang="en" sz="850">
                <a:solidFill>
                  <a:schemeClr val="lt2"/>
                </a:solidFill>
              </a:rPr>
              <a:t>	</a:t>
            </a:r>
            <a:r>
              <a:rPr b="1" lang="en" sz="850">
                <a:solidFill>
                  <a:schemeClr val="lt2"/>
                </a:solidFill>
              </a:rPr>
              <a:t>|	→	|   PB-FUSE Client / VM</a:t>
            </a:r>
            <a:r>
              <a:rPr b="1" lang="en" sz="850">
                <a:solidFill>
                  <a:schemeClr val="lt2"/>
                </a:solidFill>
              </a:rPr>
              <a:t>	</a:t>
            </a:r>
            <a:r>
              <a:rPr b="1" lang="en" sz="850">
                <a:solidFill>
                  <a:schemeClr val="lt2"/>
                </a:solidFill>
              </a:rPr>
              <a:t>|      →	|    Metadata DB	       	|      →	|      TrueNAS Storage	|</a:t>
            </a:r>
            <a:endParaRPr b="1" sz="850">
              <a:solidFill>
                <a:schemeClr val="lt2"/>
              </a:solidFill>
            </a:endParaRPr>
          </a:p>
          <a:p>
            <a:pPr indent="0" lvl="0" marL="0" rtl="0" algn="l">
              <a:lnSpc>
                <a:spcPct val="100000"/>
              </a:lnSpc>
              <a:spcBef>
                <a:spcPts val="0"/>
              </a:spcBef>
              <a:spcAft>
                <a:spcPts val="0"/>
              </a:spcAft>
              <a:buClr>
                <a:schemeClr val="dk1"/>
              </a:buClr>
              <a:buSzPts val="1100"/>
              <a:buNone/>
            </a:pPr>
            <a:r>
              <a:rPr b="1" lang="en" sz="850">
                <a:solidFill>
                  <a:schemeClr val="lt2"/>
                </a:solidFill>
              </a:rPr>
              <a:t>| - Access NAS via SMB</a:t>
            </a:r>
            <a:r>
              <a:rPr b="1" lang="en" sz="850">
                <a:solidFill>
                  <a:schemeClr val="lt2"/>
                </a:solidFill>
              </a:rPr>
              <a:t> 	</a:t>
            </a:r>
            <a:r>
              <a:rPr b="1" lang="en" sz="850">
                <a:solidFill>
                  <a:schemeClr val="lt2"/>
                </a:solidFill>
              </a:rPr>
              <a:t>|		| - Handles PB-FUSE ops 	|	| - Block index tables	|	| - ZFS-backed dataset	|</a:t>
            </a:r>
            <a:endParaRPr b="1" sz="850">
              <a:solidFill>
                <a:schemeClr val="lt2"/>
              </a:solidFill>
            </a:endParaRPr>
          </a:p>
          <a:p>
            <a:pPr indent="0" lvl="0" marL="0" rtl="0" algn="l">
              <a:lnSpc>
                <a:spcPct val="100000"/>
              </a:lnSpc>
              <a:spcBef>
                <a:spcPts val="0"/>
              </a:spcBef>
              <a:spcAft>
                <a:spcPts val="0"/>
              </a:spcAft>
              <a:buClr>
                <a:schemeClr val="dk1"/>
              </a:buClr>
              <a:buSzPts val="1100"/>
              <a:buNone/>
            </a:pPr>
            <a:r>
              <a:rPr b="1" lang="en" sz="850">
                <a:solidFill>
                  <a:schemeClr val="lt2"/>
                </a:solidFill>
              </a:rPr>
              <a:t>| - Can mount PB-FUSE FS	|		| - Parses file operations</a:t>
            </a:r>
            <a:r>
              <a:rPr b="1" lang="en" sz="850">
                <a:solidFill>
                  <a:schemeClr val="lt2"/>
                </a:solidFill>
              </a:rPr>
              <a:t>	</a:t>
            </a:r>
            <a:r>
              <a:rPr b="1" lang="en" sz="850">
                <a:solidFill>
                  <a:schemeClr val="lt2"/>
                </a:solidFill>
              </a:rPr>
              <a:t>|	| - File → block mapping	|	| - Stores actual files	|</a:t>
            </a:r>
            <a:endParaRPr b="1" sz="850">
              <a:solidFill>
                <a:schemeClr val="lt2"/>
              </a:solidFill>
            </a:endParaRPr>
          </a:p>
          <a:p>
            <a:pPr indent="0" lvl="0" marL="0" rtl="0" algn="l">
              <a:lnSpc>
                <a:spcPct val="100000"/>
              </a:lnSpc>
              <a:spcBef>
                <a:spcPts val="0"/>
              </a:spcBef>
              <a:spcAft>
                <a:spcPts val="0"/>
              </a:spcAft>
              <a:buClr>
                <a:schemeClr val="dk1"/>
              </a:buClr>
              <a:buSzPts val="1100"/>
              <a:buNone/>
            </a:pPr>
            <a:r>
              <a:rPr b="1" lang="en" sz="850">
                <a:solidFill>
                  <a:schemeClr val="lt2"/>
                </a:solidFill>
              </a:rPr>
              <a:t>| - </a:t>
            </a:r>
            <a:r>
              <a:rPr b="1" lang="en" sz="750">
                <a:solidFill>
                  <a:schemeClr val="lt2"/>
                </a:solidFill>
              </a:rPr>
              <a:t>Send read/write requests	</a:t>
            </a:r>
            <a:r>
              <a:rPr b="1" lang="en" sz="850">
                <a:solidFill>
                  <a:schemeClr val="lt2"/>
                </a:solidFill>
              </a:rPr>
              <a:t>|		| - Communicates w/ Redis	|	| - Validates access/locks	|	| - Redundant snapshots	|</a:t>
            </a:r>
            <a:endParaRPr b="1" sz="850">
              <a:solidFill>
                <a:schemeClr val="lt2"/>
              </a:solidFill>
            </a:endParaRPr>
          </a:p>
          <a:p>
            <a:pPr indent="0" lvl="0" marL="0" rtl="0" algn="l">
              <a:lnSpc>
                <a:spcPct val="100000"/>
              </a:lnSpc>
              <a:spcBef>
                <a:spcPts val="0"/>
              </a:spcBef>
              <a:spcAft>
                <a:spcPts val="0"/>
              </a:spcAft>
              <a:buClr>
                <a:schemeClr val="dk1"/>
              </a:buClr>
              <a:buSzPts val="1100"/>
              <a:buNone/>
            </a:pPr>
            <a:r>
              <a:rPr b="1" lang="en" sz="850">
                <a:solidFill>
                  <a:schemeClr val="lt2"/>
                </a:solidFill>
              </a:rPr>
              <a:t>+------------------------------------+		+------------------------------------+	+------------------------------------+	+------------------------------------+</a:t>
            </a:r>
            <a:endParaRPr b="1" sz="850">
              <a:solidFill>
                <a:schemeClr val="lt2"/>
              </a:solidFill>
            </a:endParaRPr>
          </a:p>
          <a:p>
            <a:pPr indent="0" lvl="0" marL="0" rtl="0" algn="l">
              <a:lnSpc>
                <a:spcPct val="100000"/>
              </a:lnSpc>
              <a:spcBef>
                <a:spcPts val="0"/>
              </a:spcBef>
              <a:spcAft>
                <a:spcPts val="0"/>
              </a:spcAft>
              <a:buClr>
                <a:schemeClr val="dk1"/>
              </a:buClr>
              <a:buSzPts val="1100"/>
              <a:buNone/>
            </a:pPr>
            <a:r>
              <a:rPr b="1" lang="en" sz="850">
                <a:solidFill>
                  <a:schemeClr val="lt2"/>
                </a:solidFill>
              </a:rPr>
              <a:t>         					|                                   		|                                   		|</a:t>
            </a:r>
            <a:endParaRPr b="1" sz="850">
              <a:solidFill>
                <a:schemeClr val="lt2"/>
              </a:solidFill>
            </a:endParaRPr>
          </a:p>
          <a:p>
            <a:pPr indent="0" lvl="0" marL="0" rtl="0" algn="l">
              <a:lnSpc>
                <a:spcPct val="100000"/>
              </a:lnSpc>
              <a:spcBef>
                <a:spcPts val="0"/>
              </a:spcBef>
              <a:spcAft>
                <a:spcPts val="0"/>
              </a:spcAft>
              <a:buClr>
                <a:schemeClr val="dk1"/>
              </a:buClr>
              <a:buSzPts val="1100"/>
              <a:buNone/>
            </a:pPr>
            <a:r>
              <a:rPr b="1" lang="en" sz="850">
                <a:solidFill>
                  <a:schemeClr val="lt2"/>
                </a:solidFill>
              </a:rPr>
              <a:t>             					|1. File ops → metadata lookups    	| 2. Block existence check           	| 3. Block read/write to dataset</a:t>
            </a:r>
            <a:endParaRPr b="1" sz="850">
              <a:solidFill>
                <a:schemeClr val="lt2"/>
              </a:solidFill>
            </a:endParaRPr>
          </a:p>
          <a:p>
            <a:pPr indent="0" lvl="0" marL="0" rtl="0" algn="l">
              <a:lnSpc>
                <a:spcPct val="100000"/>
              </a:lnSpc>
              <a:spcBef>
                <a:spcPts val="0"/>
              </a:spcBef>
              <a:spcAft>
                <a:spcPts val="0"/>
              </a:spcAft>
              <a:buClr>
                <a:schemeClr val="dk1"/>
              </a:buClr>
              <a:buSzPts val="1100"/>
              <a:buNone/>
            </a:pPr>
            <a:r>
              <a:rPr b="1" lang="en" sz="850">
                <a:solidFill>
                  <a:schemeClr val="lt2"/>
                </a:solidFill>
              </a:rPr>
              <a:t>                				|                                   		|                                   		|</a:t>
            </a:r>
            <a:endParaRPr b="1" sz="850">
              <a:solidFill>
                <a:schemeClr val="lt2"/>
              </a:solidFill>
            </a:endParaRPr>
          </a:p>
          <a:p>
            <a:pPr indent="0" lvl="0" marL="0" rtl="0" algn="l">
              <a:lnSpc>
                <a:spcPct val="100000"/>
              </a:lnSpc>
              <a:spcBef>
                <a:spcPts val="0"/>
              </a:spcBef>
              <a:spcAft>
                <a:spcPts val="0"/>
              </a:spcAft>
              <a:buClr>
                <a:schemeClr val="dk1"/>
              </a:buClr>
              <a:buSzPts val="1100"/>
              <a:buNone/>
            </a:pPr>
            <a:r>
              <a:rPr b="1" lang="en" sz="850">
                <a:solidFill>
                  <a:schemeClr val="lt2"/>
                </a:solidFill>
              </a:rPr>
              <a:t>        					v                                   		v                                   		v</a:t>
            </a:r>
            <a:endParaRPr b="1" sz="850">
              <a:solidFill>
                <a:schemeClr val="lt2"/>
              </a:solidFill>
            </a:endParaRPr>
          </a:p>
          <a:p>
            <a:pPr indent="0" lvl="0" marL="0" rtl="0" algn="l">
              <a:lnSpc>
                <a:spcPct val="100000"/>
              </a:lnSpc>
              <a:spcBef>
                <a:spcPts val="0"/>
              </a:spcBef>
              <a:spcAft>
                <a:spcPts val="0"/>
              </a:spcAft>
              <a:buClr>
                <a:schemeClr val="dk1"/>
              </a:buClr>
              <a:buSzPts val="1100"/>
              <a:buNone/>
            </a:pPr>
            <a:r>
              <a:rPr b="1" lang="en" sz="850">
                <a:solidFill>
                  <a:schemeClr val="lt2"/>
                </a:solidFill>
              </a:rPr>
              <a:t>           					(PhotonBeetle optional)          	(AUTH + </a:t>
            </a:r>
            <a:r>
              <a:rPr b="1" lang="en" sz="750">
                <a:solidFill>
                  <a:schemeClr val="lt2"/>
                </a:solidFill>
              </a:rPr>
              <a:t>protected-mode enabled</a:t>
            </a:r>
            <a:r>
              <a:rPr b="1" lang="en" sz="850">
                <a:solidFill>
                  <a:schemeClr val="lt2"/>
                </a:solidFill>
              </a:rPr>
              <a:t>)	(SMB/NFS backend I/O)</a:t>
            </a:r>
            <a:endParaRPr b="1" sz="850">
              <a:solidFill>
                <a:schemeClr val="lt2"/>
              </a:solidFill>
            </a:endParaRPr>
          </a:p>
          <a:p>
            <a:pPr indent="0" lvl="0" marL="0" rtl="0" algn="l">
              <a:lnSpc>
                <a:spcPct val="100000"/>
              </a:lnSpc>
              <a:spcBef>
                <a:spcPts val="0"/>
              </a:spcBef>
              <a:spcAft>
                <a:spcPts val="0"/>
              </a:spcAft>
              <a:buNone/>
            </a:pPr>
            <a:r>
              <a:rPr b="1" lang="en" sz="950">
                <a:solidFill>
                  <a:schemeClr val="lt2"/>
                </a:solidFill>
              </a:rPr>
              <a:t>Data Flow Summary:</a:t>
            </a:r>
            <a:endParaRPr b="1" sz="950">
              <a:solidFill>
                <a:schemeClr val="lt2"/>
              </a:solidFill>
            </a:endParaRPr>
          </a:p>
          <a:p>
            <a:pPr indent="0" lvl="0" marL="457200" rtl="0" algn="l">
              <a:lnSpc>
                <a:spcPct val="100000"/>
              </a:lnSpc>
              <a:spcBef>
                <a:spcPts val="0"/>
              </a:spcBef>
              <a:spcAft>
                <a:spcPts val="0"/>
              </a:spcAft>
              <a:buNone/>
            </a:pPr>
            <a:r>
              <a:t/>
            </a:r>
            <a:endParaRPr b="1" sz="950">
              <a:solidFill>
                <a:schemeClr val="lt2"/>
              </a:solidFill>
            </a:endParaRPr>
          </a:p>
          <a:p>
            <a:pPr indent="-282575" lvl="0" marL="457200" rtl="0" algn="l">
              <a:lnSpc>
                <a:spcPct val="100000"/>
              </a:lnSpc>
              <a:spcBef>
                <a:spcPts val="0"/>
              </a:spcBef>
              <a:spcAft>
                <a:spcPts val="0"/>
              </a:spcAft>
              <a:buClr>
                <a:schemeClr val="lt2"/>
              </a:buClr>
              <a:buSzPts val="850"/>
              <a:buAutoNum type="arabicPeriod"/>
            </a:pPr>
            <a:r>
              <a:rPr b="1" lang="en" sz="950">
                <a:solidFill>
                  <a:schemeClr val="lt2"/>
                </a:solidFill>
              </a:rPr>
              <a:t>User interacts with the FUSE mount on the Raspberry Pi.</a:t>
            </a:r>
            <a:endParaRPr b="1" sz="950">
              <a:solidFill>
                <a:schemeClr val="lt2"/>
              </a:solidFill>
            </a:endParaRPr>
          </a:p>
          <a:p>
            <a:pPr indent="-282575" lvl="0" marL="457200" rtl="0" algn="l">
              <a:lnSpc>
                <a:spcPct val="100000"/>
              </a:lnSpc>
              <a:spcBef>
                <a:spcPts val="0"/>
              </a:spcBef>
              <a:spcAft>
                <a:spcPts val="0"/>
              </a:spcAft>
              <a:buClr>
                <a:schemeClr val="lt2"/>
              </a:buClr>
              <a:buSzPts val="850"/>
              <a:buAutoNum type="arabicPeriod"/>
            </a:pPr>
            <a:r>
              <a:rPr b="1" lang="en" sz="950">
                <a:solidFill>
                  <a:schemeClr val="lt2"/>
                </a:solidFill>
              </a:rPr>
              <a:t>PB-FUSE splits files into blocks and hashes each block using PhotonBeetle.</a:t>
            </a:r>
            <a:endParaRPr b="1" sz="950">
              <a:solidFill>
                <a:schemeClr val="lt2"/>
              </a:solidFill>
            </a:endParaRPr>
          </a:p>
          <a:p>
            <a:pPr indent="-282575" lvl="0" marL="457200" rtl="0" algn="l">
              <a:lnSpc>
                <a:spcPct val="100000"/>
              </a:lnSpc>
              <a:spcBef>
                <a:spcPts val="0"/>
              </a:spcBef>
              <a:spcAft>
                <a:spcPts val="0"/>
              </a:spcAft>
              <a:buClr>
                <a:schemeClr val="lt2"/>
              </a:buClr>
              <a:buSzPts val="850"/>
              <a:buAutoNum type="arabicPeriod"/>
            </a:pPr>
            <a:r>
              <a:rPr b="1" lang="en" sz="950">
                <a:solidFill>
                  <a:schemeClr val="lt2"/>
                </a:solidFill>
              </a:rPr>
              <a:t>PB-FUSE checks its local metadata to see if the block already exists.</a:t>
            </a:r>
            <a:endParaRPr b="1" sz="950">
              <a:solidFill>
                <a:schemeClr val="lt2"/>
              </a:solidFill>
            </a:endParaRPr>
          </a:p>
          <a:p>
            <a:pPr indent="-282575" lvl="0" marL="457200" rtl="0" algn="l">
              <a:lnSpc>
                <a:spcPct val="100000"/>
              </a:lnSpc>
              <a:spcBef>
                <a:spcPts val="0"/>
              </a:spcBef>
              <a:spcAft>
                <a:spcPts val="0"/>
              </a:spcAft>
              <a:buClr>
                <a:schemeClr val="lt2"/>
              </a:buClr>
              <a:buSzPts val="850"/>
              <a:buAutoNum type="arabicPeriod"/>
            </a:pPr>
            <a:r>
              <a:rPr b="1" lang="en" sz="950">
                <a:solidFill>
                  <a:schemeClr val="lt2"/>
                </a:solidFill>
              </a:rPr>
              <a:t>If the block is new: it is stored on the VM NAS.</a:t>
            </a:r>
            <a:endParaRPr b="1" sz="950">
              <a:solidFill>
                <a:schemeClr val="lt2"/>
              </a:solidFill>
            </a:endParaRPr>
          </a:p>
          <a:p>
            <a:pPr indent="-282575" lvl="0" marL="457200" rtl="0" algn="l">
              <a:lnSpc>
                <a:spcPct val="100000"/>
              </a:lnSpc>
              <a:spcBef>
                <a:spcPts val="0"/>
              </a:spcBef>
              <a:spcAft>
                <a:spcPts val="0"/>
              </a:spcAft>
              <a:buClr>
                <a:schemeClr val="lt2"/>
              </a:buClr>
              <a:buSzPts val="850"/>
              <a:buAutoNum type="arabicPeriod"/>
            </a:pPr>
            <a:r>
              <a:rPr b="1" lang="en" sz="950">
                <a:solidFill>
                  <a:schemeClr val="lt2"/>
                </a:solidFill>
              </a:rPr>
              <a:t>If the block is a duplicate: PB-FUSE re-uses the existing block.</a:t>
            </a:r>
            <a:endParaRPr b="1" sz="950">
              <a:solidFill>
                <a:schemeClr val="lt2"/>
              </a:solidFill>
            </a:endParaRPr>
          </a:p>
          <a:p>
            <a:pPr indent="-282575" lvl="0" marL="457200" rtl="0" algn="l">
              <a:lnSpc>
                <a:spcPct val="100000"/>
              </a:lnSpc>
              <a:spcBef>
                <a:spcPts val="0"/>
              </a:spcBef>
              <a:spcAft>
                <a:spcPts val="0"/>
              </a:spcAft>
              <a:buClr>
                <a:schemeClr val="lt2"/>
              </a:buClr>
              <a:buSzPts val="850"/>
              <a:buAutoNum type="arabicPeriod"/>
            </a:pPr>
            <a:r>
              <a:rPr b="1" lang="en" sz="950">
                <a:solidFill>
                  <a:schemeClr val="lt2"/>
                </a:solidFill>
              </a:rPr>
              <a:t>Local metadata on the Pi is updated to map files to their constituent blocks.</a:t>
            </a:r>
            <a:endParaRPr b="1" sz="950">
              <a:solidFill>
                <a:schemeClr val="lt2"/>
              </a:solidFill>
            </a:endParaRPr>
          </a:p>
          <a:p>
            <a:pPr indent="-282575" lvl="0" marL="457200" rtl="0" algn="l">
              <a:lnSpc>
                <a:spcPct val="100000"/>
              </a:lnSpc>
              <a:spcBef>
                <a:spcPts val="0"/>
              </a:spcBef>
              <a:spcAft>
                <a:spcPts val="0"/>
              </a:spcAft>
              <a:buClr>
                <a:schemeClr val="lt2"/>
              </a:buClr>
              <a:buSzPts val="850"/>
              <a:buAutoNum type="arabicPeriod"/>
            </a:pPr>
            <a:r>
              <a:rPr b="1" lang="en" sz="950">
                <a:solidFill>
                  <a:schemeClr val="lt2"/>
                </a:solidFill>
              </a:rPr>
              <a:t>For reads: PB-FUSE consults the local metadata → retrieves blocks from the NAS → reconstructs the file.</a:t>
            </a:r>
            <a:endParaRPr b="1" sz="950">
              <a:solidFill>
                <a:schemeClr val="lt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0" name="Shape 170"/>
        <p:cNvGrpSpPr/>
        <p:nvPr/>
      </p:nvGrpSpPr>
      <p:grpSpPr>
        <a:xfrm>
          <a:off x="0" y="0"/>
          <a:ext cx="0" cy="0"/>
          <a:chOff x="0" y="0"/>
          <a:chExt cx="0" cy="0"/>
        </a:xfrm>
      </p:grpSpPr>
      <p:sp>
        <p:nvSpPr>
          <p:cNvPr id="171" name="Google Shape;171;p29"/>
          <p:cNvSpPr/>
          <p:nvPr/>
        </p:nvSpPr>
        <p:spPr>
          <a:xfrm>
            <a:off x="0" y="-75"/>
            <a:ext cx="9170400" cy="5143500"/>
          </a:xfrm>
          <a:prstGeom prst="rect">
            <a:avLst/>
          </a:prstGeom>
          <a:solidFill>
            <a:srgbClr val="0C0C0C"/>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dk1"/>
              </a:solidFill>
              <a:latin typeface="Arial"/>
              <a:ea typeface="Arial"/>
              <a:cs typeface="Arial"/>
              <a:sym typeface="Arial"/>
            </a:endParaRPr>
          </a:p>
        </p:txBody>
      </p:sp>
      <p:sp>
        <p:nvSpPr>
          <p:cNvPr id="172" name="Google Shape;172;p29"/>
          <p:cNvSpPr/>
          <p:nvPr/>
        </p:nvSpPr>
        <p:spPr>
          <a:xfrm>
            <a:off x="93600" y="94200"/>
            <a:ext cx="8956800" cy="4955100"/>
          </a:xfrm>
          <a:prstGeom prst="rect">
            <a:avLst/>
          </a:prstGeom>
          <a:noFill/>
          <a:ln cap="flat" cmpd="sng" w="12700">
            <a:solidFill>
              <a:schemeClr val="accent2"/>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173" name="Google Shape;173;p29"/>
          <p:cNvSpPr txBox="1"/>
          <p:nvPr>
            <p:ph type="title"/>
          </p:nvPr>
        </p:nvSpPr>
        <p:spPr>
          <a:xfrm>
            <a:off x="280425" y="613450"/>
            <a:ext cx="3648600" cy="588900"/>
          </a:xfrm>
          <a:prstGeom prst="rect">
            <a:avLst/>
          </a:prstGeom>
          <a:noFill/>
          <a:ln>
            <a:noFill/>
          </a:ln>
        </p:spPr>
        <p:txBody>
          <a:bodyPr anchorCtr="0" anchor="b" bIns="34275" lIns="68575" spcFirstLastPara="1" rIns="68575" wrap="square" tIns="34275">
            <a:normAutofit/>
          </a:bodyPr>
          <a:lstStyle/>
          <a:p>
            <a:pPr indent="0" lvl="0" marL="0" rtl="0" algn="l">
              <a:lnSpc>
                <a:spcPct val="100000"/>
              </a:lnSpc>
              <a:spcBef>
                <a:spcPts val="0"/>
              </a:spcBef>
              <a:spcAft>
                <a:spcPts val="0"/>
              </a:spcAft>
              <a:buClr>
                <a:schemeClr val="dk1"/>
              </a:buClr>
              <a:buSzPts val="1100"/>
              <a:buFont typeface="Arial"/>
              <a:buNone/>
            </a:pPr>
            <a:r>
              <a:rPr lang="en">
                <a:solidFill>
                  <a:schemeClr val="lt1"/>
                </a:solidFill>
              </a:rPr>
              <a:t>Conclusion</a:t>
            </a:r>
            <a:endParaRPr>
              <a:solidFill>
                <a:schemeClr val="lt1"/>
              </a:solidFill>
            </a:endParaRPr>
          </a:p>
        </p:txBody>
      </p:sp>
      <p:cxnSp>
        <p:nvCxnSpPr>
          <p:cNvPr id="174" name="Google Shape;174;p29"/>
          <p:cNvCxnSpPr/>
          <p:nvPr/>
        </p:nvCxnSpPr>
        <p:spPr>
          <a:xfrm rot="10800000">
            <a:off x="94760" y="1519755"/>
            <a:ext cx="3915600" cy="0"/>
          </a:xfrm>
          <a:prstGeom prst="straightConnector1">
            <a:avLst/>
          </a:prstGeom>
          <a:noFill/>
          <a:ln cap="flat" cmpd="sng" w="12700">
            <a:solidFill>
              <a:schemeClr val="accent2"/>
            </a:solidFill>
            <a:prstDash val="solid"/>
            <a:miter lim="800000"/>
            <a:headEnd len="sm" w="sm" type="none"/>
            <a:tailEnd len="sm" w="sm" type="none"/>
          </a:ln>
        </p:spPr>
      </p:cxnSp>
      <p:sp>
        <p:nvSpPr>
          <p:cNvPr id="175" name="Google Shape;175;p29"/>
          <p:cNvSpPr txBox="1"/>
          <p:nvPr>
            <p:ph idx="1" type="body"/>
          </p:nvPr>
        </p:nvSpPr>
        <p:spPr>
          <a:xfrm>
            <a:off x="364950" y="1709375"/>
            <a:ext cx="8440500" cy="3312300"/>
          </a:xfrm>
          <a:prstGeom prst="rect">
            <a:avLst/>
          </a:prstGeom>
          <a:noFill/>
          <a:ln>
            <a:noFill/>
          </a:ln>
        </p:spPr>
        <p:txBody>
          <a:bodyPr anchorCtr="0" anchor="t" bIns="34275" lIns="68575" spcFirstLastPara="1" rIns="68575" wrap="square" tIns="34275">
            <a:noAutofit/>
          </a:bodyPr>
          <a:lstStyle/>
          <a:p>
            <a:pPr indent="0" lvl="0" marL="0" rtl="0" algn="l">
              <a:lnSpc>
                <a:spcPct val="200000"/>
              </a:lnSpc>
              <a:spcBef>
                <a:spcPts val="0"/>
              </a:spcBef>
              <a:spcAft>
                <a:spcPts val="0"/>
              </a:spcAft>
              <a:buNone/>
            </a:pPr>
            <a:r>
              <a:t/>
            </a:r>
            <a:endParaRPr b="1" sz="1350">
              <a:solidFill>
                <a:schemeClr val="lt2"/>
              </a:solidFill>
            </a:endParaRPr>
          </a:p>
          <a:p>
            <a:pPr indent="0" lvl="0" marL="0" rtl="0" algn="l">
              <a:lnSpc>
                <a:spcPct val="200000"/>
              </a:lnSpc>
              <a:spcBef>
                <a:spcPts val="0"/>
              </a:spcBef>
              <a:spcAft>
                <a:spcPts val="0"/>
              </a:spcAft>
              <a:buNone/>
            </a:pPr>
            <a:r>
              <a:rPr b="1" lang="en" sz="1350">
                <a:solidFill>
                  <a:schemeClr val="lt2"/>
                </a:solidFill>
              </a:rPr>
              <a:t>✔ A working content-addressed filesystem</a:t>
            </a:r>
            <a:endParaRPr b="1" sz="1350">
              <a:solidFill>
                <a:schemeClr val="lt2"/>
              </a:solidFill>
            </a:endParaRPr>
          </a:p>
          <a:p>
            <a:pPr indent="0" lvl="0" marL="0" rtl="0" algn="l">
              <a:lnSpc>
                <a:spcPct val="200000"/>
              </a:lnSpc>
              <a:spcBef>
                <a:spcPts val="0"/>
              </a:spcBef>
              <a:spcAft>
                <a:spcPts val="0"/>
              </a:spcAft>
              <a:buNone/>
            </a:pPr>
            <a:r>
              <a:rPr b="1" lang="en" sz="1350">
                <a:solidFill>
                  <a:schemeClr val="lt2"/>
                </a:solidFill>
              </a:rPr>
              <a:t>✔ Using PhotonBeetle hashing</a:t>
            </a:r>
            <a:endParaRPr b="1" sz="1350">
              <a:solidFill>
                <a:schemeClr val="lt2"/>
              </a:solidFill>
            </a:endParaRPr>
          </a:p>
          <a:p>
            <a:pPr indent="0" lvl="0" marL="0" rtl="0" algn="l">
              <a:lnSpc>
                <a:spcPct val="200000"/>
              </a:lnSpc>
              <a:spcBef>
                <a:spcPts val="0"/>
              </a:spcBef>
              <a:spcAft>
                <a:spcPts val="0"/>
              </a:spcAft>
              <a:buNone/>
            </a:pPr>
            <a:r>
              <a:rPr b="1" lang="en" sz="1350">
                <a:solidFill>
                  <a:schemeClr val="lt2"/>
                </a:solidFill>
              </a:rPr>
              <a:t>✔ Backed by a functional Ubuntu NAS</a:t>
            </a:r>
            <a:endParaRPr b="1" sz="1350">
              <a:solidFill>
                <a:schemeClr val="lt2"/>
              </a:solidFill>
            </a:endParaRPr>
          </a:p>
          <a:p>
            <a:pPr indent="0" lvl="0" marL="0" rtl="0" algn="l">
              <a:lnSpc>
                <a:spcPct val="200000"/>
              </a:lnSpc>
              <a:spcBef>
                <a:spcPts val="0"/>
              </a:spcBef>
              <a:spcAft>
                <a:spcPts val="0"/>
              </a:spcAft>
              <a:buNone/>
            </a:pPr>
            <a:r>
              <a:rPr b="1" lang="en" sz="1350">
                <a:solidFill>
                  <a:schemeClr val="lt2"/>
                </a:solidFill>
              </a:rPr>
              <a:t>✔ Metadata tracked locally on the Pi for file → block mapping</a:t>
            </a:r>
            <a:endParaRPr b="1" sz="1350">
              <a:solidFill>
                <a:schemeClr val="lt2"/>
              </a:solidFill>
            </a:endParaRPr>
          </a:p>
          <a:p>
            <a:pPr indent="0" lvl="0" marL="0" rtl="0" algn="l">
              <a:lnSpc>
                <a:spcPct val="200000"/>
              </a:lnSpc>
              <a:spcBef>
                <a:spcPts val="0"/>
              </a:spcBef>
              <a:spcAft>
                <a:spcPts val="0"/>
              </a:spcAft>
              <a:buNone/>
            </a:pPr>
            <a:r>
              <a:rPr b="1" lang="en" sz="1350">
                <a:solidFill>
                  <a:schemeClr val="lt2"/>
                </a:solidFill>
              </a:rPr>
              <a:t>✔ Supports deduplication and file reconstruction</a:t>
            </a:r>
            <a:endParaRPr b="1" sz="1350">
              <a:solidFill>
                <a:schemeClr val="lt2"/>
              </a:solidFill>
            </a:endParaRPr>
          </a:p>
          <a:p>
            <a:pPr indent="0" lvl="0" marL="0" rtl="0" algn="l">
              <a:lnSpc>
                <a:spcPct val="115000"/>
              </a:lnSpc>
              <a:spcBef>
                <a:spcPts val="0"/>
              </a:spcBef>
              <a:spcAft>
                <a:spcPts val="0"/>
              </a:spcAft>
              <a:buNone/>
            </a:pPr>
            <a:r>
              <a:t/>
            </a:r>
            <a:endParaRPr b="1" sz="1150">
              <a:solidFill>
                <a:schemeClr val="lt2"/>
              </a:solidFill>
            </a:endParaRPr>
          </a:p>
          <a:p>
            <a:pPr indent="0" lvl="0" marL="0" rtl="0" algn="l">
              <a:lnSpc>
                <a:spcPct val="115000"/>
              </a:lnSpc>
              <a:spcBef>
                <a:spcPts val="0"/>
              </a:spcBef>
              <a:spcAft>
                <a:spcPts val="0"/>
              </a:spcAft>
              <a:buNone/>
            </a:pPr>
            <a:r>
              <a:t/>
            </a:r>
            <a:endParaRPr b="1" sz="1150">
              <a:solidFill>
                <a:schemeClr val="lt2"/>
              </a:solidFill>
            </a:endParaRPr>
          </a:p>
          <a:p>
            <a:pPr indent="0" lvl="0" marL="0" rtl="0" algn="l">
              <a:lnSpc>
                <a:spcPct val="115000"/>
              </a:lnSpc>
              <a:spcBef>
                <a:spcPts val="0"/>
              </a:spcBef>
              <a:spcAft>
                <a:spcPts val="0"/>
              </a:spcAft>
              <a:buNone/>
            </a:pPr>
            <a:r>
              <a:t/>
            </a:r>
            <a:endParaRPr b="1" sz="1150">
              <a:solidFill>
                <a:schemeClr val="lt2"/>
              </a:solidFill>
            </a:endParaRPr>
          </a:p>
          <a:p>
            <a:pPr indent="0" lvl="0" marL="0" rtl="0" algn="l">
              <a:lnSpc>
                <a:spcPct val="115000"/>
              </a:lnSpc>
              <a:spcBef>
                <a:spcPts val="0"/>
              </a:spcBef>
              <a:spcAft>
                <a:spcPts val="0"/>
              </a:spcAft>
              <a:buNone/>
            </a:pPr>
            <a:r>
              <a:t/>
            </a:r>
            <a:endParaRPr b="1" sz="1150">
              <a:solidFill>
                <a:schemeClr val="lt2"/>
              </a:solidFill>
            </a:endParaRPr>
          </a:p>
          <a:p>
            <a:pPr indent="0" lvl="0" marL="0" rtl="0" algn="l">
              <a:lnSpc>
                <a:spcPct val="100000"/>
              </a:lnSpc>
              <a:spcBef>
                <a:spcPts val="0"/>
              </a:spcBef>
              <a:spcAft>
                <a:spcPts val="0"/>
              </a:spcAft>
              <a:buClr>
                <a:schemeClr val="dk1"/>
              </a:buClr>
              <a:buSzPts val="1500"/>
              <a:buNone/>
            </a:pPr>
            <a:r>
              <a:t/>
            </a:r>
            <a:endParaRPr sz="1150">
              <a:solidFill>
                <a:schemeClr val="lt2"/>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late">
  <a:themeElements>
    <a:clrScheme name="Slate">
      <a:dk1>
        <a:srgbClr val="FFFFFF"/>
      </a:dk1>
      <a:lt1>
        <a:srgbClr val="37474F"/>
      </a:lt1>
      <a:dk2>
        <a:srgbClr val="9E9E9E"/>
      </a:dk2>
      <a:lt2>
        <a:srgbClr val="E0E0E0"/>
      </a:lt2>
      <a:accent1>
        <a:srgbClr val="616161"/>
      </a:accent1>
      <a:accent2>
        <a:srgbClr val="78909C"/>
      </a:accent2>
      <a:accent3>
        <a:srgbClr val="CACACA"/>
      </a:accent3>
      <a:accent4>
        <a:srgbClr val="64FFDA"/>
      </a:accent4>
      <a:accent5>
        <a:srgbClr val="FFD966"/>
      </a:accent5>
      <a:accent6>
        <a:srgbClr val="F5F5F5"/>
      </a:accent6>
      <a:hlink>
        <a:srgbClr val="FFD966"/>
      </a:hlink>
      <a:folHlink>
        <a:srgbClr val="FFD96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