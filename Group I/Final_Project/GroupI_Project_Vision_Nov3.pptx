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9"/>
  </p:notesMasterIdLst>
  <p:handoutMasterIdLst>
    <p:handoutMasterId r:id="rId10"/>
  </p:handoutMasterIdLst>
  <p:sldIdLst>
    <p:sldId id="314" r:id="rId5"/>
    <p:sldId id="315" r:id="rId6"/>
    <p:sldId id="318" r:id="rId7"/>
    <p:sldId id="3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86383-B313-3BE9-A325-8CF923BB5418}" v="32" dt="2025-11-03T07:44:24.655"/>
    <p1510:client id="{9D87BE8A-795B-41B8-9B4B-7EDDBADF0E6F}" v="5" dt="2025-11-03T08:07:27.248"/>
    <p1510:client id="{FF732088-70AC-4860-9EB0-290008175AE2}" v="1157" dt="2025-11-03T08:37:21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3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vin E. Contreras" userId="b48e74e5-3b81-413e-8b71-139ce72444fe" providerId="ADAL" clId="{09181ED3-1CBB-4FEC-AFF5-1E742D3B18A7}"/>
    <pc:docChg chg="custSel modSld">
      <pc:chgData name="Melvin E. Contreras" userId="b48e74e5-3b81-413e-8b71-139ce72444fe" providerId="ADAL" clId="{09181ED3-1CBB-4FEC-AFF5-1E742D3B18A7}" dt="2025-11-03T08:07:27.248" v="4" actId="33524"/>
      <pc:docMkLst>
        <pc:docMk/>
      </pc:docMkLst>
      <pc:sldChg chg="modSp mod">
        <pc:chgData name="Melvin E. Contreras" userId="b48e74e5-3b81-413e-8b71-139ce72444fe" providerId="ADAL" clId="{09181ED3-1CBB-4FEC-AFF5-1E742D3B18A7}" dt="2025-11-03T07:47:31.045" v="3" actId="1076"/>
        <pc:sldMkLst>
          <pc:docMk/>
          <pc:sldMk cId="0" sldId="256"/>
        </pc:sldMkLst>
        <pc:spChg chg="mod">
          <ac:chgData name="Melvin E. Contreras" userId="b48e74e5-3b81-413e-8b71-139ce72444fe" providerId="ADAL" clId="{09181ED3-1CBB-4FEC-AFF5-1E742D3B18A7}" dt="2025-11-03T07:47:31.045" v="3" actId="1076"/>
          <ac:spMkLst>
            <pc:docMk/>
            <pc:sldMk cId="0" sldId="256"/>
            <ac:spMk id="7" creationId="{00000000-0000-0000-0000-000000000000}"/>
          </ac:spMkLst>
        </pc:spChg>
        <pc:cxnChg chg="mod">
          <ac:chgData name="Melvin E. Contreras" userId="b48e74e5-3b81-413e-8b71-139ce72444fe" providerId="ADAL" clId="{09181ED3-1CBB-4FEC-AFF5-1E742D3B18A7}" dt="2025-11-03T07:47:22.056" v="1" actId="1076"/>
          <ac:cxnSpMkLst>
            <pc:docMk/>
            <pc:sldMk cId="0" sldId="256"/>
            <ac:cxnSpMk id="8" creationId="{00000000-0000-0000-0000-000000000000}"/>
          </ac:cxnSpMkLst>
        </pc:cxnChg>
        <pc:cxnChg chg="mod">
          <ac:chgData name="Melvin E. Contreras" userId="b48e74e5-3b81-413e-8b71-139ce72444fe" providerId="ADAL" clId="{09181ED3-1CBB-4FEC-AFF5-1E742D3B18A7}" dt="2025-11-03T07:47:17.291" v="0" actId="1076"/>
          <ac:cxnSpMkLst>
            <pc:docMk/>
            <pc:sldMk cId="0" sldId="256"/>
            <ac:cxnSpMk id="9" creationId="{00000000-0000-0000-0000-000000000000}"/>
          </ac:cxnSpMkLst>
        </pc:cxnChg>
      </pc:sldChg>
      <pc:sldChg chg="modSp mod">
        <pc:chgData name="Melvin E. Contreras" userId="b48e74e5-3b81-413e-8b71-139ce72444fe" providerId="ADAL" clId="{09181ED3-1CBB-4FEC-AFF5-1E742D3B18A7}" dt="2025-11-03T08:07:27.248" v="4" actId="33524"/>
        <pc:sldMkLst>
          <pc:docMk/>
          <pc:sldMk cId="1034346973" sldId="318"/>
        </pc:sldMkLst>
        <pc:spChg chg="mod">
          <ac:chgData name="Melvin E. Contreras" userId="b48e74e5-3b81-413e-8b71-139ce72444fe" providerId="ADAL" clId="{09181ED3-1CBB-4FEC-AFF5-1E742D3B18A7}" dt="2025-11-03T08:07:27.248" v="4" actId="33524"/>
          <ac:spMkLst>
            <pc:docMk/>
            <pc:sldMk cId="1034346973" sldId="318"/>
            <ac:spMk id="10" creationId="{D6384CC5-4B6F-EB1C-24EE-67F6000EBC6B}"/>
          </ac:spMkLst>
        </pc:spChg>
      </pc:sldChg>
    </pc:docChg>
  </pc:docChgLst>
  <pc:docChgLst>
    <pc:chgData name="Melvin E. Contreras" userId="S::mecontreras@cpp.edu::b48e74e5-3b81-413e-8b71-139ce72444fe" providerId="AD" clId="Web-{8ED86383-B313-3BE9-A325-8CF923BB5418}"/>
    <pc:docChg chg="delSld modSld">
      <pc:chgData name="Melvin E. Contreras" userId="S::mecontreras@cpp.edu::b48e74e5-3b81-413e-8b71-139ce72444fe" providerId="AD" clId="Web-{8ED86383-B313-3BE9-A325-8CF923BB5418}" dt="2025-11-03T07:44:24.655" v="30"/>
      <pc:docMkLst>
        <pc:docMk/>
      </pc:docMkLst>
      <pc:sldChg chg="del">
        <pc:chgData name="Melvin E. Contreras" userId="S::mecontreras@cpp.edu::b48e74e5-3b81-413e-8b71-139ce72444fe" providerId="AD" clId="Web-{8ED86383-B313-3BE9-A325-8CF923BB5418}" dt="2025-11-03T07:44:17.858" v="21"/>
        <pc:sldMkLst>
          <pc:docMk/>
          <pc:sldMk cId="769932640" sldId="309"/>
        </pc:sldMkLst>
      </pc:sldChg>
      <pc:sldChg chg="modSp">
        <pc:chgData name="Melvin E. Contreras" userId="S::mecontreras@cpp.edu::b48e74e5-3b81-413e-8b71-139ce72444fe" providerId="AD" clId="Web-{8ED86383-B313-3BE9-A325-8CF923BB5418}" dt="2025-11-03T07:42:09.450" v="20" actId="20577"/>
        <pc:sldMkLst>
          <pc:docMk/>
          <pc:sldMk cId="2945390068" sldId="314"/>
        </pc:sldMkLst>
        <pc:spChg chg="mod">
          <ac:chgData name="Melvin E. Contreras" userId="S::mecontreras@cpp.edu::b48e74e5-3b81-413e-8b71-139ce72444fe" providerId="AD" clId="Web-{8ED86383-B313-3BE9-A325-8CF923BB5418}" dt="2025-11-03T07:42:09.450" v="20" actId="20577"/>
          <ac:spMkLst>
            <pc:docMk/>
            <pc:sldMk cId="2945390068" sldId="314"/>
            <ac:spMk id="2" creationId="{35440D96-BFFB-05BD-30ED-0352500CD058}"/>
          </ac:spMkLst>
        </pc:spChg>
      </pc:sldChg>
      <pc:sldChg chg="del">
        <pc:chgData name="Melvin E. Contreras" userId="S::mecontreras@cpp.edu::b48e74e5-3b81-413e-8b71-139ce72444fe" providerId="AD" clId="Web-{8ED86383-B313-3BE9-A325-8CF923BB5418}" dt="2025-11-03T07:44:24.655" v="30"/>
        <pc:sldMkLst>
          <pc:docMk/>
          <pc:sldMk cId="56176599" sldId="317"/>
        </pc:sldMkLst>
      </pc:sldChg>
      <pc:sldChg chg="del">
        <pc:chgData name="Melvin E. Contreras" userId="S::mecontreras@cpp.edu::b48e74e5-3b81-413e-8b71-139ce72444fe" providerId="AD" clId="Web-{8ED86383-B313-3BE9-A325-8CF923BB5418}" dt="2025-11-03T07:44:23.889" v="29"/>
        <pc:sldMkLst>
          <pc:docMk/>
          <pc:sldMk cId="412000632" sldId="318"/>
        </pc:sldMkLst>
      </pc:sldChg>
      <pc:sldChg chg="del">
        <pc:chgData name="Melvin E. Contreras" userId="S::mecontreras@cpp.edu::b48e74e5-3b81-413e-8b71-139ce72444fe" providerId="AD" clId="Web-{8ED86383-B313-3BE9-A325-8CF923BB5418}" dt="2025-11-03T07:44:23.374" v="28"/>
        <pc:sldMkLst>
          <pc:docMk/>
          <pc:sldMk cId="1760417424" sldId="319"/>
        </pc:sldMkLst>
      </pc:sldChg>
      <pc:sldChg chg="del">
        <pc:chgData name="Melvin E. Contreras" userId="S::mecontreras@cpp.edu::b48e74e5-3b81-413e-8b71-139ce72444fe" providerId="AD" clId="Web-{8ED86383-B313-3BE9-A325-8CF923BB5418}" dt="2025-11-03T07:44:22.561" v="27"/>
        <pc:sldMkLst>
          <pc:docMk/>
          <pc:sldMk cId="430403476" sldId="320"/>
        </pc:sldMkLst>
      </pc:sldChg>
      <pc:sldChg chg="del">
        <pc:chgData name="Melvin E. Contreras" userId="S::mecontreras@cpp.edu::b48e74e5-3b81-413e-8b71-139ce72444fe" providerId="AD" clId="Web-{8ED86383-B313-3BE9-A325-8CF923BB5418}" dt="2025-11-03T07:44:22.108" v="26"/>
        <pc:sldMkLst>
          <pc:docMk/>
          <pc:sldMk cId="569699605" sldId="321"/>
        </pc:sldMkLst>
      </pc:sldChg>
      <pc:sldChg chg="del">
        <pc:chgData name="Melvin E. Contreras" userId="S::mecontreras@cpp.edu::b48e74e5-3b81-413e-8b71-139ce72444fe" providerId="AD" clId="Web-{8ED86383-B313-3BE9-A325-8CF923BB5418}" dt="2025-11-03T07:44:21.717" v="25"/>
        <pc:sldMkLst>
          <pc:docMk/>
          <pc:sldMk cId="1517447069" sldId="322"/>
        </pc:sldMkLst>
      </pc:sldChg>
      <pc:sldChg chg="del">
        <pc:chgData name="Melvin E. Contreras" userId="S::mecontreras@cpp.edu::b48e74e5-3b81-413e-8b71-139ce72444fe" providerId="AD" clId="Web-{8ED86383-B313-3BE9-A325-8CF923BB5418}" dt="2025-11-03T07:44:20.983" v="24"/>
        <pc:sldMkLst>
          <pc:docMk/>
          <pc:sldMk cId="2149261472" sldId="323"/>
        </pc:sldMkLst>
      </pc:sldChg>
      <pc:sldChg chg="del">
        <pc:chgData name="Melvin E. Contreras" userId="S::mecontreras@cpp.edu::b48e74e5-3b81-413e-8b71-139ce72444fe" providerId="AD" clId="Web-{8ED86383-B313-3BE9-A325-8CF923BB5418}" dt="2025-11-03T07:44:20.217" v="23"/>
        <pc:sldMkLst>
          <pc:docMk/>
          <pc:sldMk cId="2398406067" sldId="324"/>
        </pc:sldMkLst>
      </pc:sldChg>
      <pc:sldChg chg="del">
        <pc:chgData name="Melvin E. Contreras" userId="S::mecontreras@cpp.edu::b48e74e5-3b81-413e-8b71-139ce72444fe" providerId="AD" clId="Web-{8ED86383-B313-3BE9-A325-8CF923BB5418}" dt="2025-11-03T07:44:19.452" v="22"/>
        <pc:sldMkLst>
          <pc:docMk/>
          <pc:sldMk cId="2323500703" sldId="325"/>
        </pc:sldMkLst>
      </pc:sldChg>
    </pc:docChg>
  </pc:docChgLst>
  <pc:docChgLst>
    <pc:chgData name="Aaron Tran" userId="b787435c-124f-4f84-ad64-b74bc63fd73e" providerId="ADAL" clId="{89C7150B-2422-4C6F-A8F3-A2348A0D2748}"/>
    <pc:docChg chg="undo custSel addSld delSld modSld">
      <pc:chgData name="Aaron Tran" userId="b787435c-124f-4f84-ad64-b74bc63fd73e" providerId="ADAL" clId="{89C7150B-2422-4C6F-A8F3-A2348A0D2748}" dt="2025-11-03T08:37:21.662" v="1157" actId="20577"/>
      <pc:docMkLst>
        <pc:docMk/>
      </pc:docMkLst>
      <pc:sldChg chg="modSp add del mod">
        <pc:chgData name="Aaron Tran" userId="b787435c-124f-4f84-ad64-b74bc63fd73e" providerId="ADAL" clId="{89C7150B-2422-4C6F-A8F3-A2348A0D2748}" dt="2025-11-03T07:48:54.772" v="73" actId="47"/>
        <pc:sldMkLst>
          <pc:docMk/>
          <pc:sldMk cId="0" sldId="256"/>
        </pc:sldMkLst>
        <pc:spChg chg="mod">
          <ac:chgData name="Aaron Tran" userId="b787435c-124f-4f84-ad64-b74bc63fd73e" providerId="ADAL" clId="{89C7150B-2422-4C6F-A8F3-A2348A0D2748}" dt="2025-11-03T07:46:17.690" v="5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aron Tran" userId="b787435c-124f-4f84-ad64-b74bc63fd73e" providerId="ADAL" clId="{89C7150B-2422-4C6F-A8F3-A2348A0D2748}" dt="2025-11-03T07:47:50.187" v="6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aron Tran" userId="b787435c-124f-4f84-ad64-b74bc63fd73e" providerId="ADAL" clId="{89C7150B-2422-4C6F-A8F3-A2348A0D2748}" dt="2025-11-03T07:46:17.690" v="5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aron Tran" userId="b787435c-124f-4f84-ad64-b74bc63fd73e" providerId="ADAL" clId="{89C7150B-2422-4C6F-A8F3-A2348A0D2748}" dt="2025-11-03T07:46:17.690" v="58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 add del mod">
        <pc:chgData name="Aaron Tran" userId="b787435c-124f-4f84-ad64-b74bc63fd73e" providerId="ADAL" clId="{89C7150B-2422-4C6F-A8F3-A2348A0D2748}" dt="2025-11-03T07:43:48.152" v="44" actId="20577"/>
        <pc:sldMkLst>
          <pc:docMk/>
          <pc:sldMk cId="2945390068" sldId="314"/>
        </pc:sldMkLst>
        <pc:spChg chg="mod">
          <ac:chgData name="Aaron Tran" userId="b787435c-124f-4f84-ad64-b74bc63fd73e" providerId="ADAL" clId="{89C7150B-2422-4C6F-A8F3-A2348A0D2748}" dt="2025-11-03T07:43:48.152" v="44" actId="20577"/>
          <ac:spMkLst>
            <pc:docMk/>
            <pc:sldMk cId="2945390068" sldId="314"/>
            <ac:spMk id="2" creationId="{35440D96-BFFB-05BD-30ED-0352500CD058}"/>
          </ac:spMkLst>
        </pc:spChg>
      </pc:sldChg>
      <pc:sldChg chg="addSp delSp modSp mod">
        <pc:chgData name="Aaron Tran" userId="b787435c-124f-4f84-ad64-b74bc63fd73e" providerId="ADAL" clId="{89C7150B-2422-4C6F-A8F3-A2348A0D2748}" dt="2025-11-03T08:01:40.664" v="717" actId="20577"/>
        <pc:sldMkLst>
          <pc:docMk/>
          <pc:sldMk cId="542059410" sldId="315"/>
        </pc:sldMkLst>
        <pc:spChg chg="mod">
          <ac:chgData name="Aaron Tran" userId="b787435c-124f-4f84-ad64-b74bc63fd73e" providerId="ADAL" clId="{89C7150B-2422-4C6F-A8F3-A2348A0D2748}" dt="2025-11-03T07:49:54.416" v="94" actId="1076"/>
          <ac:spMkLst>
            <pc:docMk/>
            <pc:sldMk cId="542059410" sldId="315"/>
            <ac:spMk id="3" creationId="{3474D05E-8A36-8D9F-519E-DB514A69D886}"/>
          </ac:spMkLst>
        </pc:spChg>
        <pc:spChg chg="mod">
          <ac:chgData name="Aaron Tran" userId="b787435c-124f-4f84-ad64-b74bc63fd73e" providerId="ADAL" clId="{89C7150B-2422-4C6F-A8F3-A2348A0D2748}" dt="2025-11-03T08:01:40.664" v="717" actId="20577"/>
          <ac:spMkLst>
            <pc:docMk/>
            <pc:sldMk cId="542059410" sldId="315"/>
            <ac:spMk id="4" creationId="{B20C1E08-E337-110E-DB8E-41BA4A3341A1}"/>
          </ac:spMkLst>
        </pc:spChg>
        <pc:picChg chg="add del mod">
          <ac:chgData name="Aaron Tran" userId="b787435c-124f-4f84-ad64-b74bc63fd73e" providerId="ADAL" clId="{89C7150B-2422-4C6F-A8F3-A2348A0D2748}" dt="2025-11-03T07:59:22.767" v="659" actId="478"/>
          <ac:picMkLst>
            <pc:docMk/>
            <pc:sldMk cId="542059410" sldId="315"/>
            <ac:picMk id="1026" creationId="{BB48B3C3-2E43-94AF-E9FA-E0DA3326338E}"/>
          </ac:picMkLst>
        </pc:picChg>
      </pc:sldChg>
      <pc:sldChg chg="del">
        <pc:chgData name="Aaron Tran" userId="b787435c-124f-4f84-ad64-b74bc63fd73e" providerId="ADAL" clId="{89C7150B-2422-4C6F-A8F3-A2348A0D2748}" dt="2025-11-03T07:49:19.301" v="75" actId="47"/>
        <pc:sldMkLst>
          <pc:docMk/>
          <pc:sldMk cId="4293742996" sldId="316"/>
        </pc:sldMkLst>
      </pc:sldChg>
      <pc:sldChg chg="modSp new mod">
        <pc:chgData name="Aaron Tran" userId="b787435c-124f-4f84-ad64-b74bc63fd73e" providerId="ADAL" clId="{89C7150B-2422-4C6F-A8F3-A2348A0D2748}" dt="2025-11-03T08:37:21.662" v="1157" actId="20577"/>
        <pc:sldMkLst>
          <pc:docMk/>
          <pc:sldMk cId="4258982702" sldId="317"/>
        </pc:sldMkLst>
        <pc:spChg chg="mod">
          <ac:chgData name="Aaron Tran" userId="b787435c-124f-4f84-ad64-b74bc63fd73e" providerId="ADAL" clId="{89C7150B-2422-4C6F-A8F3-A2348A0D2748}" dt="2025-11-03T07:56:24.274" v="563"/>
          <ac:spMkLst>
            <pc:docMk/>
            <pc:sldMk cId="4258982702" sldId="317"/>
            <ac:spMk id="2" creationId="{8BB098B3-5486-7C55-79BB-1FB024D87686}"/>
          </ac:spMkLst>
        </pc:spChg>
        <pc:spChg chg="mod">
          <ac:chgData name="Aaron Tran" userId="b787435c-124f-4f84-ad64-b74bc63fd73e" providerId="ADAL" clId="{89C7150B-2422-4C6F-A8F3-A2348A0D2748}" dt="2025-11-03T08:37:21.662" v="1157" actId="20577"/>
          <ac:spMkLst>
            <pc:docMk/>
            <pc:sldMk cId="4258982702" sldId="317"/>
            <ac:spMk id="3" creationId="{52C1676F-F906-20A2-A477-2346D46C2446}"/>
          </ac:spMkLst>
        </pc:spChg>
      </pc:sldChg>
      <pc:sldChg chg="addSp delSp modSp add mod">
        <pc:chgData name="Aaron Tran" userId="b787435c-124f-4f84-ad64-b74bc63fd73e" providerId="ADAL" clId="{89C7150B-2422-4C6F-A8F3-A2348A0D2748}" dt="2025-11-03T08:29:30.290" v="982" actId="1076"/>
        <pc:sldMkLst>
          <pc:docMk/>
          <pc:sldMk cId="1034346973" sldId="318"/>
        </pc:sldMkLst>
        <pc:spChg chg="del">
          <ac:chgData name="Aaron Tran" userId="b787435c-124f-4f84-ad64-b74bc63fd73e" providerId="ADAL" clId="{89C7150B-2422-4C6F-A8F3-A2348A0D2748}" dt="2025-11-03T07:48:13.750" v="62" actId="478"/>
          <ac:spMkLst>
            <pc:docMk/>
            <pc:sldMk cId="1034346973" sldId="318"/>
            <ac:spMk id="3" creationId="{E68E7C2D-0A13-BDC8-E552-39C10B9A313A}"/>
          </ac:spMkLst>
        </pc:spChg>
        <pc:spChg chg="add mod">
          <ac:chgData name="Aaron Tran" userId="b787435c-124f-4f84-ad64-b74bc63fd73e" providerId="ADAL" clId="{89C7150B-2422-4C6F-A8F3-A2348A0D2748}" dt="2025-11-03T08:29:30.290" v="982" actId="1076"/>
          <ac:spMkLst>
            <pc:docMk/>
            <pc:sldMk cId="1034346973" sldId="318"/>
            <ac:spMk id="3" creationId="{F20D4FF5-5790-69C4-E79B-0183E560ACB8}"/>
          </ac:spMkLst>
        </pc:spChg>
        <pc:spChg chg="add mod">
          <ac:chgData name="Aaron Tran" userId="b787435c-124f-4f84-ad64-b74bc63fd73e" providerId="ADAL" clId="{89C7150B-2422-4C6F-A8F3-A2348A0D2748}" dt="2025-11-03T08:29:30.290" v="982" actId="1076"/>
          <ac:spMkLst>
            <pc:docMk/>
            <pc:sldMk cId="1034346973" sldId="318"/>
            <ac:spMk id="4" creationId="{476F3EC0-10CA-44C4-5AF7-4647DA71BE9D}"/>
          </ac:spMkLst>
        </pc:spChg>
        <pc:spChg chg="del">
          <ac:chgData name="Aaron Tran" userId="b787435c-124f-4f84-ad64-b74bc63fd73e" providerId="ADAL" clId="{89C7150B-2422-4C6F-A8F3-A2348A0D2748}" dt="2025-11-03T07:48:15.748" v="63" actId="478"/>
          <ac:spMkLst>
            <pc:docMk/>
            <pc:sldMk cId="1034346973" sldId="318"/>
            <ac:spMk id="4" creationId="{90E7A7FF-3229-9D2A-EDBA-E2B703D3372A}"/>
          </ac:spMkLst>
        </pc:spChg>
        <pc:spChg chg="add mod">
          <ac:chgData name="Aaron Tran" userId="b787435c-124f-4f84-ad64-b74bc63fd73e" providerId="ADAL" clId="{89C7150B-2422-4C6F-A8F3-A2348A0D2748}" dt="2025-11-03T08:29:30.290" v="982" actId="1076"/>
          <ac:spMkLst>
            <pc:docMk/>
            <pc:sldMk cId="1034346973" sldId="318"/>
            <ac:spMk id="5" creationId="{1ABFBA7E-6DAE-775D-3F46-B8319A3A9709}"/>
          </ac:spMkLst>
        </pc:spChg>
        <pc:spChg chg="add del mod">
          <ac:chgData name="Aaron Tran" userId="b787435c-124f-4f84-ad64-b74bc63fd73e" providerId="ADAL" clId="{89C7150B-2422-4C6F-A8F3-A2348A0D2748}" dt="2025-11-03T07:48:16.731" v="64" actId="478"/>
          <ac:spMkLst>
            <pc:docMk/>
            <pc:sldMk cId="1034346973" sldId="318"/>
            <ac:spMk id="6" creationId="{8E89155A-B4BA-6BB8-2B04-F34BD1086A17}"/>
          </ac:spMkLst>
        </pc:spChg>
        <pc:spChg chg="add mod">
          <ac:chgData name="Aaron Tran" userId="b787435c-124f-4f84-ad64-b74bc63fd73e" providerId="ADAL" clId="{89C7150B-2422-4C6F-A8F3-A2348A0D2748}" dt="2025-11-03T08:29:30.290" v="982" actId="1076"/>
          <ac:spMkLst>
            <pc:docMk/>
            <pc:sldMk cId="1034346973" sldId="318"/>
            <ac:spMk id="6" creationId="{EDACE681-8EE1-DACB-BD11-689714DE7C56}"/>
          </ac:spMkLst>
        </pc:spChg>
        <pc:spChg chg="add del mod">
          <ac:chgData name="Aaron Tran" userId="b787435c-124f-4f84-ad64-b74bc63fd73e" providerId="ADAL" clId="{89C7150B-2422-4C6F-A8F3-A2348A0D2748}" dt="2025-11-03T07:48:17.384" v="65" actId="478"/>
          <ac:spMkLst>
            <pc:docMk/>
            <pc:sldMk cId="1034346973" sldId="318"/>
            <ac:spMk id="8" creationId="{85077C23-5DD3-FBD3-55E4-0A5599F54B6A}"/>
          </ac:spMkLst>
        </pc:spChg>
        <pc:spChg chg="add mod">
          <ac:chgData name="Aaron Tran" userId="b787435c-124f-4f84-ad64-b74bc63fd73e" providerId="ADAL" clId="{89C7150B-2422-4C6F-A8F3-A2348A0D2748}" dt="2025-11-03T08:29:08.266" v="979" actId="1076"/>
          <ac:spMkLst>
            <pc:docMk/>
            <pc:sldMk cId="1034346973" sldId="318"/>
            <ac:spMk id="9" creationId="{93EFFC15-E828-E0C8-914A-BCAA4B6C67E8}"/>
          </ac:spMkLst>
        </pc:spChg>
        <pc:spChg chg="add mod">
          <ac:chgData name="Aaron Tran" userId="b787435c-124f-4f84-ad64-b74bc63fd73e" providerId="ADAL" clId="{89C7150B-2422-4C6F-A8F3-A2348A0D2748}" dt="2025-11-03T08:29:10.546" v="980" actId="14100"/>
          <ac:spMkLst>
            <pc:docMk/>
            <pc:sldMk cId="1034346973" sldId="318"/>
            <ac:spMk id="10" creationId="{D6384CC5-4B6F-EB1C-24EE-67F6000EBC6B}"/>
          </ac:spMkLst>
        </pc:spChg>
        <pc:spChg chg="add del mod">
          <ac:chgData name="Aaron Tran" userId="b787435c-124f-4f84-ad64-b74bc63fd73e" providerId="ADAL" clId="{89C7150B-2422-4C6F-A8F3-A2348A0D2748}" dt="2025-11-03T07:56:53.733" v="567" actId="478"/>
          <ac:spMkLst>
            <pc:docMk/>
            <pc:sldMk cId="1034346973" sldId="318"/>
            <ac:spMk id="11" creationId="{EE273273-CFBF-A313-1A4C-B4C07A72FD59}"/>
          </ac:spMkLst>
        </pc:spChg>
        <pc:spChg chg="add del mod">
          <ac:chgData name="Aaron Tran" userId="b787435c-124f-4f84-ad64-b74bc63fd73e" providerId="ADAL" clId="{89C7150B-2422-4C6F-A8F3-A2348A0D2748}" dt="2025-11-03T08:25:19.696" v="961" actId="478"/>
          <ac:spMkLst>
            <pc:docMk/>
            <pc:sldMk cId="1034346973" sldId="318"/>
            <ac:spMk id="12" creationId="{624F6426-19C1-FD65-DDA3-73298BBEB526}"/>
          </ac:spMkLst>
        </pc:spChg>
        <pc:spChg chg="add del mod">
          <ac:chgData name="Aaron Tran" userId="b787435c-124f-4f84-ad64-b74bc63fd73e" providerId="ADAL" clId="{89C7150B-2422-4C6F-A8F3-A2348A0D2748}" dt="2025-11-03T08:24:46.414" v="948" actId="478"/>
          <ac:spMkLst>
            <pc:docMk/>
            <pc:sldMk cId="1034346973" sldId="318"/>
            <ac:spMk id="13" creationId="{B3965B8C-19E7-4701-6FA2-6BEC6DDCBBFB}"/>
          </ac:spMkLst>
        </pc:spChg>
        <pc:spChg chg="add del mod">
          <ac:chgData name="Aaron Tran" userId="b787435c-124f-4f84-ad64-b74bc63fd73e" providerId="ADAL" clId="{89C7150B-2422-4C6F-A8F3-A2348A0D2748}" dt="2025-11-03T08:24:46.414" v="948" actId="478"/>
          <ac:spMkLst>
            <pc:docMk/>
            <pc:sldMk cId="1034346973" sldId="318"/>
            <ac:spMk id="14" creationId="{7BE5C300-D46D-FBBC-DC61-3174F8134FBD}"/>
          </ac:spMkLst>
        </pc:spChg>
        <pc:spChg chg="add del mod">
          <ac:chgData name="Aaron Tran" userId="b787435c-124f-4f84-ad64-b74bc63fd73e" providerId="ADAL" clId="{89C7150B-2422-4C6F-A8F3-A2348A0D2748}" dt="2025-11-03T08:24:46.414" v="948" actId="478"/>
          <ac:spMkLst>
            <pc:docMk/>
            <pc:sldMk cId="1034346973" sldId="318"/>
            <ac:spMk id="15" creationId="{7E622144-0238-B5EA-9836-186380C36C77}"/>
          </ac:spMkLst>
        </pc:spChg>
        <pc:cxnChg chg="add mod">
          <ac:chgData name="Aaron Tran" userId="b787435c-124f-4f84-ad64-b74bc63fd73e" providerId="ADAL" clId="{89C7150B-2422-4C6F-A8F3-A2348A0D2748}" dt="2025-11-03T08:29:30.290" v="982" actId="1076"/>
          <ac:cxnSpMkLst>
            <pc:docMk/>
            <pc:sldMk cId="1034346973" sldId="318"/>
            <ac:cxnSpMk id="11" creationId="{49D0A939-3D37-CFB4-DEA6-EC53A26CB83F}"/>
          </ac:cxnSpMkLst>
        </pc:cxnChg>
        <pc:cxnChg chg="add mod">
          <ac:chgData name="Aaron Tran" userId="b787435c-124f-4f84-ad64-b74bc63fd73e" providerId="ADAL" clId="{89C7150B-2422-4C6F-A8F3-A2348A0D2748}" dt="2025-11-03T08:29:30.290" v="982" actId="1076"/>
          <ac:cxnSpMkLst>
            <pc:docMk/>
            <pc:sldMk cId="1034346973" sldId="318"/>
            <ac:cxnSpMk id="16" creationId="{5E45897E-2799-97D5-2422-E7C550DB16FC}"/>
          </ac:cxnSpMkLst>
        </pc:cxnChg>
        <pc:cxnChg chg="add del mod">
          <ac:chgData name="Aaron Tran" userId="b787435c-124f-4f84-ad64-b74bc63fd73e" providerId="ADAL" clId="{89C7150B-2422-4C6F-A8F3-A2348A0D2748}" dt="2025-11-03T08:24:46.414" v="948" actId="478"/>
          <ac:cxnSpMkLst>
            <pc:docMk/>
            <pc:sldMk cId="1034346973" sldId="318"/>
            <ac:cxnSpMk id="17" creationId="{99D99754-82EC-E93A-C115-9600680EE121}"/>
          </ac:cxnSpMkLst>
        </pc:cxnChg>
        <pc:cxnChg chg="add del mod">
          <ac:chgData name="Aaron Tran" userId="b787435c-124f-4f84-ad64-b74bc63fd73e" providerId="ADAL" clId="{89C7150B-2422-4C6F-A8F3-A2348A0D2748}" dt="2025-11-03T08:24:46.414" v="948" actId="478"/>
          <ac:cxnSpMkLst>
            <pc:docMk/>
            <pc:sldMk cId="1034346973" sldId="318"/>
            <ac:cxnSpMk id="18" creationId="{CCF93CB0-F543-C15F-0B14-BD51B0D4CF55}"/>
          </ac:cxnSpMkLst>
        </pc:cxnChg>
        <pc:cxnChg chg="add mod">
          <ac:chgData name="Aaron Tran" userId="b787435c-124f-4f84-ad64-b74bc63fd73e" providerId="ADAL" clId="{89C7150B-2422-4C6F-A8F3-A2348A0D2748}" dt="2025-11-03T08:29:30.290" v="982" actId="1076"/>
          <ac:cxnSpMkLst>
            <pc:docMk/>
            <pc:sldMk cId="1034346973" sldId="318"/>
            <ac:cxnSpMk id="21" creationId="{5245C8C8-EE95-D571-D2BF-6B18DF4B9649}"/>
          </ac:cxnSpMkLst>
        </pc:cxnChg>
      </pc:sldChg>
      <pc:sldChg chg="add del">
        <pc:chgData name="Aaron Tran" userId="b787435c-124f-4f84-ad64-b74bc63fd73e" providerId="ADAL" clId="{89C7150B-2422-4C6F-A8F3-A2348A0D2748}" dt="2025-11-03T07:43:34.736" v="36" actId="47"/>
        <pc:sldMkLst>
          <pc:docMk/>
          <pc:sldMk cId="430403476" sldId="320"/>
        </pc:sldMkLst>
      </pc:sldChg>
      <pc:sldChg chg="add del">
        <pc:chgData name="Aaron Tran" userId="b787435c-124f-4f84-ad64-b74bc63fd73e" providerId="ADAL" clId="{89C7150B-2422-4C6F-A8F3-A2348A0D2748}" dt="2025-11-03T07:43:34.920" v="37" actId="47"/>
        <pc:sldMkLst>
          <pc:docMk/>
          <pc:sldMk cId="569699605" sldId="321"/>
        </pc:sldMkLst>
      </pc:sldChg>
      <pc:sldChg chg="add del">
        <pc:chgData name="Aaron Tran" userId="b787435c-124f-4f84-ad64-b74bc63fd73e" providerId="ADAL" clId="{89C7150B-2422-4C6F-A8F3-A2348A0D2748}" dt="2025-11-03T07:43:35.065" v="38" actId="47"/>
        <pc:sldMkLst>
          <pc:docMk/>
          <pc:sldMk cId="1517447069" sldId="322"/>
        </pc:sldMkLst>
      </pc:sldChg>
      <pc:sldChg chg="add del">
        <pc:chgData name="Aaron Tran" userId="b787435c-124f-4f84-ad64-b74bc63fd73e" providerId="ADAL" clId="{89C7150B-2422-4C6F-A8F3-A2348A0D2748}" dt="2025-11-03T07:43:35.217" v="39" actId="47"/>
        <pc:sldMkLst>
          <pc:docMk/>
          <pc:sldMk cId="2149261472" sldId="323"/>
        </pc:sldMkLst>
      </pc:sldChg>
      <pc:sldChg chg="add del">
        <pc:chgData name="Aaron Tran" userId="b787435c-124f-4f84-ad64-b74bc63fd73e" providerId="ADAL" clId="{89C7150B-2422-4C6F-A8F3-A2348A0D2748}" dt="2025-11-03T07:43:44.385" v="40" actId="47"/>
        <pc:sldMkLst>
          <pc:docMk/>
          <pc:sldMk cId="2398406067" sldId="324"/>
        </pc:sldMkLst>
      </pc:sldChg>
      <pc:sldChg chg="add del">
        <pc:chgData name="Aaron Tran" userId="b787435c-124f-4f84-ad64-b74bc63fd73e" providerId="ADAL" clId="{89C7150B-2422-4C6F-A8F3-A2348A0D2748}" dt="2025-11-03T07:43:44.790" v="41" actId="47"/>
        <pc:sldMkLst>
          <pc:docMk/>
          <pc:sldMk cId="2323500703" sldId="325"/>
        </pc:sldMkLst>
      </pc:sldChg>
      <pc:sldMasterChg chg="delSldLayout">
        <pc:chgData name="Aaron Tran" userId="b787435c-124f-4f84-ad64-b74bc63fd73e" providerId="ADAL" clId="{89C7150B-2422-4C6F-A8F3-A2348A0D2748}" dt="2025-11-03T07:48:54.772" v="73" actId="47"/>
        <pc:sldMasterMkLst>
          <pc:docMk/>
          <pc:sldMasterMk cId="1928452137" sldId="2147483666"/>
        </pc:sldMasterMkLst>
        <pc:sldLayoutChg chg="del">
          <pc:chgData name="Aaron Tran" userId="b787435c-124f-4f84-ad64-b74bc63fd73e" providerId="ADAL" clId="{89C7150B-2422-4C6F-A8F3-A2348A0D2748}" dt="2025-11-03T07:48:54.772" v="73" actId="47"/>
          <pc:sldLayoutMkLst>
            <pc:docMk/>
            <pc:sldMasterMk cId="1928452137" sldId="2147483666"/>
            <pc:sldLayoutMk cId="1378829158" sldId="21474837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FDF0-D9F8-6A5E-72F1-718FA563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D08C0-F18D-D40B-A313-E69FD9862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B6FBE-3109-DFB9-0469-53ED58A34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067B1-70AA-B5E3-2922-2AA47B6AB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56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4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/>
          <a:lstStyle/>
          <a:p>
            <a:r>
              <a:rPr lang="en-US"/>
              <a:t>Final Project</a:t>
            </a:r>
            <a:br>
              <a:rPr lang="en-US"/>
            </a:br>
            <a:r>
              <a:rPr lang="en-US" sz="2400"/>
              <a:t>By Aaron Tran, Melvin Contreras, Quinn BELL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315532"/>
            <a:ext cx="7973568" cy="982915"/>
          </a:xfrm>
        </p:spPr>
        <p:txBody>
          <a:bodyPr/>
          <a:lstStyle/>
          <a:p>
            <a:r>
              <a:rPr lang="en-US"/>
              <a:t>Inspiration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362456"/>
            <a:ext cx="10799064" cy="46113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Streaming applications such as Discord, Skype, Messenger, Zoom, </a:t>
            </a:r>
            <a:r>
              <a:rPr lang="en-US" sz="2400" err="1"/>
              <a:t>Teamspeak</a:t>
            </a:r>
            <a:r>
              <a:rPr lang="en-US" sz="2400"/>
              <a:t>, etc.</a:t>
            </a:r>
          </a:p>
          <a:p>
            <a:pPr lvl="1"/>
            <a:r>
              <a:rPr lang="en-US"/>
              <a:t>Ex. Discord Channel provides voice and audio calls</a:t>
            </a:r>
          </a:p>
          <a:p>
            <a:pPr lvl="1"/>
            <a:r>
              <a:rPr lang="en-US"/>
              <a:t>Allows a Single user to send their voice and video to other members connected to the channel</a:t>
            </a:r>
          </a:p>
          <a:p>
            <a:pPr lvl="1"/>
            <a:r>
              <a:rPr lang="en-US"/>
              <a:t>Every user can see each other’s voice/video</a:t>
            </a:r>
          </a:p>
          <a:p>
            <a:pPr lvl="1"/>
            <a:r>
              <a:rPr lang="en-US"/>
              <a:t>Provide a secure alternative application</a:t>
            </a:r>
          </a:p>
          <a:p>
            <a:pPr lvl="1"/>
            <a:r>
              <a:rPr lang="en-US"/>
              <a:t>(Fun Fact this project Idea was conceived over discord)</a:t>
            </a:r>
          </a:p>
          <a:p>
            <a:pPr lvl="1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4393E-83C1-5A37-1006-3B595ED3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9C1D0-2A66-26C3-D692-FD3540DB1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EFFC15-E828-E0C8-914A-BCAA4B6C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399"/>
            <a:ext cx="10515600" cy="629984"/>
          </a:xfrm>
        </p:spPr>
        <p:txBody>
          <a:bodyPr/>
          <a:lstStyle/>
          <a:p>
            <a:r>
              <a:t>Secure Pi-to-Pi AV Streaming (1 → 2)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384CC5-4B6F-EB1C-24EE-67F6000EBC6B}"/>
              </a:ext>
            </a:extLst>
          </p:cNvPr>
          <p:cNvSpPr txBox="1">
            <a:spLocks/>
          </p:cNvSpPr>
          <p:nvPr/>
        </p:nvSpPr>
        <p:spPr>
          <a:xfrm>
            <a:off x="838200" y="1048187"/>
            <a:ext cx="10515600" cy="51287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Architecture: WebRTC mesh (one publisher → two subscribers)</a:t>
            </a:r>
          </a:p>
          <a:p>
            <a:pPr lvl="1"/>
            <a:r>
              <a:rPr lang="en-US"/>
              <a:t>Publisher (Pi A): camera + mic → H.264 (video) + (audio) → Server-side application</a:t>
            </a:r>
          </a:p>
          <a:p>
            <a:pPr lvl="1"/>
            <a:r>
              <a:rPr lang="en-US"/>
              <a:t>Signaling: Use TCP to exchange Keys including Rekeying</a:t>
            </a:r>
          </a:p>
          <a:p>
            <a:pPr lvl="1"/>
            <a:r>
              <a:rPr lang="en-US"/>
              <a:t>Security: Elliptic Curve Diffie-Hellman (ECDH) encryption/decryption key exchange</a:t>
            </a:r>
          </a:p>
          <a:p>
            <a:pPr lvl="1"/>
            <a:r>
              <a:rPr lang="en-US"/>
              <a:t>LAN friendly: On the same Network as the Server, no Server-side connection required</a:t>
            </a:r>
          </a:p>
          <a:p>
            <a:pPr lvl="1"/>
            <a:r>
              <a:rPr lang="en-US"/>
              <a:t>Latency target: 150–250 </a:t>
            </a:r>
            <a:r>
              <a:rPr lang="en-US" err="1"/>
              <a:t>ms</a:t>
            </a:r>
            <a:r>
              <a:rPr lang="en-US"/>
              <a:t> E2E (Opus 20 </a:t>
            </a:r>
            <a:r>
              <a:rPr lang="en-US" err="1"/>
              <a:t>ms</a:t>
            </a:r>
            <a:r>
              <a:rPr lang="en-US"/>
              <a:t> frames, </a:t>
            </a:r>
            <a:r>
              <a:rPr lang="en-US" err="1"/>
              <a:t>ptime</a:t>
            </a:r>
            <a:r>
              <a:rPr lang="en-US"/>
              <a:t>=20, jitter 60–100 </a:t>
            </a:r>
            <a:r>
              <a:rPr lang="en-US" err="1"/>
              <a:t>ms</a:t>
            </a:r>
            <a:r>
              <a:rPr lang="en-US"/>
              <a:t>)</a:t>
            </a:r>
          </a:p>
        </p:txBody>
      </p:sp>
      <p:cxnSp>
        <p:nvCxnSpPr>
          <p:cNvPr id="16" name="Connector 7">
            <a:extLst>
              <a:ext uri="{FF2B5EF4-FFF2-40B4-BE49-F238E27FC236}">
                <a16:creationId xmlns:a16="http://schemas.microsoft.com/office/drawing/2014/main" id="{5E45897E-2799-97D5-2422-E7C550DB16FC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3910584" y="5806312"/>
            <a:ext cx="1088136" cy="126341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18">
            <a:extLst>
              <a:ext uri="{FF2B5EF4-FFF2-40B4-BE49-F238E27FC236}">
                <a16:creationId xmlns:a16="http://schemas.microsoft.com/office/drawing/2014/main" id="{F20D4FF5-5790-69C4-E79B-0183E560ACB8}"/>
              </a:ext>
            </a:extLst>
          </p:cNvPr>
          <p:cNvSpPr/>
          <p:nvPr/>
        </p:nvSpPr>
        <p:spPr>
          <a:xfrm>
            <a:off x="4998720" y="5349112"/>
            <a:ext cx="2468880" cy="914400"/>
          </a:xfrm>
          <a:prstGeom prst="roundRect">
            <a:avLst/>
          </a:prstGeom>
          <a:solidFill>
            <a:srgbClr val="294B8A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>
                <a:solidFill>
                  <a:srgbClr val="FFFFFF"/>
                </a:solidFill>
              </a:rPr>
              <a:t>Pi D</a:t>
            </a:r>
            <a:r>
              <a:rPr lang="en-US" sz="1200">
                <a:solidFill>
                  <a:srgbClr val="FFFFFF"/>
                </a:solidFill>
              </a:rPr>
              <a:t>/PC</a:t>
            </a:r>
            <a:r>
              <a:rPr sz="1200">
                <a:solidFill>
                  <a:srgbClr val="FFFFFF"/>
                </a:solidFill>
              </a:rPr>
              <a:t> (Server / SFU)</a:t>
            </a:r>
            <a:br>
              <a:rPr/>
            </a:br>
            <a:r>
              <a:rPr sz="1200">
                <a:solidFill>
                  <a:srgbClr val="FFFFFF"/>
                </a:solidFill>
              </a:rPr>
              <a:t>Forwards Voice + Video</a:t>
            </a: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476F3EC0-10CA-44C4-5AF7-4647DA71BE9D}"/>
              </a:ext>
            </a:extLst>
          </p:cNvPr>
          <p:cNvSpPr/>
          <p:nvPr/>
        </p:nvSpPr>
        <p:spPr>
          <a:xfrm>
            <a:off x="1350264" y="5521173"/>
            <a:ext cx="2560320" cy="822960"/>
          </a:xfrm>
          <a:prstGeom prst="roundRect">
            <a:avLst/>
          </a:prstGeom>
          <a:solidFill>
            <a:srgbClr val="2D6A4F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>
                <a:solidFill>
                  <a:srgbClr val="FFFFFF"/>
                </a:solidFill>
              </a:rPr>
              <a:t>Pi A (Client)</a:t>
            </a:r>
            <a:br/>
            <a:r>
              <a:rPr sz="1200">
                <a:solidFill>
                  <a:srgbClr val="FFFFFF"/>
                </a:solidFill>
              </a:rPr>
              <a:t>Publishes Cam+Mic</a:t>
            </a:r>
          </a:p>
        </p:txBody>
      </p:sp>
      <p:sp>
        <p:nvSpPr>
          <p:cNvPr id="5" name="Rounded Rectangle 20">
            <a:extLst>
              <a:ext uri="{FF2B5EF4-FFF2-40B4-BE49-F238E27FC236}">
                <a16:creationId xmlns:a16="http://schemas.microsoft.com/office/drawing/2014/main" id="{1ABFBA7E-6DAE-775D-3F46-B8319A3A9709}"/>
              </a:ext>
            </a:extLst>
          </p:cNvPr>
          <p:cNvSpPr/>
          <p:nvPr/>
        </p:nvSpPr>
        <p:spPr>
          <a:xfrm>
            <a:off x="8793480" y="5719508"/>
            <a:ext cx="2560320" cy="822960"/>
          </a:xfrm>
          <a:prstGeom prst="roundRect">
            <a:avLst/>
          </a:prstGeom>
          <a:solidFill>
            <a:srgbClr val="6C55AB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>
                <a:solidFill>
                  <a:srgbClr val="FFFFFF"/>
                </a:solidFill>
              </a:rPr>
              <a:t>Pi B (Client)</a:t>
            </a:r>
            <a:br>
              <a:rPr/>
            </a:br>
            <a:r>
              <a:rPr sz="1200">
                <a:solidFill>
                  <a:srgbClr val="FFFFFF"/>
                </a:solidFill>
              </a:rPr>
              <a:t>Publishes </a:t>
            </a:r>
            <a:r>
              <a:rPr sz="1200" err="1">
                <a:solidFill>
                  <a:srgbClr val="FFFFFF"/>
                </a:solidFill>
              </a:rPr>
              <a:t>Cam+Mic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EDACE681-8EE1-DACB-BD11-689714DE7C56}"/>
              </a:ext>
            </a:extLst>
          </p:cNvPr>
          <p:cNvSpPr/>
          <p:nvPr/>
        </p:nvSpPr>
        <p:spPr>
          <a:xfrm>
            <a:off x="8793480" y="4537226"/>
            <a:ext cx="2560320" cy="822960"/>
          </a:xfrm>
          <a:prstGeom prst="roundRect">
            <a:avLst/>
          </a:prstGeom>
          <a:solidFill>
            <a:srgbClr val="C05640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>
                <a:solidFill>
                  <a:srgbClr val="FFFFFF"/>
                </a:solidFill>
              </a:rPr>
              <a:t>Pi C (Client)</a:t>
            </a:r>
            <a:br>
              <a:rPr/>
            </a:br>
            <a:r>
              <a:rPr sz="1200">
                <a:solidFill>
                  <a:srgbClr val="FFFFFF"/>
                </a:solidFill>
              </a:rPr>
              <a:t>Publishes </a:t>
            </a:r>
            <a:r>
              <a:rPr sz="1200" err="1">
                <a:solidFill>
                  <a:srgbClr val="FFFFFF"/>
                </a:solidFill>
              </a:rPr>
              <a:t>Cam+Mic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" name="Connector 7">
            <a:extLst>
              <a:ext uri="{FF2B5EF4-FFF2-40B4-BE49-F238E27FC236}">
                <a16:creationId xmlns:a16="http://schemas.microsoft.com/office/drawing/2014/main" id="{49D0A939-3D37-CFB4-DEA6-EC53A26CB83F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 flipV="1">
            <a:off x="7467600" y="5806312"/>
            <a:ext cx="1325880" cy="324676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7">
            <a:extLst>
              <a:ext uri="{FF2B5EF4-FFF2-40B4-BE49-F238E27FC236}">
                <a16:creationId xmlns:a16="http://schemas.microsoft.com/office/drawing/2014/main" id="{5245C8C8-EE95-D571-D2BF-6B18DF4B9649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7467600" y="4948706"/>
            <a:ext cx="1325880" cy="857606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34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98B3-5486-7C55-79BB-1FB024D8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15533"/>
            <a:ext cx="10735733" cy="446467"/>
          </a:xfrm>
        </p:spPr>
        <p:txBody>
          <a:bodyPr>
            <a:normAutofit fontScale="90000"/>
          </a:bodyPr>
          <a:lstStyle/>
          <a:p>
            <a:r>
              <a:rPr lang="en-US"/>
              <a:t>Implementation Plan (Rust, Raspberry Pi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1676F-F906-20A2-A477-2346D46C24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982136"/>
            <a:ext cx="11023601" cy="5875864"/>
          </a:xfrm>
        </p:spPr>
        <p:txBody>
          <a:bodyPr>
            <a:normAutofit/>
          </a:bodyPr>
          <a:lstStyle/>
          <a:p>
            <a:r>
              <a:rPr lang="en-US" sz="1600" b="1"/>
              <a:t>Roles &amp; Responsibilities</a:t>
            </a:r>
          </a:p>
          <a:p>
            <a:pPr lvl="1"/>
            <a:r>
              <a:rPr lang="en-US" sz="1600"/>
              <a:t>Server (Pi D): Forwarder for H.264 (video) + Opus (audio). Handles rooms, RTCP (NACK/PLI), and bitrate guidance.</a:t>
            </a:r>
          </a:p>
          <a:p>
            <a:pPr lvl="1"/>
            <a:r>
              <a:rPr lang="en-US" sz="1600"/>
              <a:t>Optional on server: recording and per-room stats. Potential Application</a:t>
            </a:r>
          </a:p>
          <a:p>
            <a:pPr lvl="1"/>
            <a:r>
              <a:rPr lang="en-US" sz="1600"/>
              <a:t>Clients (</a:t>
            </a:r>
            <a:r>
              <a:rPr lang="en-US" sz="1600" err="1"/>
              <a:t>Pis</a:t>
            </a:r>
            <a:r>
              <a:rPr lang="en-US" sz="1600"/>
              <a:t> A/B/C): publish </a:t>
            </a:r>
            <a:r>
              <a:rPr lang="en-US" sz="1600" err="1"/>
              <a:t>camera+mic</a:t>
            </a:r>
            <a:r>
              <a:rPr lang="en-US" sz="1600"/>
              <a:t>; subscribe to room streams; UI controls (mute/PTT/video off).</a:t>
            </a:r>
          </a:p>
          <a:p>
            <a:r>
              <a:rPr lang="en-US" sz="1600" b="1"/>
              <a:t>Signaling &amp; Security</a:t>
            </a:r>
          </a:p>
          <a:p>
            <a:pPr lvl="1"/>
            <a:r>
              <a:rPr lang="en-US" sz="1600"/>
              <a:t>ECDH key exchange as well as rekeying</a:t>
            </a:r>
          </a:p>
          <a:p>
            <a:pPr lvl="1"/>
            <a:r>
              <a:rPr lang="en-US" sz="1600"/>
              <a:t>Access control lists per room; join/leave events for presence.</a:t>
            </a:r>
          </a:p>
          <a:p>
            <a:r>
              <a:rPr lang="en-US" sz="1600" b="1"/>
              <a:t>Networking &amp; QoS</a:t>
            </a:r>
          </a:p>
          <a:p>
            <a:pPr lvl="1"/>
            <a:r>
              <a:rPr lang="en-US" sz="1600"/>
              <a:t>LAN-first: No Server Connection needed on same subnet; enable Server-side connection only for remote access.</a:t>
            </a:r>
          </a:p>
          <a:p>
            <a:pPr lvl="1"/>
            <a:r>
              <a:rPr lang="en-US" sz="1600"/>
              <a:t>Audio priority: 24–48 kbps Opus, 20 </a:t>
            </a:r>
            <a:r>
              <a:rPr lang="en-US" sz="1600" err="1"/>
              <a:t>ms</a:t>
            </a:r>
            <a:r>
              <a:rPr lang="en-US" sz="1600"/>
              <a:t> frames; target 150–250 </a:t>
            </a:r>
            <a:r>
              <a:rPr lang="en-US" sz="1600" err="1"/>
              <a:t>ms</a:t>
            </a:r>
            <a:r>
              <a:rPr lang="en-US" sz="1600"/>
              <a:t> end-to-end.</a:t>
            </a:r>
          </a:p>
          <a:p>
            <a:pPr lvl="1"/>
            <a:r>
              <a:rPr lang="en-US" sz="1600"/>
              <a:t>Start video 1–3 Mbps H.264 (hardware).</a:t>
            </a:r>
          </a:p>
          <a:p>
            <a:r>
              <a:rPr lang="en-US" sz="1600" b="1"/>
              <a:t>Deploy &amp; Ops</a:t>
            </a:r>
          </a:p>
          <a:p>
            <a:pPr lvl="1"/>
            <a:r>
              <a:rPr lang="en-US" sz="1600"/>
              <a:t>Run as system services on all </a:t>
            </a:r>
            <a:r>
              <a:rPr lang="en-US" sz="1600" err="1"/>
              <a:t>Pis</a:t>
            </a:r>
            <a:endParaRPr lang="en-US" sz="1600"/>
          </a:p>
          <a:p>
            <a:pPr lvl="1"/>
            <a:r>
              <a:rPr lang="en-US" sz="1600"/>
              <a:t>Central logs &amp; basic metrics (CPU, jitter, bitrate) for quick diagnostics.</a:t>
            </a:r>
          </a:p>
          <a:p>
            <a:pPr lvl="1"/>
            <a:r>
              <a:rPr lang="en-US" sz="1600"/>
              <a:t>Backup signaling config and room ACLs with tokens/certifications regularly.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693B6-94B1-21FA-92B4-48A898449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27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{411DEFCA-A929-47BD-BCA4-9D23DB9A8684}TF44172dc5-d19e-4d2a-aaf3-e2c69a283fd81f4275d0_win32-950e754c5494</Template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Custom</vt:lpstr>
      <vt:lpstr>Final Project By Aaron Tran, Melvin Contreras, Quinn BELL</vt:lpstr>
      <vt:lpstr>Inspiration</vt:lpstr>
      <vt:lpstr>Secure Pi-to-Pi AV Streaming (1 → 2)</vt:lpstr>
      <vt:lpstr>Implementation Plan (Rust, Raspberry Pi 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Tran</dc:creator>
  <cp:revision>1</cp:revision>
  <dcterms:created xsi:type="dcterms:W3CDTF">2025-11-03T07:33:52Z</dcterms:created>
  <dcterms:modified xsi:type="dcterms:W3CDTF">2025-11-03T08:37:34Z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